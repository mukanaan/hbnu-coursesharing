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106"/>
  </p:notesMasterIdLst>
  <p:handoutMasterIdLst>
    <p:handoutMasterId r:id="rId107"/>
  </p:handoutMasterIdLst>
  <p:sldIdLst>
    <p:sldId id="256" r:id="rId2"/>
    <p:sldId id="456" r:id="rId3"/>
    <p:sldId id="457" r:id="rId4"/>
    <p:sldId id="458" r:id="rId5"/>
    <p:sldId id="459" r:id="rId6"/>
    <p:sldId id="460" r:id="rId7"/>
    <p:sldId id="461" r:id="rId8"/>
    <p:sldId id="462" r:id="rId9"/>
    <p:sldId id="463" r:id="rId10"/>
    <p:sldId id="464" r:id="rId11"/>
    <p:sldId id="465" r:id="rId12"/>
    <p:sldId id="466" r:id="rId13"/>
    <p:sldId id="467" r:id="rId14"/>
    <p:sldId id="468" r:id="rId15"/>
    <p:sldId id="469" r:id="rId16"/>
    <p:sldId id="470" r:id="rId17"/>
    <p:sldId id="471" r:id="rId18"/>
    <p:sldId id="472" r:id="rId19"/>
    <p:sldId id="473" r:id="rId20"/>
    <p:sldId id="474" r:id="rId21"/>
    <p:sldId id="475" r:id="rId22"/>
    <p:sldId id="476" r:id="rId23"/>
    <p:sldId id="477" r:id="rId24"/>
    <p:sldId id="478" r:id="rId25"/>
    <p:sldId id="479" r:id="rId26"/>
    <p:sldId id="480" r:id="rId27"/>
    <p:sldId id="481" r:id="rId28"/>
    <p:sldId id="482" r:id="rId29"/>
    <p:sldId id="483" r:id="rId30"/>
    <p:sldId id="484" r:id="rId31"/>
    <p:sldId id="485" r:id="rId32"/>
    <p:sldId id="487" r:id="rId33"/>
    <p:sldId id="488" r:id="rId34"/>
    <p:sldId id="489" r:id="rId35"/>
    <p:sldId id="490" r:id="rId36"/>
    <p:sldId id="491" r:id="rId37"/>
    <p:sldId id="492" r:id="rId38"/>
    <p:sldId id="493" r:id="rId39"/>
    <p:sldId id="494" r:id="rId40"/>
    <p:sldId id="495" r:id="rId41"/>
    <p:sldId id="496" r:id="rId42"/>
    <p:sldId id="497" r:id="rId43"/>
    <p:sldId id="498" r:id="rId44"/>
    <p:sldId id="499" r:id="rId45"/>
    <p:sldId id="500" r:id="rId46"/>
    <p:sldId id="501" r:id="rId47"/>
    <p:sldId id="502" r:id="rId48"/>
    <p:sldId id="503" r:id="rId49"/>
    <p:sldId id="504" r:id="rId50"/>
    <p:sldId id="505" r:id="rId51"/>
    <p:sldId id="506" r:id="rId52"/>
    <p:sldId id="507" r:id="rId53"/>
    <p:sldId id="508" r:id="rId54"/>
    <p:sldId id="509" r:id="rId55"/>
    <p:sldId id="510" r:id="rId56"/>
    <p:sldId id="511" r:id="rId57"/>
    <p:sldId id="512" r:id="rId58"/>
    <p:sldId id="513" r:id="rId59"/>
    <p:sldId id="514" r:id="rId60"/>
    <p:sldId id="515" r:id="rId61"/>
    <p:sldId id="516" r:id="rId62"/>
    <p:sldId id="517" r:id="rId63"/>
    <p:sldId id="518" r:id="rId64"/>
    <p:sldId id="519" r:id="rId65"/>
    <p:sldId id="520" r:id="rId66"/>
    <p:sldId id="521" r:id="rId67"/>
    <p:sldId id="522" r:id="rId68"/>
    <p:sldId id="523" r:id="rId69"/>
    <p:sldId id="524" r:id="rId70"/>
    <p:sldId id="525" r:id="rId71"/>
    <p:sldId id="526" r:id="rId72"/>
    <p:sldId id="527" r:id="rId73"/>
    <p:sldId id="437" r:id="rId74"/>
    <p:sldId id="360" r:id="rId75"/>
    <p:sldId id="361" r:id="rId76"/>
    <p:sldId id="362" r:id="rId77"/>
    <p:sldId id="363" r:id="rId78"/>
    <p:sldId id="414" r:id="rId79"/>
    <p:sldId id="378" r:id="rId80"/>
    <p:sldId id="529" r:id="rId81"/>
    <p:sldId id="419" r:id="rId82"/>
    <p:sldId id="423" r:id="rId83"/>
    <p:sldId id="528" r:id="rId84"/>
    <p:sldId id="530" r:id="rId85"/>
    <p:sldId id="422" r:id="rId86"/>
    <p:sldId id="531" r:id="rId87"/>
    <p:sldId id="424" r:id="rId88"/>
    <p:sldId id="425" r:id="rId89"/>
    <p:sldId id="443" r:id="rId90"/>
    <p:sldId id="411" r:id="rId91"/>
    <p:sldId id="379" r:id="rId92"/>
    <p:sldId id="532" r:id="rId93"/>
    <p:sldId id="384" r:id="rId94"/>
    <p:sldId id="534" r:id="rId95"/>
    <p:sldId id="533" r:id="rId96"/>
    <p:sldId id="438" r:id="rId97"/>
    <p:sldId id="386" r:id="rId98"/>
    <p:sldId id="387" r:id="rId99"/>
    <p:sldId id="389" r:id="rId100"/>
    <p:sldId id="390" r:id="rId101"/>
    <p:sldId id="392" r:id="rId102"/>
    <p:sldId id="393" r:id="rId103"/>
    <p:sldId id="394" r:id="rId104"/>
    <p:sldId id="409" r:id="rId105"/>
  </p:sldIdLst>
  <p:sldSz cx="12190413" cy="6859588"/>
  <p:notesSz cx="6858000" cy="9144000"/>
  <p:defaultTextStyle>
    <a:defPPr>
      <a:defRPr lang="zh-CN"/>
    </a:defPPr>
    <a:lvl1pPr algn="l" rtl="0" eaLnBrk="0" fontAlgn="base" hangingPunct="0">
      <a:spcBef>
        <a:spcPct val="0"/>
      </a:spcBef>
      <a:spcAft>
        <a:spcPct val="0"/>
      </a:spcAft>
      <a:defRPr kern="1200">
        <a:solidFill>
          <a:schemeClr val="tx1"/>
        </a:solidFill>
        <a:latin typeface="Arial" charset="0"/>
        <a:ea typeface="宋体" pitchFamily="2" charset="-122"/>
        <a:cs typeface="+mn-cs"/>
      </a:defRPr>
    </a:lvl1pPr>
    <a:lvl2pPr marL="544251" algn="l" rtl="0" eaLnBrk="0" fontAlgn="base" hangingPunct="0">
      <a:spcBef>
        <a:spcPct val="0"/>
      </a:spcBef>
      <a:spcAft>
        <a:spcPct val="0"/>
      </a:spcAft>
      <a:defRPr kern="1200">
        <a:solidFill>
          <a:schemeClr val="tx1"/>
        </a:solidFill>
        <a:latin typeface="Arial" charset="0"/>
        <a:ea typeface="宋体" pitchFamily="2" charset="-122"/>
        <a:cs typeface="+mn-cs"/>
      </a:defRPr>
    </a:lvl2pPr>
    <a:lvl3pPr marL="1088502" algn="l" rtl="0" eaLnBrk="0" fontAlgn="base" hangingPunct="0">
      <a:spcBef>
        <a:spcPct val="0"/>
      </a:spcBef>
      <a:spcAft>
        <a:spcPct val="0"/>
      </a:spcAft>
      <a:defRPr kern="1200">
        <a:solidFill>
          <a:schemeClr val="tx1"/>
        </a:solidFill>
        <a:latin typeface="Arial" charset="0"/>
        <a:ea typeface="宋体" pitchFamily="2" charset="-122"/>
        <a:cs typeface="+mn-cs"/>
      </a:defRPr>
    </a:lvl3pPr>
    <a:lvl4pPr marL="1632753" algn="l" rtl="0" eaLnBrk="0" fontAlgn="base" hangingPunct="0">
      <a:spcBef>
        <a:spcPct val="0"/>
      </a:spcBef>
      <a:spcAft>
        <a:spcPct val="0"/>
      </a:spcAft>
      <a:defRPr kern="1200">
        <a:solidFill>
          <a:schemeClr val="tx1"/>
        </a:solidFill>
        <a:latin typeface="Arial" charset="0"/>
        <a:ea typeface="宋体" pitchFamily="2" charset="-122"/>
        <a:cs typeface="+mn-cs"/>
      </a:defRPr>
    </a:lvl4pPr>
    <a:lvl5pPr marL="2177004" algn="l" rtl="0" eaLnBrk="0" fontAlgn="base" hangingPunct="0">
      <a:spcBef>
        <a:spcPct val="0"/>
      </a:spcBef>
      <a:spcAft>
        <a:spcPct val="0"/>
      </a:spcAft>
      <a:defRPr kern="1200">
        <a:solidFill>
          <a:schemeClr val="tx1"/>
        </a:solidFill>
        <a:latin typeface="Arial" charset="0"/>
        <a:ea typeface="宋体" pitchFamily="2" charset="-122"/>
        <a:cs typeface="+mn-cs"/>
      </a:defRPr>
    </a:lvl5pPr>
    <a:lvl6pPr marL="2721254" algn="l" defTabSz="1088502" rtl="0" eaLnBrk="1" latinLnBrk="0" hangingPunct="1">
      <a:defRPr kern="1200">
        <a:solidFill>
          <a:schemeClr val="tx1"/>
        </a:solidFill>
        <a:latin typeface="Arial" charset="0"/>
        <a:ea typeface="宋体" pitchFamily="2" charset="-122"/>
        <a:cs typeface="+mn-cs"/>
      </a:defRPr>
    </a:lvl6pPr>
    <a:lvl7pPr marL="3265505" algn="l" defTabSz="1088502" rtl="0" eaLnBrk="1" latinLnBrk="0" hangingPunct="1">
      <a:defRPr kern="1200">
        <a:solidFill>
          <a:schemeClr val="tx1"/>
        </a:solidFill>
        <a:latin typeface="Arial" charset="0"/>
        <a:ea typeface="宋体" pitchFamily="2" charset="-122"/>
        <a:cs typeface="+mn-cs"/>
      </a:defRPr>
    </a:lvl7pPr>
    <a:lvl8pPr marL="3809756" algn="l" defTabSz="1088502" rtl="0" eaLnBrk="1" latinLnBrk="0" hangingPunct="1">
      <a:defRPr kern="1200">
        <a:solidFill>
          <a:schemeClr val="tx1"/>
        </a:solidFill>
        <a:latin typeface="Arial" charset="0"/>
        <a:ea typeface="宋体" pitchFamily="2" charset="-122"/>
        <a:cs typeface="+mn-cs"/>
      </a:defRPr>
    </a:lvl8pPr>
    <a:lvl9pPr marL="4354007" algn="l" defTabSz="1088502"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 xmlns:p15="http://schemas.microsoft.com/office/powerpoint/2012/main">
        <p15:guide id="1" orient="horz" pos="227">
          <p15:clr>
            <a:srgbClr val="A4A3A4"/>
          </p15:clr>
        </p15:guide>
        <p15:guide id="2" orient="horz" pos="164">
          <p15:clr>
            <a:srgbClr val="A4A3A4"/>
          </p15:clr>
        </p15:guide>
        <p15:guide id="3" orient="horz" pos="4111">
          <p15:clr>
            <a:srgbClr val="A4A3A4"/>
          </p15:clr>
        </p15:guide>
        <p15:guide id="4" orient="horz" pos="709">
          <p15:clr>
            <a:srgbClr val="A4A3A4"/>
          </p15:clr>
        </p15:guide>
        <p15:guide id="5" pos="393">
          <p15:clr>
            <a:srgbClr val="A4A3A4"/>
          </p15:clr>
        </p15:guide>
        <p15:guide id="6" pos="7286">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99"/>
    <a:srgbClr val="111111"/>
    <a:srgbClr val="4D4D4D"/>
    <a:srgbClr val="FFFFFF"/>
    <a:srgbClr val="339496"/>
    <a:srgbClr val="FF3300"/>
    <a:srgbClr val="0000CC"/>
    <a:srgbClr val="DDDDDD"/>
    <a:srgbClr val="FFFF66"/>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91EBBBCC-DAD2-459C-BE2E-F6DE35CF9A28}" styleName="深色样式 2 - 强调 3/强调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89" autoAdjust="0"/>
    <p:restoredTop sz="90983" autoAdjust="0"/>
  </p:normalViewPr>
  <p:slideViewPr>
    <p:cSldViewPr>
      <p:cViewPr>
        <p:scale>
          <a:sx n="100" d="100"/>
          <a:sy n="100" d="100"/>
        </p:scale>
        <p:origin x="-804" y="-198"/>
      </p:cViewPr>
      <p:guideLst>
        <p:guide orient="horz" pos="227"/>
        <p:guide orient="horz" pos="164"/>
        <p:guide orient="horz" pos="4111"/>
        <p:guide orient="horz" pos="709"/>
        <p:guide pos="393"/>
        <p:guide pos="7286"/>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63" d="100"/>
          <a:sy n="63" d="100"/>
        </p:scale>
        <p:origin x="-1932"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handoutMaster" Target="handoutMasters/handout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viewProps" Target="view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7042" name="Rectangle 2">
            <a:extLst>
              <a:ext uri="{FF2B5EF4-FFF2-40B4-BE49-F238E27FC236}">
                <a16:creationId xmlns="" xmlns:a16="http://schemas.microsoft.com/office/drawing/2014/main" id="{6B071407-99AC-4D11-BBFA-FB676E92B81E}"/>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defRPr>
            </a:lvl1pPr>
          </a:lstStyle>
          <a:p>
            <a:pPr>
              <a:defRPr/>
            </a:pPr>
            <a:endParaRPr lang="en-US" altLang="zh-CN"/>
          </a:p>
        </p:txBody>
      </p:sp>
      <p:sp>
        <p:nvSpPr>
          <p:cNvPr id="87043" name="Rectangle 3">
            <a:extLst>
              <a:ext uri="{FF2B5EF4-FFF2-40B4-BE49-F238E27FC236}">
                <a16:creationId xmlns="" xmlns:a16="http://schemas.microsoft.com/office/drawing/2014/main" id="{D52FFADA-488D-4685-B285-BEF833A80648}"/>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defRPr>
            </a:lvl1pPr>
          </a:lstStyle>
          <a:p>
            <a:pPr>
              <a:defRPr/>
            </a:pPr>
            <a:endParaRPr lang="en-US" altLang="zh-CN"/>
          </a:p>
        </p:txBody>
      </p:sp>
      <p:sp>
        <p:nvSpPr>
          <p:cNvPr id="87044" name="Rectangle 4">
            <a:extLst>
              <a:ext uri="{FF2B5EF4-FFF2-40B4-BE49-F238E27FC236}">
                <a16:creationId xmlns="" xmlns:a16="http://schemas.microsoft.com/office/drawing/2014/main" id="{358AF41A-BD1D-4580-A924-E73C81711966}"/>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defRPr>
            </a:lvl1pPr>
          </a:lstStyle>
          <a:p>
            <a:pPr>
              <a:defRPr/>
            </a:pPr>
            <a:endParaRPr lang="en-US" altLang="zh-CN"/>
          </a:p>
        </p:txBody>
      </p:sp>
      <p:sp>
        <p:nvSpPr>
          <p:cNvPr id="87045" name="Rectangle 5">
            <a:extLst>
              <a:ext uri="{FF2B5EF4-FFF2-40B4-BE49-F238E27FC236}">
                <a16:creationId xmlns="" xmlns:a16="http://schemas.microsoft.com/office/drawing/2014/main" id="{89630452-8F29-4BDB-8E47-68738A414DB8}"/>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AB97BAE8-6DDF-4433-A2E1-7730C921EC29}" type="slidenum">
              <a:rPr lang="en-US" altLang="zh-CN"/>
              <a:pPr/>
              <a:t>‹#›</a:t>
            </a:fld>
            <a:endParaRPr lang="en-US" altLang="zh-CN"/>
          </a:p>
        </p:txBody>
      </p:sp>
    </p:spTree>
    <p:extLst>
      <p:ext uri="{BB962C8B-B14F-4D97-AF65-F5344CB8AC3E}">
        <p14:creationId xmlns:p14="http://schemas.microsoft.com/office/powerpoint/2010/main" val="35004784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42" name="Rectangle 2">
            <a:extLst>
              <a:ext uri="{FF2B5EF4-FFF2-40B4-BE49-F238E27FC236}">
                <a16:creationId xmlns="" xmlns:a16="http://schemas.microsoft.com/office/drawing/2014/main" id="{20A215C3-91AB-43D8-AA90-906A0F3FAE6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Arial" pitchFamily="34" charset="0"/>
              </a:defRPr>
            </a:lvl1pPr>
          </a:lstStyle>
          <a:p>
            <a:pPr>
              <a:defRPr/>
            </a:pPr>
            <a:endParaRPr lang="zh-CN" altLang="en-US"/>
          </a:p>
        </p:txBody>
      </p:sp>
      <p:sp>
        <p:nvSpPr>
          <p:cNvPr id="112643" name="Rectangle 3">
            <a:extLst>
              <a:ext uri="{FF2B5EF4-FFF2-40B4-BE49-F238E27FC236}">
                <a16:creationId xmlns="" xmlns:a16="http://schemas.microsoft.com/office/drawing/2014/main" id="{306599D1-96CD-4BA8-BEA9-6E162343893E}"/>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Arial" pitchFamily="34" charset="0"/>
              </a:defRPr>
            </a:lvl1pPr>
          </a:lstStyle>
          <a:p>
            <a:pPr>
              <a:defRPr/>
            </a:pPr>
            <a:fld id="{E642722D-57A4-488E-9876-D9FC02535F53}" type="datetimeFigureOut">
              <a:rPr lang="zh-CN" altLang="en-US"/>
              <a:pPr>
                <a:defRPr/>
              </a:pPr>
              <a:t>2023/3/24</a:t>
            </a:fld>
            <a:endParaRPr lang="en-US" altLang="zh-CN"/>
          </a:p>
        </p:txBody>
      </p:sp>
      <p:sp>
        <p:nvSpPr>
          <p:cNvPr id="7172" name="Rectangle 4"/>
          <p:cNvSpPr>
            <a:spLocks noGrp="1" noRot="1" noChangeAspect="1" noChangeArrowheads="1" noTextEdit="1"/>
          </p:cNvSpPr>
          <p:nvPr>
            <p:ph type="sldImg" idx="2"/>
          </p:nvPr>
        </p:nvSpPr>
        <p:spPr bwMode="auto">
          <a:xfrm>
            <a:off x="382588" y="685800"/>
            <a:ext cx="6092825"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5" name="Rectangle 5">
            <a:extLst>
              <a:ext uri="{FF2B5EF4-FFF2-40B4-BE49-F238E27FC236}">
                <a16:creationId xmlns="" xmlns:a16="http://schemas.microsoft.com/office/drawing/2014/main" id="{5C66556A-3234-4C41-8341-5BFB539C36B6}"/>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12646" name="Rectangle 6">
            <a:extLst>
              <a:ext uri="{FF2B5EF4-FFF2-40B4-BE49-F238E27FC236}">
                <a16:creationId xmlns="" xmlns:a16="http://schemas.microsoft.com/office/drawing/2014/main" id="{27B17C16-BA03-4371-B4D3-5332AC789375}"/>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Arial" pitchFamily="34" charset="0"/>
              </a:defRPr>
            </a:lvl1pPr>
          </a:lstStyle>
          <a:p>
            <a:pPr>
              <a:defRPr/>
            </a:pPr>
            <a:endParaRPr lang="en-US" altLang="zh-CN"/>
          </a:p>
        </p:txBody>
      </p:sp>
      <p:sp>
        <p:nvSpPr>
          <p:cNvPr id="112647" name="Rectangle 7">
            <a:extLst>
              <a:ext uri="{FF2B5EF4-FFF2-40B4-BE49-F238E27FC236}">
                <a16:creationId xmlns="" xmlns:a16="http://schemas.microsoft.com/office/drawing/2014/main" id="{54CDF2AF-0F5B-420A-B02C-08171CBE1246}"/>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146BAE93-64F0-4E45-A498-00D0A3B96DDC}" type="slidenum">
              <a:rPr lang="zh-CN" altLang="en-US"/>
              <a:pPr/>
              <a:t>‹#›</a:t>
            </a:fld>
            <a:endParaRPr lang="en-US" altLang="zh-CN"/>
          </a:p>
        </p:txBody>
      </p:sp>
    </p:spTree>
    <p:extLst>
      <p:ext uri="{BB962C8B-B14F-4D97-AF65-F5344CB8AC3E}">
        <p14:creationId xmlns:p14="http://schemas.microsoft.com/office/powerpoint/2010/main" val="91655163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400" kern="1200">
        <a:solidFill>
          <a:schemeClr val="tx1"/>
        </a:solidFill>
        <a:latin typeface="Calibri" pitchFamily="34" charset="0"/>
        <a:ea typeface="宋体" pitchFamily="2" charset="-122"/>
        <a:cs typeface="+mn-cs"/>
      </a:defRPr>
    </a:lvl1pPr>
    <a:lvl2pPr marL="544251" algn="l" rtl="0" eaLnBrk="0" fontAlgn="base" hangingPunct="0">
      <a:spcBef>
        <a:spcPct val="30000"/>
      </a:spcBef>
      <a:spcAft>
        <a:spcPct val="0"/>
      </a:spcAft>
      <a:defRPr sz="1400" kern="1200">
        <a:solidFill>
          <a:schemeClr val="tx1"/>
        </a:solidFill>
        <a:latin typeface="Calibri" pitchFamily="34" charset="0"/>
        <a:ea typeface="宋体" pitchFamily="2" charset="-122"/>
        <a:cs typeface="+mn-cs"/>
      </a:defRPr>
    </a:lvl2pPr>
    <a:lvl3pPr marL="1088502" algn="l" rtl="0" eaLnBrk="0" fontAlgn="base" hangingPunct="0">
      <a:spcBef>
        <a:spcPct val="30000"/>
      </a:spcBef>
      <a:spcAft>
        <a:spcPct val="0"/>
      </a:spcAft>
      <a:defRPr sz="1400" kern="1200">
        <a:solidFill>
          <a:schemeClr val="tx1"/>
        </a:solidFill>
        <a:latin typeface="Calibri" pitchFamily="34" charset="0"/>
        <a:ea typeface="宋体" pitchFamily="2" charset="-122"/>
        <a:cs typeface="+mn-cs"/>
      </a:defRPr>
    </a:lvl3pPr>
    <a:lvl4pPr marL="1632753" algn="l" rtl="0" eaLnBrk="0" fontAlgn="base" hangingPunct="0">
      <a:spcBef>
        <a:spcPct val="30000"/>
      </a:spcBef>
      <a:spcAft>
        <a:spcPct val="0"/>
      </a:spcAft>
      <a:defRPr sz="1400" kern="1200">
        <a:solidFill>
          <a:schemeClr val="tx1"/>
        </a:solidFill>
        <a:latin typeface="Calibri" pitchFamily="34" charset="0"/>
        <a:ea typeface="宋体" pitchFamily="2" charset="-122"/>
        <a:cs typeface="+mn-cs"/>
      </a:defRPr>
    </a:lvl4pPr>
    <a:lvl5pPr marL="2177004" algn="l" rtl="0" eaLnBrk="0" fontAlgn="base" hangingPunct="0">
      <a:spcBef>
        <a:spcPct val="30000"/>
      </a:spcBef>
      <a:spcAft>
        <a:spcPct val="0"/>
      </a:spcAft>
      <a:defRPr sz="1400" kern="1200">
        <a:solidFill>
          <a:schemeClr val="tx1"/>
        </a:solidFill>
        <a:latin typeface="Calibri" pitchFamily="34" charset="0"/>
        <a:ea typeface="宋体" pitchFamily="2" charset="-122"/>
        <a:cs typeface="+mn-cs"/>
      </a:defRPr>
    </a:lvl5pPr>
    <a:lvl6pPr marL="2721254" algn="l" defTabSz="1088502" rtl="0" eaLnBrk="1" latinLnBrk="0" hangingPunct="1">
      <a:defRPr sz="1400" kern="1200">
        <a:solidFill>
          <a:schemeClr val="tx1"/>
        </a:solidFill>
        <a:latin typeface="+mn-lt"/>
        <a:ea typeface="+mn-ea"/>
        <a:cs typeface="+mn-cs"/>
      </a:defRPr>
    </a:lvl6pPr>
    <a:lvl7pPr marL="3265505" algn="l" defTabSz="1088502" rtl="0" eaLnBrk="1" latinLnBrk="0" hangingPunct="1">
      <a:defRPr sz="1400" kern="1200">
        <a:solidFill>
          <a:schemeClr val="tx1"/>
        </a:solidFill>
        <a:latin typeface="+mn-lt"/>
        <a:ea typeface="+mn-ea"/>
        <a:cs typeface="+mn-cs"/>
      </a:defRPr>
    </a:lvl7pPr>
    <a:lvl8pPr marL="3809756" algn="l" defTabSz="1088502" rtl="0" eaLnBrk="1" latinLnBrk="0" hangingPunct="1">
      <a:defRPr sz="1400" kern="1200">
        <a:solidFill>
          <a:schemeClr val="tx1"/>
        </a:solidFill>
        <a:latin typeface="+mn-lt"/>
        <a:ea typeface="+mn-ea"/>
        <a:cs typeface="+mn-cs"/>
      </a:defRPr>
    </a:lvl8pPr>
    <a:lvl9pPr marL="4354007" algn="l" defTabSz="1088502"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46BAE93-64F0-4E45-A498-00D0A3B96DDC}" type="slidenum">
              <a:rPr lang="zh-CN" altLang="en-US" smtClean="0"/>
              <a:pPr/>
              <a:t>2</a:t>
            </a:fld>
            <a:endParaRPr lang="en-US" altLang="zh-CN"/>
          </a:p>
        </p:txBody>
      </p:sp>
    </p:spTree>
    <p:extLst>
      <p:ext uri="{BB962C8B-B14F-4D97-AF65-F5344CB8AC3E}">
        <p14:creationId xmlns:p14="http://schemas.microsoft.com/office/powerpoint/2010/main" val="36525680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46BAE93-64F0-4E45-A498-00D0A3B96DDC}" type="slidenum">
              <a:rPr lang="zh-CN" altLang="en-US" smtClean="0"/>
              <a:pPr/>
              <a:t>3</a:t>
            </a:fld>
            <a:endParaRPr lang="en-US" altLang="zh-CN"/>
          </a:p>
        </p:txBody>
      </p:sp>
    </p:spTree>
    <p:extLst>
      <p:ext uri="{BB962C8B-B14F-4D97-AF65-F5344CB8AC3E}">
        <p14:creationId xmlns:p14="http://schemas.microsoft.com/office/powerpoint/2010/main" val="15398567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Rot="1" noChangeAspect="1" noChangeArrowheads="1" noTextEdit="1"/>
          </p:cNvSpPr>
          <p:nvPr>
            <p:ph type="sldImg"/>
          </p:nvPr>
        </p:nvSpPr>
        <p:spPr>
          <a:xfrm>
            <a:off x="382588" y="685800"/>
            <a:ext cx="6092825" cy="3429000"/>
          </a:xfrm>
          <a:ln/>
        </p:spPr>
      </p:sp>
      <p:sp>
        <p:nvSpPr>
          <p:cNvPr id="133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Rot="1" noChangeAspect="1" noChangeArrowheads="1" noTextEdit="1"/>
          </p:cNvSpPr>
          <p:nvPr>
            <p:ph type="sldImg"/>
          </p:nvPr>
        </p:nvSpPr>
        <p:spPr>
          <a:xfrm>
            <a:off x="382588" y="685800"/>
            <a:ext cx="6092825" cy="3429000"/>
          </a:xfrm>
          <a:ln/>
        </p:spPr>
      </p:sp>
      <p:sp>
        <p:nvSpPr>
          <p:cNvPr id="133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46BAE93-64F0-4E45-A498-00D0A3B96DDC}" type="slidenum">
              <a:rPr lang="zh-CN" altLang="en-US" smtClean="0"/>
              <a:pPr/>
              <a:t>6</a:t>
            </a:fld>
            <a:endParaRPr lang="en-US" altLang="zh-CN"/>
          </a:p>
        </p:txBody>
      </p:sp>
    </p:spTree>
    <p:extLst>
      <p:ext uri="{BB962C8B-B14F-4D97-AF65-F5344CB8AC3E}">
        <p14:creationId xmlns:p14="http://schemas.microsoft.com/office/powerpoint/2010/main" val="36525680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382588" y="685800"/>
            <a:ext cx="6092825" cy="3429000"/>
          </a:xfrm>
          <a:ln/>
        </p:spPr>
      </p:sp>
      <p:sp>
        <p:nvSpPr>
          <p:cNvPr id="225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smtClean="0"/>
              <a:t>3.1.2 </a:t>
            </a:r>
            <a:r>
              <a:rPr lang="zh-CN" altLang="en-US" dirty="0" smtClean="0"/>
              <a:t>小节中的封装成帧和透明传输讲的是一种基本思想，而在具体的数据链路层协议中，封装成帧和透明传输都有各自的实现方法。</a:t>
            </a:r>
            <a:endParaRPr lang="zh-CN" altLang="en-US" dirty="0"/>
          </a:p>
        </p:txBody>
      </p:sp>
      <p:sp>
        <p:nvSpPr>
          <p:cNvPr id="225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itchFamily="34" charset="0"/>
                <a:ea typeface="宋体" pitchFamily="2" charset="-122"/>
              </a:defRPr>
            </a:lvl1pPr>
            <a:lvl2pPr marL="742950" indent="-285750">
              <a:defRPr sz="1200">
                <a:solidFill>
                  <a:schemeClr val="tx1"/>
                </a:solidFill>
                <a:latin typeface="Calibri" pitchFamily="34" charset="0"/>
                <a:ea typeface="宋体" pitchFamily="2" charset="-122"/>
              </a:defRPr>
            </a:lvl2pPr>
            <a:lvl3pPr marL="1143000" indent="-228600">
              <a:defRPr sz="1200">
                <a:solidFill>
                  <a:schemeClr val="tx1"/>
                </a:solidFill>
                <a:latin typeface="Calibri" pitchFamily="34" charset="0"/>
                <a:ea typeface="宋体" pitchFamily="2" charset="-122"/>
              </a:defRPr>
            </a:lvl3pPr>
            <a:lvl4pPr marL="1600200" indent="-228600">
              <a:defRPr sz="1200">
                <a:solidFill>
                  <a:schemeClr val="tx1"/>
                </a:solidFill>
                <a:latin typeface="Calibri" pitchFamily="34" charset="0"/>
                <a:ea typeface="宋体" pitchFamily="2" charset="-122"/>
              </a:defRPr>
            </a:lvl4pPr>
            <a:lvl5pPr marL="2057400" indent="-228600">
              <a:defRPr sz="1200">
                <a:solidFill>
                  <a:schemeClr val="tx1"/>
                </a:solidFill>
                <a:latin typeface="Calibri"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pitchFamily="2" charset="-122"/>
              </a:defRPr>
            </a:lvl9pPr>
          </a:lstStyle>
          <a:p>
            <a:fld id="{9A5C2C9B-6446-41E7-BA86-A03B8A54D788}" type="slidenum">
              <a:rPr lang="zh-CN" altLang="en-US">
                <a:latin typeface="Arial" charset="0"/>
              </a:rPr>
              <a:pPr/>
              <a:t>9</a:t>
            </a:fld>
            <a:endParaRPr lang="en-US" altLang="zh-CN">
              <a:latin typeface="Arial"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SOH</a:t>
            </a:r>
            <a:r>
              <a:rPr lang="zh-CN" altLang="en-US" dirty="0" smtClean="0"/>
              <a:t>和</a:t>
            </a:r>
            <a:r>
              <a:rPr lang="en-US" altLang="zh-CN" dirty="0" smtClean="0"/>
              <a:t>EOT</a:t>
            </a:r>
            <a:r>
              <a:rPr lang="zh-CN" altLang="en-US" dirty="0" smtClean="0"/>
              <a:t>都是控制字符的名称，各自的编码为</a:t>
            </a:r>
            <a:r>
              <a:rPr lang="en-US" altLang="zh-CN" dirty="0" smtClean="0"/>
              <a:t>00000001</a:t>
            </a:r>
            <a:r>
              <a:rPr lang="zh-CN" altLang="en-US" dirty="0" smtClean="0"/>
              <a:t>（</a:t>
            </a:r>
            <a:r>
              <a:rPr lang="en-US" altLang="zh-CN" dirty="0" smtClean="0"/>
              <a:t>01H</a:t>
            </a:r>
            <a:r>
              <a:rPr lang="zh-CN" altLang="en-US" dirty="0" smtClean="0"/>
              <a:t>）和</a:t>
            </a:r>
            <a:r>
              <a:rPr lang="en-US" altLang="zh-CN" dirty="0" smtClean="0"/>
              <a:t>00000100</a:t>
            </a:r>
            <a:r>
              <a:rPr lang="zh-CN" altLang="en-US" dirty="0" smtClean="0"/>
              <a:t>（</a:t>
            </a:r>
            <a:r>
              <a:rPr lang="en-US" altLang="zh-CN" dirty="0" smtClean="0"/>
              <a:t>04H</a:t>
            </a:r>
            <a:r>
              <a:rPr lang="zh-CN" altLang="en-US" dirty="0" smtClean="0"/>
              <a:t>）。但并不是所有的数据帧都采用</a:t>
            </a:r>
            <a:r>
              <a:rPr lang="en-US" altLang="zh-CN" dirty="0" smtClean="0"/>
              <a:t>SOH</a:t>
            </a:r>
            <a:r>
              <a:rPr lang="zh-CN" altLang="en-US" dirty="0" smtClean="0"/>
              <a:t>和</a:t>
            </a:r>
            <a:r>
              <a:rPr lang="en-US" altLang="zh-CN" dirty="0" smtClean="0"/>
              <a:t>EOT</a:t>
            </a:r>
            <a:r>
              <a:rPr lang="zh-CN" altLang="en-US" dirty="0" smtClean="0"/>
              <a:t>这样的定界符。</a:t>
            </a:r>
            <a:endParaRPr lang="zh-CN" altLang="en-US" dirty="0"/>
          </a:p>
        </p:txBody>
      </p:sp>
      <p:sp>
        <p:nvSpPr>
          <p:cNvPr id="4" name="灯片编号占位符 3"/>
          <p:cNvSpPr>
            <a:spLocks noGrp="1"/>
          </p:cNvSpPr>
          <p:nvPr>
            <p:ph type="sldNum" sz="quarter" idx="10"/>
          </p:nvPr>
        </p:nvSpPr>
        <p:spPr/>
        <p:txBody>
          <a:bodyPr/>
          <a:lstStyle/>
          <a:p>
            <a:fld id="{146BAE93-64F0-4E45-A498-00D0A3B96DDC}" type="slidenum">
              <a:rPr lang="zh-CN" altLang="en-US" smtClean="0"/>
              <a:pPr/>
              <a:t>11</a:t>
            </a:fld>
            <a:endParaRPr lang="en-US" altLang="zh-CN"/>
          </a:p>
        </p:txBody>
      </p:sp>
    </p:spTree>
    <p:extLst>
      <p:ext uri="{BB962C8B-B14F-4D97-AF65-F5344CB8AC3E}">
        <p14:creationId xmlns:p14="http://schemas.microsoft.com/office/powerpoint/2010/main" val="4754207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对于收到的不完整的帧，直接丢弃</a:t>
            </a:r>
            <a:endParaRPr lang="zh-CN" altLang="en-US" dirty="0"/>
          </a:p>
        </p:txBody>
      </p:sp>
      <p:sp>
        <p:nvSpPr>
          <p:cNvPr id="4" name="灯片编号占位符 3"/>
          <p:cNvSpPr>
            <a:spLocks noGrp="1"/>
          </p:cNvSpPr>
          <p:nvPr>
            <p:ph type="sldNum" sz="quarter" idx="10"/>
          </p:nvPr>
        </p:nvSpPr>
        <p:spPr/>
        <p:txBody>
          <a:bodyPr/>
          <a:lstStyle/>
          <a:p>
            <a:fld id="{146BAE93-64F0-4E45-A498-00D0A3B96DDC}" type="slidenum">
              <a:rPr lang="zh-CN" altLang="en-US" smtClean="0"/>
              <a:pPr/>
              <a:t>13</a:t>
            </a:fld>
            <a:endParaRPr lang="en-US" altLang="zh-CN"/>
          </a:p>
        </p:txBody>
      </p:sp>
    </p:spTree>
    <p:extLst>
      <p:ext uri="{BB962C8B-B14F-4D97-AF65-F5344CB8AC3E}">
        <p14:creationId xmlns:p14="http://schemas.microsoft.com/office/powerpoint/2010/main" val="5393189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MTU </a:t>
            </a:r>
            <a:r>
              <a:rPr lang="zh-CN" altLang="en-US" dirty="0" smtClean="0"/>
              <a:t>指的是帧中原始数据的最大长度，不包括填充的数据。</a:t>
            </a:r>
            <a:endParaRPr lang="zh-CN" altLang="en-US" dirty="0"/>
          </a:p>
        </p:txBody>
      </p:sp>
      <p:sp>
        <p:nvSpPr>
          <p:cNvPr id="4" name="灯片编号占位符 3"/>
          <p:cNvSpPr>
            <a:spLocks noGrp="1"/>
          </p:cNvSpPr>
          <p:nvPr>
            <p:ph type="sldNum" sz="quarter" idx="10"/>
          </p:nvPr>
        </p:nvSpPr>
        <p:spPr/>
        <p:txBody>
          <a:bodyPr/>
          <a:lstStyle/>
          <a:p>
            <a:fld id="{146BAE93-64F0-4E45-A498-00D0A3B96DDC}" type="slidenum">
              <a:rPr lang="zh-CN" altLang="en-US" smtClean="0"/>
              <a:pPr/>
              <a:t>16</a:t>
            </a:fld>
            <a:endParaRPr lang="en-US" altLang="zh-CN"/>
          </a:p>
        </p:txBody>
      </p:sp>
    </p:spTree>
    <p:extLst>
      <p:ext uri="{BB962C8B-B14F-4D97-AF65-F5344CB8AC3E}">
        <p14:creationId xmlns:p14="http://schemas.microsoft.com/office/powerpoint/2010/main" val="35758068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冗余码是帧</a:t>
            </a:r>
            <a:r>
              <a:rPr lang="zh-CN" altLang="en-US" dirty="0" smtClean="0"/>
              <a:t>尾部的一个控制字段</a:t>
            </a:r>
            <a:endParaRPr lang="zh-CN" altLang="en-US" dirty="0"/>
          </a:p>
        </p:txBody>
      </p:sp>
      <p:sp>
        <p:nvSpPr>
          <p:cNvPr id="4" name="灯片编号占位符 3"/>
          <p:cNvSpPr>
            <a:spLocks noGrp="1"/>
          </p:cNvSpPr>
          <p:nvPr>
            <p:ph type="sldNum" sz="quarter" idx="10"/>
          </p:nvPr>
        </p:nvSpPr>
        <p:spPr/>
        <p:txBody>
          <a:bodyPr/>
          <a:lstStyle/>
          <a:p>
            <a:fld id="{146BAE93-64F0-4E45-A498-00D0A3B96DDC}" type="slidenum">
              <a:rPr lang="zh-CN" altLang="en-US" smtClean="0"/>
              <a:pPr/>
              <a:t>18</a:t>
            </a:fld>
            <a:endParaRPr lang="en-US" altLang="zh-CN"/>
          </a:p>
        </p:txBody>
      </p:sp>
    </p:spTree>
    <p:extLst>
      <p:ext uri="{BB962C8B-B14F-4D97-AF65-F5344CB8AC3E}">
        <p14:creationId xmlns:p14="http://schemas.microsoft.com/office/powerpoint/2010/main" val="41809473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46BAE93-64F0-4E45-A498-00D0A3B96DDC}" type="slidenum">
              <a:rPr lang="zh-CN" altLang="en-US" smtClean="0"/>
              <a:pPr/>
              <a:t>20</a:t>
            </a:fld>
            <a:endParaRPr lang="en-US" altLang="zh-CN"/>
          </a:p>
        </p:txBody>
      </p:sp>
    </p:spTree>
    <p:extLst>
      <p:ext uri="{BB962C8B-B14F-4D97-AF65-F5344CB8AC3E}">
        <p14:creationId xmlns:p14="http://schemas.microsoft.com/office/powerpoint/2010/main" val="10565020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46BAE93-64F0-4E45-A498-00D0A3B96DDC}" type="slidenum">
              <a:rPr lang="zh-CN" altLang="en-US" smtClean="0"/>
              <a:pPr/>
              <a:t>27</a:t>
            </a:fld>
            <a:endParaRPr lang="en-US" altLang="zh-CN"/>
          </a:p>
        </p:txBody>
      </p:sp>
    </p:spTree>
    <p:extLst>
      <p:ext uri="{BB962C8B-B14F-4D97-AF65-F5344CB8AC3E}">
        <p14:creationId xmlns:p14="http://schemas.microsoft.com/office/powerpoint/2010/main" val="31326268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46BAE93-64F0-4E45-A498-00D0A3B96DDC}" type="slidenum">
              <a:rPr lang="zh-CN" altLang="en-US" smtClean="0"/>
              <a:pPr/>
              <a:t>28</a:t>
            </a:fld>
            <a:endParaRPr lang="en-US" altLang="zh-CN"/>
          </a:p>
        </p:txBody>
      </p:sp>
    </p:spTree>
    <p:extLst>
      <p:ext uri="{BB962C8B-B14F-4D97-AF65-F5344CB8AC3E}">
        <p14:creationId xmlns:p14="http://schemas.microsoft.com/office/powerpoint/2010/main" val="31326268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6BAE93-64F0-4E45-A498-00D0A3B96DDC}" type="slidenum">
              <a:rPr lang="zh-CN" altLang="en-US" smtClean="0"/>
              <a:pPr/>
              <a:t>29</a:t>
            </a:fld>
            <a:endParaRPr lang="en-US" altLang="zh-CN"/>
          </a:p>
        </p:txBody>
      </p:sp>
    </p:spTree>
    <p:extLst>
      <p:ext uri="{BB962C8B-B14F-4D97-AF65-F5344CB8AC3E}">
        <p14:creationId xmlns:p14="http://schemas.microsoft.com/office/powerpoint/2010/main" val="39623212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6BAE93-64F0-4E45-A498-00D0A3B96DDC}" type="slidenum">
              <a:rPr lang="zh-CN" altLang="en-US" smtClean="0"/>
              <a:pPr/>
              <a:t>30</a:t>
            </a:fld>
            <a:endParaRPr lang="en-US" altLang="zh-CN"/>
          </a:p>
        </p:txBody>
      </p:sp>
    </p:spTree>
    <p:extLst>
      <p:ext uri="{BB962C8B-B14F-4D97-AF65-F5344CB8AC3E}">
        <p14:creationId xmlns:p14="http://schemas.microsoft.com/office/powerpoint/2010/main" val="39623212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ChangeArrowheads="1" noTextEdit="1"/>
          </p:cNvSpPr>
          <p:nvPr>
            <p:ph type="sldImg"/>
          </p:nvPr>
        </p:nvSpPr>
        <p:spPr>
          <a:xfrm>
            <a:off x="382588" y="685800"/>
            <a:ext cx="6092825" cy="3429000"/>
          </a:xfrm>
          <a:ln/>
        </p:spPr>
      </p:sp>
      <p:sp>
        <p:nvSpPr>
          <p:cNvPr id="419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smtClean="0">
                <a:sym typeface="Wingdings" pitchFamily="2" charset="2"/>
              </a:rPr>
              <a:t>异步传输以字节为单位，一</a:t>
            </a:r>
            <a:r>
              <a:rPr lang="zh-CN" altLang="en-US" dirty="0">
                <a:sym typeface="Wingdings" pitchFamily="2" charset="2"/>
              </a:rPr>
              <a:t>个字节是</a:t>
            </a:r>
            <a:r>
              <a:rPr lang="en-US" altLang="zh-CN" dirty="0">
                <a:sym typeface="Wingdings" pitchFamily="2" charset="2"/>
              </a:rPr>
              <a:t>8</a:t>
            </a:r>
            <a:r>
              <a:rPr lang="zh-CN" altLang="en-US" dirty="0">
                <a:sym typeface="Wingdings" pitchFamily="2" charset="2"/>
              </a:rPr>
              <a:t>个</a:t>
            </a:r>
            <a:r>
              <a:rPr lang="zh-CN" altLang="en-US" dirty="0" smtClean="0">
                <a:sym typeface="Wingdings" pitchFamily="2" charset="2"/>
              </a:rPr>
              <a:t>二进制位。</a:t>
            </a:r>
            <a:endParaRPr lang="en-US" altLang="zh-CN" dirty="0" smtClean="0">
              <a:sym typeface="Wingdings" pitchFamily="2" charset="2"/>
            </a:endParaRPr>
          </a:p>
          <a:p>
            <a:r>
              <a:rPr lang="zh-CN" altLang="en-US" dirty="0" smtClean="0">
                <a:sym typeface="Wingdings" pitchFamily="2" charset="2"/>
              </a:rPr>
              <a:t>字节的最右边是最低位，即第 </a:t>
            </a:r>
            <a:r>
              <a:rPr lang="en-US" altLang="zh-CN" dirty="0" smtClean="0">
                <a:sym typeface="Wingdings" pitchFamily="2" charset="2"/>
              </a:rPr>
              <a:t>0 </a:t>
            </a:r>
            <a:r>
              <a:rPr lang="zh-CN" altLang="en-US" dirty="0" smtClean="0">
                <a:sym typeface="Wingdings" pitchFamily="2" charset="2"/>
              </a:rPr>
              <a:t>位</a:t>
            </a:r>
            <a:endParaRPr lang="en-US" altLang="zh-CN" dirty="0">
              <a:sym typeface="Wingdings" pitchFamily="2" charset="2"/>
            </a:endParaRPr>
          </a:p>
        </p:txBody>
      </p:sp>
      <p:sp>
        <p:nvSpPr>
          <p:cNvPr id="419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itchFamily="34" charset="0"/>
                <a:ea typeface="宋体" pitchFamily="2" charset="-122"/>
              </a:defRPr>
            </a:lvl1pPr>
            <a:lvl2pPr marL="742950" indent="-285750">
              <a:defRPr sz="1200">
                <a:solidFill>
                  <a:schemeClr val="tx1"/>
                </a:solidFill>
                <a:latin typeface="Calibri" pitchFamily="34" charset="0"/>
                <a:ea typeface="宋体" pitchFamily="2" charset="-122"/>
              </a:defRPr>
            </a:lvl2pPr>
            <a:lvl3pPr marL="1143000" indent="-228600">
              <a:defRPr sz="1200">
                <a:solidFill>
                  <a:schemeClr val="tx1"/>
                </a:solidFill>
                <a:latin typeface="Calibri" pitchFamily="34" charset="0"/>
                <a:ea typeface="宋体" pitchFamily="2" charset="-122"/>
              </a:defRPr>
            </a:lvl3pPr>
            <a:lvl4pPr marL="1600200" indent="-228600">
              <a:defRPr sz="1200">
                <a:solidFill>
                  <a:schemeClr val="tx1"/>
                </a:solidFill>
                <a:latin typeface="Calibri" pitchFamily="34" charset="0"/>
                <a:ea typeface="宋体" pitchFamily="2" charset="-122"/>
              </a:defRPr>
            </a:lvl4pPr>
            <a:lvl5pPr marL="2057400" indent="-228600">
              <a:defRPr sz="1200">
                <a:solidFill>
                  <a:schemeClr val="tx1"/>
                </a:solidFill>
                <a:latin typeface="Calibri"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pitchFamily="2" charset="-122"/>
              </a:defRPr>
            </a:lvl9pPr>
          </a:lstStyle>
          <a:p>
            <a:fld id="{734FA70E-3073-4A0D-B5C8-69BDF50DDA41}" type="slidenum">
              <a:rPr lang="zh-CN" altLang="en-US">
                <a:latin typeface="Arial" charset="0"/>
              </a:rPr>
              <a:pPr/>
              <a:t>31</a:t>
            </a:fld>
            <a:endParaRPr lang="en-US" altLang="zh-CN">
              <a:latin typeface="Arial"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ChangeArrowheads="1" noTextEdit="1"/>
          </p:cNvSpPr>
          <p:nvPr>
            <p:ph type="sldImg"/>
          </p:nvPr>
        </p:nvSpPr>
        <p:spPr>
          <a:xfrm>
            <a:off x="382588" y="685800"/>
            <a:ext cx="6092825" cy="3429000"/>
          </a:xfrm>
          <a:ln/>
        </p:spPr>
      </p:sp>
      <p:sp>
        <p:nvSpPr>
          <p:cNvPr id="419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smtClean="0">
                <a:sym typeface="Wingdings" pitchFamily="2" charset="2"/>
              </a:rPr>
              <a:t>异步传输以字节为单位，一</a:t>
            </a:r>
            <a:r>
              <a:rPr lang="zh-CN" altLang="en-US" dirty="0">
                <a:sym typeface="Wingdings" pitchFamily="2" charset="2"/>
              </a:rPr>
              <a:t>个字节是</a:t>
            </a:r>
            <a:r>
              <a:rPr lang="en-US" altLang="zh-CN" dirty="0">
                <a:sym typeface="Wingdings" pitchFamily="2" charset="2"/>
              </a:rPr>
              <a:t>8</a:t>
            </a:r>
            <a:r>
              <a:rPr lang="zh-CN" altLang="en-US" dirty="0">
                <a:sym typeface="Wingdings" pitchFamily="2" charset="2"/>
              </a:rPr>
              <a:t>个</a:t>
            </a:r>
            <a:r>
              <a:rPr lang="zh-CN" altLang="en-US" dirty="0" smtClean="0">
                <a:sym typeface="Wingdings" pitchFamily="2" charset="2"/>
              </a:rPr>
              <a:t>二进制位。</a:t>
            </a:r>
            <a:endParaRPr lang="en-US" altLang="zh-CN" dirty="0">
              <a:sym typeface="Wingdings" pitchFamily="2" charset="2"/>
            </a:endParaRPr>
          </a:p>
        </p:txBody>
      </p:sp>
      <p:sp>
        <p:nvSpPr>
          <p:cNvPr id="419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itchFamily="34" charset="0"/>
                <a:ea typeface="宋体" pitchFamily="2" charset="-122"/>
              </a:defRPr>
            </a:lvl1pPr>
            <a:lvl2pPr marL="742950" indent="-285750">
              <a:defRPr sz="1200">
                <a:solidFill>
                  <a:schemeClr val="tx1"/>
                </a:solidFill>
                <a:latin typeface="Calibri" pitchFamily="34" charset="0"/>
                <a:ea typeface="宋体" pitchFamily="2" charset="-122"/>
              </a:defRPr>
            </a:lvl2pPr>
            <a:lvl3pPr marL="1143000" indent="-228600">
              <a:defRPr sz="1200">
                <a:solidFill>
                  <a:schemeClr val="tx1"/>
                </a:solidFill>
                <a:latin typeface="Calibri" pitchFamily="34" charset="0"/>
                <a:ea typeface="宋体" pitchFamily="2" charset="-122"/>
              </a:defRPr>
            </a:lvl3pPr>
            <a:lvl4pPr marL="1600200" indent="-228600">
              <a:defRPr sz="1200">
                <a:solidFill>
                  <a:schemeClr val="tx1"/>
                </a:solidFill>
                <a:latin typeface="Calibri" pitchFamily="34" charset="0"/>
                <a:ea typeface="宋体" pitchFamily="2" charset="-122"/>
              </a:defRPr>
            </a:lvl4pPr>
            <a:lvl5pPr marL="2057400" indent="-228600">
              <a:defRPr sz="1200">
                <a:solidFill>
                  <a:schemeClr val="tx1"/>
                </a:solidFill>
                <a:latin typeface="Calibri"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pitchFamily="2" charset="-122"/>
              </a:defRPr>
            </a:lvl9pPr>
          </a:lstStyle>
          <a:p>
            <a:fld id="{734FA70E-3073-4A0D-B5C8-69BDF50DDA41}" type="slidenum">
              <a:rPr lang="zh-CN" altLang="en-US">
                <a:latin typeface="Arial" charset="0"/>
              </a:rPr>
              <a:pPr/>
              <a:t>32</a:t>
            </a:fld>
            <a:endParaRPr lang="en-US" altLang="zh-CN">
              <a:latin typeface="Arial"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ChangeArrowheads="1" noTextEdit="1"/>
          </p:cNvSpPr>
          <p:nvPr>
            <p:ph type="sldImg"/>
          </p:nvPr>
        </p:nvSpPr>
        <p:spPr>
          <a:xfrm>
            <a:off x="382588" y="685800"/>
            <a:ext cx="6092825" cy="3429000"/>
          </a:xfrm>
          <a:ln/>
        </p:spPr>
      </p:sp>
      <p:sp>
        <p:nvSpPr>
          <p:cNvPr id="440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在使用同步传输的时候，是以比特为单位来传输的</a:t>
            </a:r>
            <a:r>
              <a:rPr lang="zh-CN" altLang="en-US" dirty="0" smtClean="0"/>
              <a:t>。如果数据中有两个字节 </a:t>
            </a:r>
            <a:r>
              <a:rPr lang="en-US" altLang="zh-CN" dirty="0" smtClean="0"/>
              <a:t>10010111 11101010</a:t>
            </a:r>
            <a:r>
              <a:rPr lang="zh-CN" altLang="en-US" dirty="0" smtClean="0"/>
              <a:t>，同样会被视为帧的边界（第一个字节的后</a:t>
            </a:r>
            <a:r>
              <a:rPr lang="en-US" altLang="zh-CN" dirty="0" smtClean="0"/>
              <a:t>4</a:t>
            </a:r>
            <a:r>
              <a:rPr lang="zh-CN" altLang="en-US" dirty="0" smtClean="0"/>
              <a:t>位和第二个字节的前</a:t>
            </a:r>
            <a:r>
              <a:rPr lang="en-US" altLang="zh-CN" dirty="0" smtClean="0"/>
              <a:t>4</a:t>
            </a:r>
            <a:r>
              <a:rPr lang="zh-CN" altLang="en-US" dirty="0" smtClean="0"/>
              <a:t>位）。</a:t>
            </a:r>
            <a:endParaRPr lang="zh-CN" altLang="en-US" dirty="0"/>
          </a:p>
        </p:txBody>
      </p:sp>
      <p:sp>
        <p:nvSpPr>
          <p:cNvPr id="440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itchFamily="34" charset="0"/>
                <a:ea typeface="宋体" pitchFamily="2" charset="-122"/>
              </a:defRPr>
            </a:lvl1pPr>
            <a:lvl2pPr marL="742950" indent="-285750">
              <a:defRPr sz="1200">
                <a:solidFill>
                  <a:schemeClr val="tx1"/>
                </a:solidFill>
                <a:latin typeface="Calibri" pitchFamily="34" charset="0"/>
                <a:ea typeface="宋体" pitchFamily="2" charset="-122"/>
              </a:defRPr>
            </a:lvl2pPr>
            <a:lvl3pPr marL="1143000" indent="-228600">
              <a:defRPr sz="1200">
                <a:solidFill>
                  <a:schemeClr val="tx1"/>
                </a:solidFill>
                <a:latin typeface="Calibri" pitchFamily="34" charset="0"/>
                <a:ea typeface="宋体" pitchFamily="2" charset="-122"/>
              </a:defRPr>
            </a:lvl3pPr>
            <a:lvl4pPr marL="1600200" indent="-228600">
              <a:defRPr sz="1200">
                <a:solidFill>
                  <a:schemeClr val="tx1"/>
                </a:solidFill>
                <a:latin typeface="Calibri" pitchFamily="34" charset="0"/>
                <a:ea typeface="宋体" pitchFamily="2" charset="-122"/>
              </a:defRPr>
            </a:lvl4pPr>
            <a:lvl5pPr marL="2057400" indent="-228600">
              <a:defRPr sz="1200">
                <a:solidFill>
                  <a:schemeClr val="tx1"/>
                </a:solidFill>
                <a:latin typeface="Calibri"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pitchFamily="2" charset="-122"/>
              </a:defRPr>
            </a:lvl9pPr>
          </a:lstStyle>
          <a:p>
            <a:fld id="{8CF59EF3-55F5-45AD-9603-5869DB7C06E9}" type="slidenum">
              <a:rPr lang="zh-CN" altLang="en-US">
                <a:latin typeface="Arial" charset="0"/>
              </a:rPr>
              <a:pPr/>
              <a:t>33</a:t>
            </a:fld>
            <a:endParaRPr lang="en-US" altLang="zh-CN">
              <a:latin typeface="Arial"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46BAE93-64F0-4E45-A498-00D0A3B96DDC}" type="slidenum">
              <a:rPr lang="zh-CN" altLang="en-US" smtClean="0"/>
              <a:pPr/>
              <a:t>34</a:t>
            </a:fld>
            <a:endParaRPr lang="en-US" altLang="zh-CN"/>
          </a:p>
        </p:txBody>
      </p:sp>
    </p:spTree>
    <p:extLst>
      <p:ext uri="{BB962C8B-B14F-4D97-AF65-F5344CB8AC3E}">
        <p14:creationId xmlns:p14="http://schemas.microsoft.com/office/powerpoint/2010/main" val="26132882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2588" y="685800"/>
            <a:ext cx="6092825" cy="3429000"/>
          </a:xfrm>
          <a:ln/>
        </p:spPr>
      </p:sp>
      <p:sp>
        <p:nvSpPr>
          <p:cNvPr id="491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smtClean="0"/>
              <a:t>局域网覆盖范围有限，而且局域网中的节点主要是主机，所以局域网无法形成网状结构。</a:t>
            </a:r>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2588" y="685800"/>
            <a:ext cx="6092825" cy="3429000"/>
          </a:xfrm>
          <a:ln/>
        </p:spPr>
      </p:sp>
      <p:sp>
        <p:nvSpPr>
          <p:cNvPr id="491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集中控制的多点线路探询就是受控接入。</a:t>
            </a:r>
            <a:endParaRPr lang="zh-CN" altLang="en-US" dirty="0"/>
          </a:p>
        </p:txBody>
      </p:sp>
      <p:sp>
        <p:nvSpPr>
          <p:cNvPr id="4" name="灯片编号占位符 3"/>
          <p:cNvSpPr>
            <a:spLocks noGrp="1"/>
          </p:cNvSpPr>
          <p:nvPr>
            <p:ph type="sldNum" sz="quarter" idx="10"/>
          </p:nvPr>
        </p:nvSpPr>
        <p:spPr/>
        <p:txBody>
          <a:bodyPr/>
          <a:lstStyle/>
          <a:p>
            <a:fld id="{146BAE93-64F0-4E45-A498-00D0A3B96DDC}" type="slidenum">
              <a:rPr lang="zh-CN" altLang="en-US" smtClean="0"/>
              <a:pPr/>
              <a:t>39</a:t>
            </a:fld>
            <a:endParaRPr lang="en-US" altLang="zh-CN"/>
          </a:p>
        </p:txBody>
      </p:sp>
    </p:spTree>
    <p:extLst>
      <p:ext uri="{BB962C8B-B14F-4D97-AF65-F5344CB8AC3E}">
        <p14:creationId xmlns:p14="http://schemas.microsoft.com/office/powerpoint/2010/main" val="27540209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46BAE93-64F0-4E45-A498-00D0A3B96DDC}" type="slidenum">
              <a:rPr lang="zh-CN" altLang="en-US" smtClean="0"/>
              <a:pPr/>
              <a:t>41</a:t>
            </a:fld>
            <a:endParaRPr lang="en-US" altLang="zh-CN"/>
          </a:p>
        </p:txBody>
      </p:sp>
    </p:spTree>
    <p:extLst>
      <p:ext uri="{BB962C8B-B14F-4D97-AF65-F5344CB8AC3E}">
        <p14:creationId xmlns:p14="http://schemas.microsoft.com/office/powerpoint/2010/main" val="41157349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幻灯片图像占位符 1"/>
          <p:cNvSpPr>
            <a:spLocks noGrp="1" noRot="1" noChangeAspect="1" noChangeArrowheads="1" noTextEdit="1"/>
          </p:cNvSpPr>
          <p:nvPr>
            <p:ph type="sldImg"/>
          </p:nvPr>
        </p:nvSpPr>
        <p:spPr>
          <a:xfrm>
            <a:off x="382588" y="685800"/>
            <a:ext cx="6092825" cy="3429000"/>
          </a:xfrm>
          <a:ln/>
        </p:spPr>
      </p:sp>
      <p:sp>
        <p:nvSpPr>
          <p:cNvPr id="696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696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itchFamily="34" charset="0"/>
                <a:ea typeface="宋体" pitchFamily="2" charset="-122"/>
              </a:defRPr>
            </a:lvl1pPr>
            <a:lvl2pPr marL="742950" indent="-285750">
              <a:defRPr sz="1200">
                <a:solidFill>
                  <a:schemeClr val="tx1"/>
                </a:solidFill>
                <a:latin typeface="Calibri" pitchFamily="34" charset="0"/>
                <a:ea typeface="宋体" pitchFamily="2" charset="-122"/>
              </a:defRPr>
            </a:lvl2pPr>
            <a:lvl3pPr marL="1143000" indent="-228600">
              <a:defRPr sz="1200">
                <a:solidFill>
                  <a:schemeClr val="tx1"/>
                </a:solidFill>
                <a:latin typeface="Calibri" pitchFamily="34" charset="0"/>
                <a:ea typeface="宋体" pitchFamily="2" charset="-122"/>
              </a:defRPr>
            </a:lvl3pPr>
            <a:lvl4pPr marL="1600200" indent="-228600">
              <a:defRPr sz="1200">
                <a:solidFill>
                  <a:schemeClr val="tx1"/>
                </a:solidFill>
                <a:latin typeface="Calibri" pitchFamily="34" charset="0"/>
                <a:ea typeface="宋体" pitchFamily="2" charset="-122"/>
              </a:defRPr>
            </a:lvl4pPr>
            <a:lvl5pPr marL="2057400" indent="-228600">
              <a:defRPr sz="1200">
                <a:solidFill>
                  <a:schemeClr val="tx1"/>
                </a:solidFill>
                <a:latin typeface="Calibri"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pitchFamily="2" charset="-122"/>
              </a:defRPr>
            </a:lvl9pPr>
          </a:lstStyle>
          <a:p>
            <a:fld id="{85BC65C1-95BF-4C3E-BB20-6CF1C565F78C}" type="slidenum">
              <a:rPr lang="zh-CN" altLang="en-US">
                <a:latin typeface="Arial" charset="0"/>
              </a:rPr>
              <a:pPr/>
              <a:t>43</a:t>
            </a:fld>
            <a:endParaRPr lang="en-US" altLang="zh-CN">
              <a:latin typeface="Arial"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46BAE93-64F0-4E45-A498-00D0A3B96DDC}" type="slidenum">
              <a:rPr lang="zh-CN" altLang="en-US" smtClean="0"/>
              <a:pPr/>
              <a:t>45</a:t>
            </a:fld>
            <a:endParaRPr lang="en-US" altLang="zh-CN"/>
          </a:p>
        </p:txBody>
      </p:sp>
    </p:spTree>
    <p:extLst>
      <p:ext uri="{BB962C8B-B14F-4D97-AF65-F5344CB8AC3E}">
        <p14:creationId xmlns:p14="http://schemas.microsoft.com/office/powerpoint/2010/main" val="40457700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xfrm>
            <a:off x="382588" y="685800"/>
            <a:ext cx="6092825" cy="3429000"/>
          </a:xfrm>
          <a:ln/>
        </p:spPr>
      </p:sp>
      <p:sp>
        <p:nvSpPr>
          <p:cNvPr id="583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xfrm>
            <a:off x="382588" y="685800"/>
            <a:ext cx="6092825" cy="3429000"/>
          </a:xfrm>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46BAE93-64F0-4E45-A498-00D0A3B96DDC}" type="slidenum">
              <a:rPr lang="zh-CN" altLang="en-US" smtClean="0"/>
              <a:pPr/>
              <a:t>50</a:t>
            </a:fld>
            <a:endParaRPr lang="en-US" altLang="zh-CN"/>
          </a:p>
        </p:txBody>
      </p:sp>
    </p:spTree>
    <p:extLst>
      <p:ext uri="{BB962C8B-B14F-4D97-AF65-F5344CB8AC3E}">
        <p14:creationId xmlns:p14="http://schemas.microsoft.com/office/powerpoint/2010/main" val="7728308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46BAE93-64F0-4E45-A498-00D0A3B96DDC}" type="slidenum">
              <a:rPr lang="zh-CN" altLang="en-US" smtClean="0"/>
              <a:pPr/>
              <a:t>51</a:t>
            </a:fld>
            <a:endParaRPr lang="en-US" altLang="zh-CN"/>
          </a:p>
        </p:txBody>
      </p:sp>
    </p:spTree>
    <p:extLst>
      <p:ext uri="{BB962C8B-B14F-4D97-AF65-F5344CB8AC3E}">
        <p14:creationId xmlns:p14="http://schemas.microsoft.com/office/powerpoint/2010/main" val="1586761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46BAE93-64F0-4E45-A498-00D0A3B96DDC}" type="slidenum">
              <a:rPr lang="zh-CN" altLang="en-US" smtClean="0"/>
              <a:pPr/>
              <a:t>52</a:t>
            </a:fld>
            <a:endParaRPr lang="en-US" altLang="zh-CN"/>
          </a:p>
        </p:txBody>
      </p:sp>
    </p:spTree>
    <p:extLst>
      <p:ext uri="{BB962C8B-B14F-4D97-AF65-F5344CB8AC3E}">
        <p14:creationId xmlns:p14="http://schemas.microsoft.com/office/powerpoint/2010/main" val="28538230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a:xfrm>
            <a:off x="382588" y="685800"/>
            <a:ext cx="6092825" cy="3429000"/>
          </a:xfrm>
          <a:ln/>
        </p:spPr>
      </p:sp>
      <p:sp>
        <p:nvSpPr>
          <p:cNvPr id="1013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smtClean="0"/>
              <a:t>所以以太网帧没有帧定界符</a:t>
            </a:r>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信号在铜线中传播会不断衰减，就像往湖中丢一块石头，越到远处水波就越不明显。</a:t>
            </a:r>
            <a:endParaRPr lang="zh-CN" altLang="en-US" dirty="0"/>
          </a:p>
        </p:txBody>
      </p:sp>
      <p:sp>
        <p:nvSpPr>
          <p:cNvPr id="4" name="灯片编号占位符 3"/>
          <p:cNvSpPr>
            <a:spLocks noGrp="1"/>
          </p:cNvSpPr>
          <p:nvPr>
            <p:ph type="sldNum" sz="quarter" idx="10"/>
          </p:nvPr>
        </p:nvSpPr>
        <p:spPr/>
        <p:txBody>
          <a:bodyPr/>
          <a:lstStyle/>
          <a:p>
            <a:fld id="{146BAE93-64F0-4E45-A498-00D0A3B96DDC}" type="slidenum">
              <a:rPr lang="zh-CN" altLang="en-US" smtClean="0"/>
              <a:pPr/>
              <a:t>55</a:t>
            </a:fld>
            <a:endParaRPr lang="en-US" altLang="zh-CN"/>
          </a:p>
        </p:txBody>
      </p:sp>
    </p:spTree>
    <p:extLst>
      <p:ext uri="{BB962C8B-B14F-4D97-AF65-F5344CB8AC3E}">
        <p14:creationId xmlns:p14="http://schemas.microsoft.com/office/powerpoint/2010/main" val="30425015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xfrm>
            <a:off x="382588" y="685800"/>
            <a:ext cx="6092825" cy="3429000"/>
          </a:xfrm>
          <a:ln/>
        </p:spPr>
      </p:sp>
      <p:sp>
        <p:nvSpPr>
          <p:cNvPr id="737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46BAE93-64F0-4E45-A498-00D0A3B96DDC}" type="slidenum">
              <a:rPr lang="zh-CN" altLang="en-US" smtClean="0"/>
              <a:pPr/>
              <a:t>58</a:t>
            </a:fld>
            <a:endParaRPr lang="en-US" altLang="zh-CN"/>
          </a:p>
        </p:txBody>
      </p:sp>
    </p:spTree>
    <p:extLst>
      <p:ext uri="{BB962C8B-B14F-4D97-AF65-F5344CB8AC3E}">
        <p14:creationId xmlns:p14="http://schemas.microsoft.com/office/powerpoint/2010/main" val="3135356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xfrm>
            <a:off x="382588" y="685800"/>
            <a:ext cx="6092825" cy="3429000"/>
          </a:xfrm>
          <a:ln/>
        </p:spPr>
      </p:sp>
      <p:sp>
        <p:nvSpPr>
          <p:cNvPr id="870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382588" y="685800"/>
            <a:ext cx="6092825" cy="3429000"/>
          </a:xfrm>
          <a:ln/>
        </p:spPr>
      </p:sp>
      <p:sp>
        <p:nvSpPr>
          <p:cNvPr id="890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382588" y="685800"/>
            <a:ext cx="6092825" cy="3429000"/>
          </a:xfrm>
          <a:ln/>
        </p:spPr>
      </p:sp>
      <p:sp>
        <p:nvSpPr>
          <p:cNvPr id="911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spect="1" noChangeArrowheads="1" noTextEdit="1"/>
          </p:cNvSpPr>
          <p:nvPr>
            <p:ph type="sldImg"/>
          </p:nvPr>
        </p:nvSpPr>
        <p:spPr>
          <a:xfrm>
            <a:off x="382588" y="685800"/>
            <a:ext cx="6092825" cy="3429000"/>
          </a:xfrm>
          <a:ln/>
        </p:spPr>
      </p:sp>
      <p:sp>
        <p:nvSpPr>
          <p:cNvPr id="931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xfrm>
            <a:off x="382588" y="685800"/>
            <a:ext cx="6092825" cy="3429000"/>
          </a:xfrm>
          <a:ln/>
        </p:spPr>
      </p:sp>
      <p:sp>
        <p:nvSpPr>
          <p:cNvPr id="952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xfrm>
            <a:off x="382588" y="685800"/>
            <a:ext cx="6092825" cy="3429000"/>
          </a:xfrm>
          <a:ln/>
        </p:spPr>
      </p:sp>
      <p:sp>
        <p:nvSpPr>
          <p:cNvPr id="952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xfrm>
            <a:off x="382588" y="685800"/>
            <a:ext cx="6092825" cy="3429000"/>
          </a:xfrm>
          <a:ln/>
        </p:spPr>
      </p:sp>
      <p:sp>
        <p:nvSpPr>
          <p:cNvPr id="972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xfrm>
            <a:off x="382588" y="685800"/>
            <a:ext cx="6092825" cy="3429000"/>
          </a:xfrm>
          <a:ln/>
        </p:spPr>
      </p:sp>
      <p:sp>
        <p:nvSpPr>
          <p:cNvPr id="972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spect="1" noChangeArrowheads="1" noTextEdit="1"/>
          </p:cNvSpPr>
          <p:nvPr>
            <p:ph type="sldImg"/>
          </p:nvPr>
        </p:nvSpPr>
        <p:spPr>
          <a:xfrm>
            <a:off x="382588" y="685800"/>
            <a:ext cx="6092825" cy="3429000"/>
          </a:xfrm>
          <a:ln/>
        </p:spPr>
      </p:sp>
      <p:sp>
        <p:nvSpPr>
          <p:cNvPr id="993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12058801-6AA5-4604-9234-68DB7D70333A}" type="slidenum">
              <a:rPr lang="en-US" altLang="zh-CN"/>
              <a:pPr/>
              <a:t>78</a:t>
            </a:fld>
            <a:endParaRPr lang="en-US" altLang="zh-CN"/>
          </a:p>
        </p:txBody>
      </p:sp>
      <p:sp>
        <p:nvSpPr>
          <p:cNvPr id="108547" name="Rectangle 2"/>
          <p:cNvSpPr>
            <a:spLocks noGrp="1" noRot="1" noChangeAspect="1" noChangeArrowheads="1" noTextEdit="1"/>
          </p:cNvSpPr>
          <p:nvPr>
            <p:ph type="sldImg"/>
          </p:nvPr>
        </p:nvSpPr>
        <p:spPr>
          <a:xfrm>
            <a:off x="382588" y="685800"/>
            <a:ext cx="6092825" cy="3429000"/>
          </a:xfrm>
          <a:ln/>
        </p:spPr>
      </p:sp>
      <p:sp>
        <p:nvSpPr>
          <p:cNvPr id="1085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82FBE0A0-9C87-4E06-A510-1DC00963B1C9}" type="slidenum">
              <a:rPr lang="en-US" altLang="zh-CN"/>
              <a:pPr/>
              <a:t>87</a:t>
            </a:fld>
            <a:endParaRPr lang="en-US" altLang="zh-CN"/>
          </a:p>
        </p:txBody>
      </p:sp>
      <p:sp>
        <p:nvSpPr>
          <p:cNvPr id="116739" name="Rectangle 2"/>
          <p:cNvSpPr>
            <a:spLocks noGrp="1" noRot="1" noChangeAspect="1" noChangeArrowheads="1" noTextEdit="1"/>
          </p:cNvSpPr>
          <p:nvPr>
            <p:ph type="sldImg"/>
          </p:nvPr>
        </p:nvSpPr>
        <p:spPr>
          <a:xfrm>
            <a:off x="382588" y="685800"/>
            <a:ext cx="6092825" cy="3429000"/>
          </a:xfrm>
          <a:ln/>
        </p:spPr>
      </p:sp>
      <p:sp>
        <p:nvSpPr>
          <p:cNvPr id="1167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CFFE3A62-5986-4B29-AD45-7FCBD75EB0A5}" type="slidenum">
              <a:rPr lang="en-US" altLang="zh-CN"/>
              <a:pPr/>
              <a:t>88</a:t>
            </a:fld>
            <a:endParaRPr lang="en-US" altLang="zh-CN"/>
          </a:p>
        </p:txBody>
      </p:sp>
      <p:sp>
        <p:nvSpPr>
          <p:cNvPr id="118787" name="Rectangle 2"/>
          <p:cNvSpPr>
            <a:spLocks noGrp="1" noRot="1" noChangeAspect="1" noChangeArrowheads="1" noTextEdit="1"/>
          </p:cNvSpPr>
          <p:nvPr>
            <p:ph type="sldImg"/>
          </p:nvPr>
        </p:nvSpPr>
        <p:spPr>
          <a:xfrm>
            <a:off x="382588" y="685800"/>
            <a:ext cx="6092825" cy="3429000"/>
          </a:xfrm>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CFFE3A62-5986-4B29-AD45-7FCBD75EB0A5}" type="slidenum">
              <a:rPr lang="en-US" altLang="zh-CN"/>
              <a:pPr/>
              <a:t>89</a:t>
            </a:fld>
            <a:endParaRPr lang="en-US" altLang="zh-CN"/>
          </a:p>
        </p:txBody>
      </p:sp>
      <p:sp>
        <p:nvSpPr>
          <p:cNvPr id="118787" name="Rectangle 2"/>
          <p:cNvSpPr>
            <a:spLocks noGrp="1" noRot="1" noChangeAspect="1" noChangeArrowheads="1" noTextEdit="1"/>
          </p:cNvSpPr>
          <p:nvPr>
            <p:ph type="sldImg"/>
          </p:nvPr>
        </p:nvSpPr>
        <p:spPr>
          <a:xfrm>
            <a:off x="382588" y="685800"/>
            <a:ext cx="6092825" cy="3429000"/>
          </a:xfrm>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46BAE93-64F0-4E45-A498-00D0A3B96DDC}" type="slidenum">
              <a:rPr lang="zh-CN" altLang="en-US" smtClean="0"/>
              <a:pPr/>
              <a:t>90</a:t>
            </a:fld>
            <a:endParaRPr lang="en-US" altLang="zh-CN"/>
          </a:p>
        </p:txBody>
      </p:sp>
    </p:spTree>
    <p:extLst>
      <p:ext uri="{BB962C8B-B14F-4D97-AF65-F5344CB8AC3E}">
        <p14:creationId xmlns:p14="http://schemas.microsoft.com/office/powerpoint/2010/main" val="346406638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Rot="1" noChangeAspect="1" noChangeArrowheads="1" noTextEdit="1"/>
          </p:cNvSpPr>
          <p:nvPr>
            <p:ph type="sldImg"/>
          </p:nvPr>
        </p:nvSpPr>
        <p:spPr>
          <a:xfrm>
            <a:off x="382588" y="685800"/>
            <a:ext cx="6092825" cy="3429000"/>
          </a:xfrm>
          <a:ln/>
        </p:spPr>
      </p:sp>
      <p:sp>
        <p:nvSpPr>
          <p:cNvPr id="135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Rot="1" noChangeAspect="1" noChangeArrowheads="1" noTextEdit="1"/>
          </p:cNvSpPr>
          <p:nvPr>
            <p:ph type="sldImg"/>
          </p:nvPr>
        </p:nvSpPr>
        <p:spPr>
          <a:xfrm>
            <a:off x="382588" y="685800"/>
            <a:ext cx="6092825" cy="3429000"/>
          </a:xfrm>
          <a:ln/>
        </p:spPr>
      </p:sp>
      <p:sp>
        <p:nvSpPr>
          <p:cNvPr id="1372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Rot="1" noChangeAspect="1" noChangeArrowheads="1" noTextEdit="1"/>
          </p:cNvSpPr>
          <p:nvPr>
            <p:ph type="sldImg"/>
          </p:nvPr>
        </p:nvSpPr>
        <p:spPr>
          <a:xfrm>
            <a:off x="382588" y="685800"/>
            <a:ext cx="6092825" cy="3429000"/>
          </a:xfrm>
          <a:ln/>
        </p:spPr>
      </p:sp>
      <p:sp>
        <p:nvSpPr>
          <p:cNvPr id="1392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Rot="1" noChangeAspect="1" noChangeArrowheads="1" noTextEdit="1"/>
          </p:cNvSpPr>
          <p:nvPr>
            <p:ph type="sldImg"/>
          </p:nvPr>
        </p:nvSpPr>
        <p:spPr>
          <a:xfrm>
            <a:off x="382588" y="685800"/>
            <a:ext cx="6092825" cy="3429000"/>
          </a:xfrm>
          <a:ln/>
        </p:spPr>
      </p:sp>
      <p:sp>
        <p:nvSpPr>
          <p:cNvPr id="1413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Rot="1" noChangeAspect="1" noChangeArrowheads="1" noTextEdit="1"/>
          </p:cNvSpPr>
          <p:nvPr>
            <p:ph type="sldImg"/>
          </p:nvPr>
        </p:nvSpPr>
        <p:spPr>
          <a:xfrm>
            <a:off x="382588" y="685800"/>
            <a:ext cx="6092825" cy="3429000"/>
          </a:xfrm>
          <a:ln/>
        </p:spPr>
      </p:sp>
      <p:sp>
        <p:nvSpPr>
          <p:cNvPr id="1433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Rot="1" noChangeAspect="1" noChangeArrowheads="1" noTextEdit="1"/>
          </p:cNvSpPr>
          <p:nvPr>
            <p:ph type="sldImg"/>
          </p:nvPr>
        </p:nvSpPr>
        <p:spPr>
          <a:xfrm>
            <a:off x="382588" y="685800"/>
            <a:ext cx="6092825" cy="3429000"/>
          </a:xfrm>
          <a:ln/>
        </p:spPr>
      </p:sp>
      <p:sp>
        <p:nvSpPr>
          <p:cNvPr id="1454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Rot="1" noChangeAspect="1" noChangeArrowheads="1" noTextEdit="1"/>
          </p:cNvSpPr>
          <p:nvPr>
            <p:ph type="sldImg"/>
          </p:nvPr>
        </p:nvSpPr>
        <p:spPr>
          <a:xfrm>
            <a:off x="382588" y="685800"/>
            <a:ext cx="6092825" cy="3429000"/>
          </a:xfrm>
          <a:ln/>
        </p:spPr>
      </p:sp>
      <p:sp>
        <p:nvSpPr>
          <p:cNvPr id="1474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a:lum/>
          </a:blip>
          <a:srcRect/>
          <a:stretch>
            <a:fillRect t="-17000" b="-17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1703593"/>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442800" y="1267199"/>
            <a:ext cx="11304000" cy="4896000"/>
          </a:xfrm>
          <a:prstGeom prst="rect">
            <a:avLst/>
          </a:prstGeom>
        </p:spPr>
        <p:txBody>
          <a:bodyPr/>
          <a:lstStyle>
            <a:lvl1pPr marL="342900" marR="0" indent="12700" algn="l" defTabSz="914400" rtl="0" eaLnBrk="0" fontAlgn="base" latinLnBrk="0" hangingPunct="0">
              <a:lnSpc>
                <a:spcPct val="150000"/>
              </a:lnSpc>
              <a:spcBef>
                <a:spcPct val="0"/>
              </a:spcBef>
              <a:spcAft>
                <a:spcPct val="0"/>
              </a:spcAft>
              <a:buClr>
                <a:srgbClr val="1C1C1C"/>
              </a:buClr>
              <a:buSzTx/>
              <a:buFont typeface="Wingdings" pitchFamily="2" charset="2"/>
              <a:buChar char="Ø"/>
              <a:tabLst/>
              <a:defRPr/>
            </a:lvl1pPr>
            <a:lvl2pPr marL="820738" marR="0" indent="-7938" algn="l" defTabSz="914400" rtl="0" eaLnBrk="0" fontAlgn="base" latinLnBrk="0" hangingPunct="0">
              <a:lnSpc>
                <a:spcPct val="150000"/>
              </a:lnSpc>
              <a:spcBef>
                <a:spcPct val="0"/>
              </a:spcBef>
              <a:spcAft>
                <a:spcPct val="0"/>
              </a:spcAft>
              <a:buClr>
                <a:srgbClr val="000066"/>
              </a:buClr>
              <a:buSzTx/>
              <a:buFont typeface="Wingdings" pitchFamily="2" charset="2"/>
              <a:buChar char="§"/>
              <a:tabLst/>
              <a:defRPr/>
            </a:lvl2pPr>
            <a:lvl3pPr marL="1257300" marR="0" indent="-342900" algn="l" defTabSz="914400" rtl="0" eaLnBrk="0" fontAlgn="base" latinLnBrk="0" hangingPunct="0">
              <a:lnSpc>
                <a:spcPct val="150000"/>
              </a:lnSpc>
              <a:spcBef>
                <a:spcPct val="0"/>
              </a:spcBef>
              <a:spcAft>
                <a:spcPct val="0"/>
              </a:spcAft>
              <a:buClr>
                <a:srgbClr val="666699"/>
              </a:buClr>
              <a:buSzTx/>
              <a:buFontTx/>
              <a:buChar char="•"/>
              <a:tabLst/>
              <a:defRPr/>
            </a:lvl3pPr>
            <a:lvl4pPr marL="1371600" marR="0" indent="0" algn="l" defTabSz="914400" rtl="0" eaLnBrk="0" fontAlgn="base" latinLnBrk="0" hangingPunct="0">
              <a:lnSpc>
                <a:spcPct val="150000"/>
              </a:lnSpc>
              <a:spcBef>
                <a:spcPct val="0"/>
              </a:spcBef>
              <a:spcAft>
                <a:spcPct val="0"/>
              </a:spcAft>
              <a:buClrTx/>
              <a:buSzTx/>
              <a:buFontTx/>
              <a:buNone/>
              <a:tabLst/>
              <a:defRPr/>
            </a:lvl4pPr>
            <a:lvl5pPr marL="1828800" marR="0" indent="0" algn="l" defTabSz="914400" rtl="0" eaLnBrk="0" fontAlgn="base" latinLnBrk="0" hangingPunct="0">
              <a:lnSpc>
                <a:spcPct val="150000"/>
              </a:lnSpc>
              <a:spcBef>
                <a:spcPct val="0"/>
              </a:spcBef>
              <a:spcAft>
                <a:spcPct val="0"/>
              </a:spcAft>
              <a:buClrTx/>
              <a:buSzTx/>
              <a:buFontTx/>
              <a:buNone/>
              <a:tabLst/>
              <a:defRPr/>
            </a:lvl5pPr>
          </a:lstStyle>
          <a:p>
            <a:pPr marL="342900" marR="0" lvl="0" indent="12700" algn="l" defTabSz="914400" rtl="0" eaLnBrk="0" fontAlgn="base" latinLnBrk="0" hangingPunct="0">
              <a:lnSpc>
                <a:spcPct val="150000"/>
              </a:lnSpc>
              <a:spcBef>
                <a:spcPct val="0"/>
              </a:spcBef>
              <a:spcAft>
                <a:spcPct val="0"/>
              </a:spcAft>
              <a:buClr>
                <a:srgbClr val="1C1C1C"/>
              </a:buClr>
              <a:buSzTx/>
              <a:buFont typeface="Wingdings" pitchFamily="2" charset="2"/>
              <a:buChar char="Ø"/>
              <a:tabLst/>
              <a:defRPr/>
            </a:pPr>
            <a:r>
              <a:rPr kumimoji="0" lang="zh-CN" altLang="en-US" sz="3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rPr>
              <a:t>单击此处编辑母版文本样式</a:t>
            </a:r>
            <a:r>
              <a:rPr kumimoji="0" lang="en-US" altLang="zh-CN" sz="3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rPr>
              <a:t>——32</a:t>
            </a:r>
            <a:r>
              <a:rPr kumimoji="0" lang="zh-CN" altLang="en-US" sz="3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rPr>
              <a:t>号，微软雅黑，深灰色</a:t>
            </a:r>
            <a:endParaRPr kumimoji="0" lang="en-US" altLang="zh-CN" sz="3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endParaRPr>
          </a:p>
          <a:p>
            <a:pPr marL="820738" marR="0" lvl="1" indent="-7938" algn="l" defTabSz="914400" rtl="0" eaLnBrk="0" fontAlgn="base" latinLnBrk="0" hangingPunct="0">
              <a:lnSpc>
                <a:spcPct val="150000"/>
              </a:lnSpc>
              <a:spcBef>
                <a:spcPct val="0"/>
              </a:spcBef>
              <a:spcAft>
                <a:spcPct val="0"/>
              </a:spcAft>
              <a:buClr>
                <a:srgbClr val="000066"/>
              </a:buClr>
              <a:buSzTx/>
              <a:buFont typeface="Wingdings" pitchFamily="2" charset="2"/>
              <a:buChar char="§"/>
              <a:tabLst/>
              <a:defRPr/>
            </a:pPr>
            <a:r>
              <a:rPr kumimoji="0" lang="zh-CN" altLang="en-US" sz="28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rPr>
              <a:t>第二级</a:t>
            </a:r>
            <a:r>
              <a:rPr kumimoji="0" lang="en-US" altLang="zh-CN" sz="28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rPr>
              <a:t>——28</a:t>
            </a:r>
            <a:r>
              <a:rPr kumimoji="0" lang="zh-CN" altLang="en-US" sz="28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rPr>
              <a:t>号，微软雅黑，深灰色</a:t>
            </a:r>
            <a:endParaRPr kumimoji="0" lang="en-US" altLang="zh-CN" sz="28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endParaRPr>
          </a:p>
          <a:p>
            <a:pPr marL="1257300" marR="0" lvl="2" indent="-342900" algn="l" defTabSz="914400" rtl="0" eaLnBrk="0" fontAlgn="base" latinLnBrk="0" hangingPunct="0">
              <a:lnSpc>
                <a:spcPct val="150000"/>
              </a:lnSpc>
              <a:spcBef>
                <a:spcPct val="0"/>
              </a:spcBef>
              <a:spcAft>
                <a:spcPct val="0"/>
              </a:spcAft>
              <a:buClr>
                <a:srgbClr val="666699"/>
              </a:buClr>
              <a:buSzTx/>
              <a:buFontTx/>
              <a:buChar char="•"/>
              <a:tabLst/>
              <a:defRPr/>
            </a:pPr>
            <a:r>
              <a:rPr kumimoji="0" lang="zh-CN" altLang="en-US" sz="24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rPr>
              <a:t>第三级</a:t>
            </a:r>
            <a:r>
              <a:rPr kumimoji="0" lang="en-US" altLang="zh-CN" sz="24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rPr>
              <a:t>——24</a:t>
            </a:r>
            <a:r>
              <a:rPr kumimoji="0" lang="zh-CN" altLang="en-US" sz="24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rPr>
              <a:t>号，微软雅黑，深灰色</a:t>
            </a:r>
          </a:p>
          <a:p>
            <a:pPr marL="1371600" marR="0" lvl="3" indent="0" algn="l" defTabSz="914400" rtl="0" eaLnBrk="0" fontAlgn="base" latinLnBrk="0" hangingPunct="0">
              <a:lnSpc>
                <a:spcPct val="150000"/>
              </a:lnSpc>
              <a:spcBef>
                <a:spcPct val="0"/>
              </a:spcBef>
              <a:spcAft>
                <a:spcPct val="0"/>
              </a:spcAft>
              <a:buClrTx/>
              <a:buSzTx/>
              <a:buFontTx/>
              <a:buNone/>
              <a:tabLst/>
              <a:defRPr/>
            </a:pPr>
            <a:r>
              <a:rPr kumimoji="0" lang="zh-CN" altLang="en-US" sz="20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rPr>
              <a:t>第四级</a:t>
            </a:r>
            <a:r>
              <a:rPr kumimoji="0" lang="en-US" altLang="zh-CN" sz="20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rPr>
              <a:t>——20</a:t>
            </a:r>
            <a:r>
              <a:rPr kumimoji="0" lang="zh-CN" altLang="en-US" sz="20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rPr>
              <a:t>号，微软雅黑，深灰色</a:t>
            </a:r>
          </a:p>
          <a:p>
            <a:pPr marL="1828800" marR="0" lvl="4" indent="0" algn="l" defTabSz="914400" rtl="0" eaLnBrk="0" fontAlgn="base" latinLnBrk="0" hangingPunct="0">
              <a:lnSpc>
                <a:spcPct val="150000"/>
              </a:lnSpc>
              <a:spcBef>
                <a:spcPct val="0"/>
              </a:spcBef>
              <a:spcAft>
                <a:spcPct val="0"/>
              </a:spcAft>
              <a:buClrTx/>
              <a:buSzTx/>
              <a:buFontTx/>
              <a:buNone/>
              <a:tabLst/>
              <a:defRPr/>
            </a:pPr>
            <a:r>
              <a:rPr kumimoji="0" lang="zh-CN" altLang="en-US" sz="18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rPr>
              <a:t>第五级</a:t>
            </a:r>
            <a:r>
              <a:rPr kumimoji="0" lang="en-US" altLang="zh-CN" sz="18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rPr>
              <a:t>——18</a:t>
            </a:r>
            <a:r>
              <a:rPr kumimoji="0" lang="zh-CN" altLang="en-US" sz="18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rPr>
              <a:t>号，微软雅黑，深灰色</a:t>
            </a:r>
          </a:p>
        </p:txBody>
      </p:sp>
      <p:sp>
        <p:nvSpPr>
          <p:cNvPr id="5" name="Rectangle 10"/>
          <p:cNvSpPr>
            <a:spLocks noGrp="1" noChangeArrowheads="1"/>
          </p:cNvSpPr>
          <p:nvPr>
            <p:ph type="title"/>
          </p:nvPr>
        </p:nvSpPr>
        <p:spPr bwMode="auto">
          <a:xfrm>
            <a:off x="609600" y="274638"/>
            <a:ext cx="109728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dirty="0"/>
              <a:t>计算机网络</a:t>
            </a:r>
            <a:r>
              <a:rPr lang="en-US" altLang="zh-CN" dirty="0"/>
              <a:t>——40</a:t>
            </a:r>
            <a:r>
              <a:rPr lang="zh-CN" altLang="en-US" dirty="0"/>
              <a:t>号，黑体（标题）</a:t>
            </a:r>
          </a:p>
        </p:txBody>
      </p:sp>
    </p:spTree>
    <p:extLst>
      <p:ext uri="{BB962C8B-B14F-4D97-AF65-F5344CB8AC3E}">
        <p14:creationId xmlns:p14="http://schemas.microsoft.com/office/powerpoint/2010/main" val="276634797"/>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指引">
    <p:spTree>
      <p:nvGrpSpPr>
        <p:cNvPr id="1" name=""/>
        <p:cNvGrpSpPr/>
        <p:nvPr/>
      </p:nvGrpSpPr>
      <p:grpSpPr>
        <a:xfrm>
          <a:off x="0" y="0"/>
          <a:ext cx="0" cy="0"/>
          <a:chOff x="0" y="0"/>
          <a:chExt cx="0" cy="0"/>
        </a:xfrm>
      </p:grpSpPr>
      <p:sp>
        <p:nvSpPr>
          <p:cNvPr id="3" name="标题 1"/>
          <p:cNvSpPr>
            <a:spLocks noGrp="1"/>
          </p:cNvSpPr>
          <p:nvPr>
            <p:ph type="title"/>
          </p:nvPr>
        </p:nvSpPr>
        <p:spPr>
          <a:xfrm>
            <a:off x="609600" y="274638"/>
            <a:ext cx="10972800" cy="817562"/>
          </a:xfrm>
        </p:spPr>
        <p:txBody>
          <a:bodyPr/>
          <a:lstStyle>
            <a:lvl1pPr algn="ctr">
              <a:defRPr/>
            </a:lvl1pPr>
          </a:lstStyle>
          <a:p>
            <a:r>
              <a:rPr lang="zh-CN" altLang="en-US" dirty="0"/>
              <a:t>单击此处编辑母版标题样式</a:t>
            </a:r>
          </a:p>
        </p:txBody>
      </p:sp>
      <p:sp>
        <p:nvSpPr>
          <p:cNvPr id="4" name="内容占位符 2"/>
          <p:cNvSpPr>
            <a:spLocks noGrp="1"/>
          </p:cNvSpPr>
          <p:nvPr>
            <p:ph idx="1"/>
          </p:nvPr>
        </p:nvSpPr>
        <p:spPr>
          <a:xfrm>
            <a:off x="2135560" y="1268760"/>
            <a:ext cx="8280920" cy="4896544"/>
          </a:xfrm>
        </p:spPr>
        <p:txBody>
          <a:bodyPr/>
          <a:lstStyle>
            <a:lvl1pPr marL="342900" indent="12700">
              <a:buFont typeface="Wingdings" panose="05000000000000000000" pitchFamily="2" charset="2"/>
              <a:buChar char="Ø"/>
              <a:defRPr b="0">
                <a:solidFill>
                  <a:srgbClr val="4D4D4D"/>
                </a:solidFill>
                <a:latin typeface="微软雅黑" panose="020B0503020204020204" pitchFamily="34" charset="-122"/>
                <a:ea typeface="微软雅黑" panose="020B0503020204020204" pitchFamily="34" charset="-122"/>
              </a:defRPr>
            </a:lvl1pPr>
            <a:lvl2pPr>
              <a:defRPr>
                <a:solidFill>
                  <a:srgbClr val="4D4D4D"/>
                </a:solidFill>
                <a:latin typeface="微软雅黑" panose="020B0503020204020204" pitchFamily="34" charset="-122"/>
                <a:ea typeface="微软雅黑" panose="020B0503020204020204" pitchFamily="34" charset="-122"/>
              </a:defRPr>
            </a:lvl2pPr>
            <a:lvl3pPr>
              <a:defRPr>
                <a:solidFill>
                  <a:srgbClr val="4D4D4D"/>
                </a:solidFill>
                <a:latin typeface="微软雅黑" panose="020B0503020204020204" pitchFamily="34" charset="-122"/>
                <a:ea typeface="微软雅黑" panose="020B0503020204020204" pitchFamily="34" charset="-122"/>
              </a:defRPr>
            </a:lvl3pPr>
            <a:lvl4pPr>
              <a:defRPr>
                <a:solidFill>
                  <a:srgbClr val="4D4D4D"/>
                </a:solidFill>
                <a:latin typeface="微软雅黑" panose="020B0503020204020204" pitchFamily="34" charset="-122"/>
                <a:ea typeface="微软雅黑" panose="020B0503020204020204" pitchFamily="34" charset="-122"/>
              </a:defRPr>
            </a:lvl4pPr>
            <a:lvl5pPr>
              <a:defRPr>
                <a:solidFill>
                  <a:srgbClr val="4D4D4D"/>
                </a:solidFill>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3301934257"/>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7175041"/>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6">
            <a:lum/>
          </a:blip>
          <a:srcRect/>
          <a:stretch>
            <a:fillRect/>
          </a:stretch>
        </a:blipFill>
        <a:effectLst/>
      </p:bgPr>
    </p:bg>
    <p:spTree>
      <p:nvGrpSpPr>
        <p:cNvPr id="1" name=""/>
        <p:cNvGrpSpPr/>
        <p:nvPr/>
      </p:nvGrpSpPr>
      <p:grpSpPr>
        <a:xfrm>
          <a:off x="0" y="0"/>
          <a:ext cx="0" cy="0"/>
          <a:chOff x="0" y="0"/>
          <a:chExt cx="0" cy="0"/>
        </a:xfrm>
      </p:grpSpPr>
      <p:sp>
        <p:nvSpPr>
          <p:cNvPr id="4" name="Rectangle 10"/>
          <p:cNvSpPr>
            <a:spLocks noGrp="1" noChangeArrowheads="1"/>
          </p:cNvSpPr>
          <p:nvPr>
            <p:ph type="title"/>
          </p:nvPr>
        </p:nvSpPr>
        <p:spPr bwMode="auto">
          <a:xfrm>
            <a:off x="609600" y="274638"/>
            <a:ext cx="109728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dirty="0"/>
              <a:t>计算机网络</a:t>
            </a:r>
            <a:r>
              <a:rPr lang="en-US" altLang="zh-CN" dirty="0"/>
              <a:t>——40</a:t>
            </a:r>
            <a:r>
              <a:rPr lang="zh-CN" altLang="en-US" dirty="0"/>
              <a:t>号，黑体（标题）</a:t>
            </a:r>
          </a:p>
        </p:txBody>
      </p:sp>
      <p:sp>
        <p:nvSpPr>
          <p:cNvPr id="5" name="Rectangle 12"/>
          <p:cNvSpPr>
            <a:spLocks noGrp="1" noChangeArrowheads="1"/>
          </p:cNvSpPr>
          <p:nvPr>
            <p:ph type="body" idx="1"/>
          </p:nvPr>
        </p:nvSpPr>
        <p:spPr bwMode="auto">
          <a:xfrm>
            <a:off x="442913" y="1268413"/>
            <a:ext cx="11304587"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r>
              <a:rPr lang="en-US" altLang="zh-CN" dirty="0"/>
              <a:t>——32</a:t>
            </a:r>
            <a:r>
              <a:rPr lang="zh-CN" altLang="en-US" dirty="0"/>
              <a:t>号，微软雅黑，深灰色</a:t>
            </a:r>
            <a:endParaRPr lang="en-US" altLang="zh-CN" dirty="0"/>
          </a:p>
          <a:p>
            <a:pPr lvl="1"/>
            <a:r>
              <a:rPr lang="zh-CN" altLang="en-US" dirty="0"/>
              <a:t>第二级</a:t>
            </a:r>
            <a:r>
              <a:rPr lang="en-US" altLang="zh-CN" dirty="0"/>
              <a:t>——28</a:t>
            </a:r>
            <a:r>
              <a:rPr lang="zh-CN" altLang="en-US" dirty="0"/>
              <a:t>号，微软雅黑，深灰色</a:t>
            </a:r>
            <a:endParaRPr lang="en-US" altLang="zh-CN" dirty="0"/>
          </a:p>
          <a:p>
            <a:pPr lvl="2"/>
            <a:r>
              <a:rPr lang="zh-CN" altLang="en-US" dirty="0"/>
              <a:t>第三级</a:t>
            </a:r>
            <a:r>
              <a:rPr lang="en-US" altLang="zh-CN" dirty="0"/>
              <a:t>——24</a:t>
            </a:r>
            <a:r>
              <a:rPr lang="zh-CN" altLang="en-US" dirty="0"/>
              <a:t>号，微软雅黑，深灰色</a:t>
            </a:r>
          </a:p>
          <a:p>
            <a:pPr lvl="3"/>
            <a:r>
              <a:rPr lang="zh-CN" altLang="en-US" dirty="0"/>
              <a:t>第四级</a:t>
            </a:r>
            <a:r>
              <a:rPr lang="en-US" altLang="zh-CN" dirty="0"/>
              <a:t>——20</a:t>
            </a:r>
            <a:r>
              <a:rPr lang="zh-CN" altLang="en-US" dirty="0"/>
              <a:t>号，微软雅黑，深灰色</a:t>
            </a:r>
          </a:p>
          <a:p>
            <a:pPr lvl="4"/>
            <a:r>
              <a:rPr lang="zh-CN" altLang="en-US" dirty="0"/>
              <a:t>第五级</a:t>
            </a:r>
            <a:r>
              <a:rPr lang="en-US" altLang="zh-CN" dirty="0"/>
              <a:t>——18</a:t>
            </a:r>
            <a:r>
              <a:rPr lang="zh-CN" altLang="en-US" dirty="0"/>
              <a:t>号，微软雅黑，深灰色</a:t>
            </a:r>
          </a:p>
        </p:txBody>
      </p:sp>
    </p:spTree>
  </p:cSld>
  <p:clrMap bg1="lt1" tx1="dk1" bg2="lt2" tx2="dk2" accent1="accent1" accent2="accent2" accent3="accent3" accent4="accent4" accent5="accent5" accent6="accent6" hlink="hlink" folHlink="folHlink"/>
  <p:sldLayoutIdLst>
    <p:sldLayoutId id="2147484717" r:id="rId1"/>
    <p:sldLayoutId id="2147484696" r:id="rId2"/>
    <p:sldLayoutId id="2147484700" r:id="rId3"/>
    <p:sldLayoutId id="2147484701" r:id="rId4"/>
  </p:sldLayoutIdLst>
  <p:transition>
    <p:fade/>
  </p:transition>
  <p:txStyles>
    <p:titleStyle>
      <a:lvl1pPr algn="l" rtl="0" eaLnBrk="0" fontAlgn="base" hangingPunct="0">
        <a:spcBef>
          <a:spcPct val="0"/>
        </a:spcBef>
        <a:spcAft>
          <a:spcPct val="0"/>
        </a:spcAft>
        <a:defRPr sz="4000">
          <a:solidFill>
            <a:srgbClr val="FFFFFF"/>
          </a:solidFill>
          <a:latin typeface="+mj-lt"/>
          <a:ea typeface="+mj-ea"/>
          <a:cs typeface="+mj-cs"/>
        </a:defRPr>
      </a:lvl1pPr>
      <a:lvl2pPr algn="l" rtl="0" eaLnBrk="0" fontAlgn="base" hangingPunct="0">
        <a:spcBef>
          <a:spcPct val="0"/>
        </a:spcBef>
        <a:spcAft>
          <a:spcPct val="0"/>
        </a:spcAft>
        <a:defRPr sz="2900">
          <a:solidFill>
            <a:srgbClr val="1C1C1C"/>
          </a:solidFill>
          <a:latin typeface="黑体" pitchFamily="2" charset="-122"/>
          <a:ea typeface="黑体" pitchFamily="2" charset="-122"/>
        </a:defRPr>
      </a:lvl2pPr>
      <a:lvl3pPr algn="l" rtl="0" eaLnBrk="0" fontAlgn="base" hangingPunct="0">
        <a:spcBef>
          <a:spcPct val="0"/>
        </a:spcBef>
        <a:spcAft>
          <a:spcPct val="0"/>
        </a:spcAft>
        <a:defRPr sz="2900">
          <a:solidFill>
            <a:srgbClr val="1C1C1C"/>
          </a:solidFill>
          <a:latin typeface="黑体" pitchFamily="2" charset="-122"/>
          <a:ea typeface="黑体" pitchFamily="2" charset="-122"/>
        </a:defRPr>
      </a:lvl3pPr>
      <a:lvl4pPr algn="l" rtl="0" eaLnBrk="0" fontAlgn="base" hangingPunct="0">
        <a:spcBef>
          <a:spcPct val="0"/>
        </a:spcBef>
        <a:spcAft>
          <a:spcPct val="0"/>
        </a:spcAft>
        <a:defRPr sz="2900">
          <a:solidFill>
            <a:srgbClr val="1C1C1C"/>
          </a:solidFill>
          <a:latin typeface="黑体" pitchFamily="2" charset="-122"/>
          <a:ea typeface="黑体" pitchFamily="2" charset="-122"/>
        </a:defRPr>
      </a:lvl4pPr>
      <a:lvl5pPr algn="l" rtl="0" eaLnBrk="0" fontAlgn="base" hangingPunct="0">
        <a:spcBef>
          <a:spcPct val="0"/>
        </a:spcBef>
        <a:spcAft>
          <a:spcPct val="0"/>
        </a:spcAft>
        <a:defRPr sz="2900">
          <a:solidFill>
            <a:srgbClr val="1C1C1C"/>
          </a:solidFill>
          <a:latin typeface="黑体" pitchFamily="2" charset="-122"/>
          <a:ea typeface="黑体" pitchFamily="2" charset="-122"/>
        </a:defRPr>
      </a:lvl5pPr>
      <a:lvl6pPr marL="544251" algn="l" rtl="0" eaLnBrk="1" fontAlgn="base" hangingPunct="1">
        <a:spcBef>
          <a:spcPct val="0"/>
        </a:spcBef>
        <a:spcAft>
          <a:spcPct val="0"/>
        </a:spcAft>
        <a:defRPr sz="2900">
          <a:solidFill>
            <a:srgbClr val="1C1C1C"/>
          </a:solidFill>
          <a:latin typeface="黑体" pitchFamily="2" charset="-122"/>
          <a:ea typeface="黑体" pitchFamily="2" charset="-122"/>
        </a:defRPr>
      </a:lvl6pPr>
      <a:lvl7pPr marL="1088502" algn="l" rtl="0" eaLnBrk="1" fontAlgn="base" hangingPunct="1">
        <a:spcBef>
          <a:spcPct val="0"/>
        </a:spcBef>
        <a:spcAft>
          <a:spcPct val="0"/>
        </a:spcAft>
        <a:defRPr sz="2900">
          <a:solidFill>
            <a:srgbClr val="1C1C1C"/>
          </a:solidFill>
          <a:latin typeface="黑体" pitchFamily="2" charset="-122"/>
          <a:ea typeface="黑体" pitchFamily="2" charset="-122"/>
        </a:defRPr>
      </a:lvl7pPr>
      <a:lvl8pPr marL="1632753" algn="l" rtl="0" eaLnBrk="1" fontAlgn="base" hangingPunct="1">
        <a:spcBef>
          <a:spcPct val="0"/>
        </a:spcBef>
        <a:spcAft>
          <a:spcPct val="0"/>
        </a:spcAft>
        <a:defRPr sz="2900">
          <a:solidFill>
            <a:srgbClr val="1C1C1C"/>
          </a:solidFill>
          <a:latin typeface="黑体" pitchFamily="2" charset="-122"/>
          <a:ea typeface="黑体" pitchFamily="2" charset="-122"/>
        </a:defRPr>
      </a:lvl8pPr>
      <a:lvl9pPr marL="2177004" algn="l" rtl="0" eaLnBrk="1" fontAlgn="base" hangingPunct="1">
        <a:spcBef>
          <a:spcPct val="0"/>
        </a:spcBef>
        <a:spcAft>
          <a:spcPct val="0"/>
        </a:spcAft>
        <a:defRPr sz="2900">
          <a:solidFill>
            <a:srgbClr val="1C1C1C"/>
          </a:solidFill>
          <a:latin typeface="黑体" pitchFamily="2" charset="-122"/>
          <a:ea typeface="黑体" pitchFamily="2" charset="-122"/>
        </a:defRPr>
      </a:lvl9pPr>
    </p:titleStyle>
    <p:bodyStyle>
      <a:lvl1pPr marL="342900" marR="0" indent="12700" algn="l" defTabSz="914400" rtl="0" eaLnBrk="0" fontAlgn="base" latinLnBrk="0" hangingPunct="0">
        <a:lnSpc>
          <a:spcPct val="150000"/>
        </a:lnSpc>
        <a:spcBef>
          <a:spcPct val="0"/>
        </a:spcBef>
        <a:spcAft>
          <a:spcPct val="0"/>
        </a:spcAft>
        <a:buClr>
          <a:srgbClr val="1C1C1C"/>
        </a:buClr>
        <a:buSzTx/>
        <a:buFont typeface="Wingdings" pitchFamily="2" charset="2"/>
        <a:buChar char="Ø"/>
        <a:tabLst/>
        <a:defRPr sz="3200" b="0">
          <a:solidFill>
            <a:srgbClr val="4D4D4D"/>
          </a:solidFill>
          <a:latin typeface="微软雅黑" panose="020B0503020204020204" pitchFamily="34" charset="-122"/>
          <a:ea typeface="微软雅黑" panose="020B0503020204020204" pitchFamily="34" charset="-122"/>
          <a:cs typeface="+mn-cs"/>
        </a:defRPr>
      </a:lvl1pPr>
      <a:lvl2pPr marL="820738" marR="0" indent="-7938" algn="l" defTabSz="914400" rtl="0" eaLnBrk="0" fontAlgn="base" latinLnBrk="0" hangingPunct="0">
        <a:lnSpc>
          <a:spcPct val="150000"/>
        </a:lnSpc>
        <a:spcBef>
          <a:spcPct val="0"/>
        </a:spcBef>
        <a:spcAft>
          <a:spcPct val="0"/>
        </a:spcAft>
        <a:buClr>
          <a:srgbClr val="000066"/>
        </a:buClr>
        <a:buSzTx/>
        <a:buFont typeface="Wingdings" pitchFamily="2" charset="2"/>
        <a:buChar char="§"/>
        <a:tabLst/>
        <a:defRPr sz="2800">
          <a:solidFill>
            <a:srgbClr val="4D4D4D"/>
          </a:solidFill>
          <a:latin typeface="微软雅黑" panose="020B0503020204020204" pitchFamily="34" charset="-122"/>
          <a:ea typeface="微软雅黑" panose="020B0503020204020204" pitchFamily="34" charset="-122"/>
        </a:defRPr>
      </a:lvl2pPr>
      <a:lvl3pPr marL="1257300" marR="0" indent="-342900" algn="l" defTabSz="914400" rtl="0" eaLnBrk="0" fontAlgn="base" latinLnBrk="0" hangingPunct="0">
        <a:lnSpc>
          <a:spcPct val="150000"/>
        </a:lnSpc>
        <a:spcBef>
          <a:spcPct val="0"/>
        </a:spcBef>
        <a:spcAft>
          <a:spcPct val="0"/>
        </a:spcAft>
        <a:buClr>
          <a:srgbClr val="666699"/>
        </a:buClr>
        <a:buSzTx/>
        <a:buFontTx/>
        <a:buChar char="•"/>
        <a:tabLst/>
        <a:defRPr sz="2400">
          <a:solidFill>
            <a:srgbClr val="4D4D4D"/>
          </a:solidFill>
          <a:latin typeface="微软雅黑" panose="020B0503020204020204" pitchFamily="34" charset="-122"/>
          <a:ea typeface="微软雅黑" panose="020B0503020204020204" pitchFamily="34" charset="-122"/>
        </a:defRPr>
      </a:lvl3pPr>
      <a:lvl4pPr marL="1371600" marR="0" indent="0" algn="l" defTabSz="914400" rtl="0" eaLnBrk="0" fontAlgn="base" latinLnBrk="0" hangingPunct="0">
        <a:lnSpc>
          <a:spcPct val="150000"/>
        </a:lnSpc>
        <a:spcBef>
          <a:spcPct val="0"/>
        </a:spcBef>
        <a:spcAft>
          <a:spcPct val="0"/>
        </a:spcAft>
        <a:buClrTx/>
        <a:buSzTx/>
        <a:buFontTx/>
        <a:buNone/>
        <a:tabLst/>
        <a:defRPr sz="2000">
          <a:solidFill>
            <a:srgbClr val="4D4D4D"/>
          </a:solidFill>
          <a:latin typeface="微软雅黑" panose="020B0503020204020204" pitchFamily="34" charset="-122"/>
          <a:ea typeface="微软雅黑" panose="020B0503020204020204" pitchFamily="34" charset="-122"/>
        </a:defRPr>
      </a:lvl4pPr>
      <a:lvl5pPr marL="1828800" marR="0" indent="0" algn="l" defTabSz="914400" rtl="0" eaLnBrk="0" fontAlgn="base" latinLnBrk="0" hangingPunct="0">
        <a:lnSpc>
          <a:spcPct val="150000"/>
        </a:lnSpc>
        <a:spcBef>
          <a:spcPct val="0"/>
        </a:spcBef>
        <a:spcAft>
          <a:spcPct val="0"/>
        </a:spcAft>
        <a:buClrTx/>
        <a:buSzTx/>
        <a:buFontTx/>
        <a:buNone/>
        <a:tabLst/>
        <a:defRPr sz="1800">
          <a:solidFill>
            <a:srgbClr val="4D4D4D"/>
          </a:solidFill>
          <a:latin typeface="微软雅黑" panose="020B0503020204020204" pitchFamily="34" charset="-122"/>
          <a:ea typeface="微软雅黑" panose="020B0503020204020204" pitchFamily="34" charset="-122"/>
        </a:defRPr>
      </a:lvl5pPr>
      <a:lvl6pPr marL="2887553" algn="l" rtl="0" eaLnBrk="1" fontAlgn="base" hangingPunct="1">
        <a:spcBef>
          <a:spcPct val="20000"/>
        </a:spcBef>
        <a:spcAft>
          <a:spcPct val="0"/>
        </a:spcAft>
        <a:buChar char="»"/>
        <a:defRPr sz="1900">
          <a:solidFill>
            <a:srgbClr val="1C1C1C"/>
          </a:solidFill>
          <a:latin typeface="+mn-lt"/>
          <a:ea typeface="+mn-ea"/>
        </a:defRPr>
      </a:lvl6pPr>
      <a:lvl7pPr marL="3431804" algn="l" rtl="0" eaLnBrk="1" fontAlgn="base" hangingPunct="1">
        <a:spcBef>
          <a:spcPct val="20000"/>
        </a:spcBef>
        <a:spcAft>
          <a:spcPct val="0"/>
        </a:spcAft>
        <a:buChar char="»"/>
        <a:defRPr sz="1900">
          <a:solidFill>
            <a:srgbClr val="1C1C1C"/>
          </a:solidFill>
          <a:latin typeface="+mn-lt"/>
          <a:ea typeface="+mn-ea"/>
        </a:defRPr>
      </a:lvl7pPr>
      <a:lvl8pPr marL="3976055" algn="l" rtl="0" eaLnBrk="1" fontAlgn="base" hangingPunct="1">
        <a:spcBef>
          <a:spcPct val="20000"/>
        </a:spcBef>
        <a:spcAft>
          <a:spcPct val="0"/>
        </a:spcAft>
        <a:buChar char="»"/>
        <a:defRPr sz="1900">
          <a:solidFill>
            <a:srgbClr val="1C1C1C"/>
          </a:solidFill>
          <a:latin typeface="+mn-lt"/>
          <a:ea typeface="+mn-ea"/>
        </a:defRPr>
      </a:lvl8pPr>
      <a:lvl9pPr marL="4520306" algn="l" rtl="0" eaLnBrk="1" fontAlgn="base" hangingPunct="1">
        <a:spcBef>
          <a:spcPct val="20000"/>
        </a:spcBef>
        <a:spcAft>
          <a:spcPct val="0"/>
        </a:spcAft>
        <a:buChar char="»"/>
        <a:defRPr sz="1900">
          <a:solidFill>
            <a:srgbClr val="1C1C1C"/>
          </a:solidFill>
          <a:latin typeface="+mn-lt"/>
          <a:ea typeface="+mn-ea"/>
        </a:defRPr>
      </a:lvl9pPr>
    </p:bodyStyle>
    <p:otherStyle>
      <a:defPPr>
        <a:defRPr lang="zh-CN"/>
      </a:defPPr>
      <a:lvl1pPr marL="0" algn="l" defTabSz="1088502" rtl="0" eaLnBrk="1" latinLnBrk="0" hangingPunct="1">
        <a:defRPr sz="2100" kern="1200">
          <a:solidFill>
            <a:schemeClr val="tx1"/>
          </a:solidFill>
          <a:latin typeface="+mn-lt"/>
          <a:ea typeface="+mn-ea"/>
          <a:cs typeface="+mn-cs"/>
        </a:defRPr>
      </a:lvl1pPr>
      <a:lvl2pPr marL="544251" algn="l" defTabSz="1088502" rtl="0" eaLnBrk="1" latinLnBrk="0" hangingPunct="1">
        <a:defRPr sz="2100" kern="1200">
          <a:solidFill>
            <a:schemeClr val="tx1"/>
          </a:solidFill>
          <a:latin typeface="+mn-lt"/>
          <a:ea typeface="+mn-ea"/>
          <a:cs typeface="+mn-cs"/>
        </a:defRPr>
      </a:lvl2pPr>
      <a:lvl3pPr marL="1088502" algn="l" defTabSz="1088502" rtl="0" eaLnBrk="1" latinLnBrk="0" hangingPunct="1">
        <a:defRPr sz="2100" kern="1200">
          <a:solidFill>
            <a:schemeClr val="tx1"/>
          </a:solidFill>
          <a:latin typeface="+mn-lt"/>
          <a:ea typeface="+mn-ea"/>
          <a:cs typeface="+mn-cs"/>
        </a:defRPr>
      </a:lvl3pPr>
      <a:lvl4pPr marL="1632753" algn="l" defTabSz="1088502" rtl="0" eaLnBrk="1" latinLnBrk="0" hangingPunct="1">
        <a:defRPr sz="2100" kern="1200">
          <a:solidFill>
            <a:schemeClr val="tx1"/>
          </a:solidFill>
          <a:latin typeface="+mn-lt"/>
          <a:ea typeface="+mn-ea"/>
          <a:cs typeface="+mn-cs"/>
        </a:defRPr>
      </a:lvl4pPr>
      <a:lvl5pPr marL="2177004" algn="l" defTabSz="1088502" rtl="0" eaLnBrk="1" latinLnBrk="0" hangingPunct="1">
        <a:defRPr sz="2100" kern="1200">
          <a:solidFill>
            <a:schemeClr val="tx1"/>
          </a:solidFill>
          <a:latin typeface="+mn-lt"/>
          <a:ea typeface="+mn-ea"/>
          <a:cs typeface="+mn-cs"/>
        </a:defRPr>
      </a:lvl5pPr>
      <a:lvl6pPr marL="2721254" algn="l" defTabSz="1088502" rtl="0" eaLnBrk="1" latinLnBrk="0" hangingPunct="1">
        <a:defRPr sz="2100" kern="1200">
          <a:solidFill>
            <a:schemeClr val="tx1"/>
          </a:solidFill>
          <a:latin typeface="+mn-lt"/>
          <a:ea typeface="+mn-ea"/>
          <a:cs typeface="+mn-cs"/>
        </a:defRPr>
      </a:lvl6pPr>
      <a:lvl7pPr marL="3265505" algn="l" defTabSz="1088502" rtl="0" eaLnBrk="1" latinLnBrk="0" hangingPunct="1">
        <a:defRPr sz="2100" kern="1200">
          <a:solidFill>
            <a:schemeClr val="tx1"/>
          </a:solidFill>
          <a:latin typeface="+mn-lt"/>
          <a:ea typeface="+mn-ea"/>
          <a:cs typeface="+mn-cs"/>
        </a:defRPr>
      </a:lvl7pPr>
      <a:lvl8pPr marL="3809756" algn="l" defTabSz="1088502" rtl="0" eaLnBrk="1" latinLnBrk="0" hangingPunct="1">
        <a:defRPr sz="2100" kern="1200">
          <a:solidFill>
            <a:schemeClr val="tx1"/>
          </a:solidFill>
          <a:latin typeface="+mn-lt"/>
          <a:ea typeface="+mn-ea"/>
          <a:cs typeface="+mn-cs"/>
        </a:defRPr>
      </a:lvl8pPr>
      <a:lvl9pPr marL="4354007" algn="l" defTabSz="1088502"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wmf"/></Relationships>
</file>

<file path=ppt/slides/_rels/slide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w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7.wmf"/></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8.wmf"/></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6.wmf"/><Relationship Id="rId1" Type="http://schemas.openxmlformats.org/officeDocument/2006/relationships/slideLayout" Target="../slideLayouts/slideLayout2.xml"/><Relationship Id="rId4" Type="http://schemas.openxmlformats.org/officeDocument/2006/relationships/image" Target="../media/image9.wmf"/></Relationships>
</file>

<file path=ppt/slides/_rels/slide75.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10.wmf"/><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10.wmf"/><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14.wmf"/></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3339B215-830A-4F02-B9AB-C9C566ECC05E}"/>
              </a:ext>
            </a:extLst>
          </p:cNvPr>
          <p:cNvSpPr txBox="1">
            <a:spLocks noChangeArrowheads="1"/>
          </p:cNvSpPr>
          <p:nvPr/>
        </p:nvSpPr>
        <p:spPr bwMode="auto">
          <a:xfrm>
            <a:off x="673886" y="2255399"/>
            <a:ext cx="9669792" cy="1462427"/>
          </a:xfrm>
          <a:prstGeom prst="rect">
            <a:avLst/>
          </a:prstGeom>
          <a:noFill/>
          <a:ln w="9525">
            <a:noFill/>
            <a:miter lim="800000"/>
            <a:headEnd/>
            <a:tailEnd/>
          </a:ln>
        </p:spPr>
        <p:txBody>
          <a:bodyPr lIns="108850" tIns="54425" rIns="108850" bIns="54425" anchor="ctr"/>
          <a:lstStyle/>
          <a:p>
            <a:pPr eaLnBrk="1" hangingPunct="1">
              <a:defRPr/>
            </a:pPr>
            <a:r>
              <a:rPr lang="zh-CN" altLang="en-US" sz="3800" dirty="0">
                <a:solidFill>
                  <a:schemeClr val="tx2"/>
                </a:solidFill>
                <a:ea typeface="+mj-ea"/>
              </a:rPr>
              <a:t>         </a:t>
            </a:r>
            <a:r>
              <a:rPr lang="zh-CN" altLang="en-US" sz="4800" dirty="0">
                <a:solidFill>
                  <a:schemeClr val="tx2"/>
                </a:solidFill>
                <a:latin typeface="+mj-lt"/>
                <a:ea typeface="+mj-ea"/>
              </a:rPr>
              <a:t>第</a:t>
            </a:r>
            <a:r>
              <a:rPr lang="en-US" altLang="zh-CN" sz="4800" dirty="0">
                <a:solidFill>
                  <a:schemeClr val="tx2"/>
                </a:solidFill>
                <a:latin typeface="+mj-lt"/>
                <a:ea typeface="+mj-ea"/>
              </a:rPr>
              <a:t>3</a:t>
            </a:r>
            <a:r>
              <a:rPr lang="zh-CN" altLang="en-US" sz="4800" dirty="0">
                <a:solidFill>
                  <a:schemeClr val="tx2"/>
                </a:solidFill>
                <a:latin typeface="+mj-lt"/>
                <a:ea typeface="+mj-ea"/>
              </a:rPr>
              <a:t>章</a:t>
            </a:r>
            <a:r>
              <a:rPr lang="zh-CN" altLang="en-US" sz="4800" dirty="0">
                <a:solidFill>
                  <a:schemeClr val="tx2"/>
                </a:solidFill>
                <a:ea typeface="+mj-ea"/>
              </a:rPr>
              <a:t> </a:t>
            </a:r>
            <a:r>
              <a:rPr lang="zh-CN" altLang="en-US" sz="4800" dirty="0">
                <a:solidFill>
                  <a:schemeClr val="tx2"/>
                </a:solidFill>
                <a:latin typeface="微软雅黑" panose="020B0503020204020204" pitchFamily="34" charset="-122"/>
                <a:ea typeface="微软雅黑" panose="020B0503020204020204" pitchFamily="34" charset="-122"/>
              </a:rPr>
              <a:t>数据链路层</a:t>
            </a:r>
          </a:p>
        </p:txBody>
      </p:sp>
      <p:pic>
        <p:nvPicPr>
          <p:cNvPr id="9219"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6982" y="5878286"/>
            <a:ext cx="3841249" cy="543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zh-CN" altLang="en-US" sz="4000" dirty="0">
                <a:solidFill>
                  <a:srgbClr val="FFFFFF"/>
                </a:solidFill>
              </a:rPr>
              <a:t>指引</a:t>
            </a:r>
            <a:endParaRPr lang="en-US" altLang="zh-CN" sz="4000" dirty="0">
              <a:solidFill>
                <a:srgbClr val="FFFFFF"/>
              </a:solidFill>
            </a:endParaRPr>
          </a:p>
        </p:txBody>
      </p:sp>
      <p:sp>
        <p:nvSpPr>
          <p:cNvPr id="11267" name="Rectangle 3"/>
          <p:cNvSpPr>
            <a:spLocks noGrp="1" noChangeArrowheads="1"/>
          </p:cNvSpPr>
          <p:nvPr>
            <p:ph idx="1"/>
          </p:nvPr>
        </p:nvSpPr>
        <p:spPr>
          <a:xfrm>
            <a:off x="2135560" y="1341562"/>
            <a:ext cx="8280920" cy="4896544"/>
          </a:xfrm>
        </p:spPr>
        <p:txBody>
          <a:bodyPr/>
          <a:lstStyle/>
          <a:p>
            <a:pPr>
              <a:defRPr/>
            </a:pPr>
            <a:r>
              <a:rPr lang="zh-CN" altLang="en-US" sz="3200" b="1" dirty="0" smtClean="0">
                <a:solidFill>
                  <a:srgbClr val="C00000"/>
                </a:solidFill>
              </a:rPr>
              <a:t>数据链路层概述</a:t>
            </a:r>
            <a:endParaRPr lang="en-US" altLang="zh-CN" sz="3200" b="1" dirty="0" smtClean="0">
              <a:solidFill>
                <a:srgbClr val="C00000"/>
              </a:solidFill>
            </a:endParaRPr>
          </a:p>
          <a:p>
            <a:pPr>
              <a:defRPr/>
            </a:pPr>
            <a:r>
              <a:rPr lang="zh-CN" altLang="en-US" b="1" dirty="0"/>
              <a:t>数据链路层的几个共同问题</a:t>
            </a:r>
            <a:endParaRPr lang="en-US" altLang="zh-CN" b="1" dirty="0"/>
          </a:p>
          <a:p>
            <a:pPr>
              <a:defRPr/>
            </a:pPr>
            <a:r>
              <a:rPr lang="zh-CN" altLang="en-US" b="1" dirty="0" smtClean="0">
                <a:solidFill>
                  <a:srgbClr val="4D4D4D"/>
                </a:solidFill>
              </a:rPr>
              <a:t>点对点协议</a:t>
            </a:r>
            <a:r>
              <a:rPr lang="en-US" altLang="zh-CN" b="1" dirty="0" smtClean="0">
                <a:solidFill>
                  <a:srgbClr val="4D4D4D"/>
                </a:solidFill>
              </a:rPr>
              <a:t>PPP</a:t>
            </a:r>
          </a:p>
          <a:p>
            <a:pPr>
              <a:defRPr/>
            </a:pPr>
            <a:r>
              <a:rPr lang="zh-CN" altLang="en-US" b="1" dirty="0" smtClean="0"/>
              <a:t>使用广播信道的数据链路层</a:t>
            </a:r>
            <a:endParaRPr lang="en-US" altLang="zh-CN" b="1" dirty="0" smtClean="0">
              <a:solidFill>
                <a:srgbClr val="4D4D4D"/>
              </a:solidFill>
            </a:endParaRPr>
          </a:p>
          <a:p>
            <a:pPr>
              <a:defRPr/>
            </a:pPr>
            <a:r>
              <a:rPr lang="zh-CN" altLang="en-US" sz="3200" b="1" dirty="0" smtClean="0">
                <a:solidFill>
                  <a:srgbClr val="4D4D4D"/>
                </a:solidFill>
              </a:rPr>
              <a:t>扩展的以太网</a:t>
            </a:r>
            <a:endParaRPr lang="zh-CN" altLang="en-US" sz="3200" b="1" dirty="0">
              <a:solidFill>
                <a:srgbClr val="4D4D4D"/>
              </a:solidFill>
            </a:endParaRPr>
          </a:p>
          <a:p>
            <a:pPr>
              <a:defRPr/>
            </a:pPr>
            <a:r>
              <a:rPr lang="zh-CN" altLang="en-US" sz="3200" b="1" dirty="0">
                <a:solidFill>
                  <a:srgbClr val="4D4D4D"/>
                </a:solidFill>
              </a:rPr>
              <a:t>高速以太网</a:t>
            </a:r>
          </a:p>
          <a:p>
            <a:endParaRPr lang="en-US" altLang="zh-CN" b="1" dirty="0"/>
          </a:p>
          <a:p>
            <a:endParaRPr lang="zh-CN" altLang="en-US" b="1" dirty="0"/>
          </a:p>
        </p:txBody>
      </p:sp>
      <p:grpSp>
        <p:nvGrpSpPr>
          <p:cNvPr id="23" name="Group 24"/>
          <p:cNvGrpSpPr>
            <a:grpSpLocks/>
          </p:cNvGrpSpPr>
          <p:nvPr/>
        </p:nvGrpSpPr>
        <p:grpSpPr bwMode="auto">
          <a:xfrm>
            <a:off x="8261126" y="1854200"/>
            <a:ext cx="2514600" cy="3600450"/>
            <a:chOff x="3379" y="1207"/>
            <a:chExt cx="1584" cy="2268"/>
          </a:xfrm>
        </p:grpSpPr>
        <p:sp>
          <p:nvSpPr>
            <p:cNvPr id="24" name="AutoShape 4">
              <a:extLst>
                <a:ext uri="{FF2B5EF4-FFF2-40B4-BE49-F238E27FC236}">
                  <a16:creationId xmlns="" xmlns:a16="http://schemas.microsoft.com/office/drawing/2014/main" id="{7C9C0B70-E63A-45F5-A696-FB5A132B8AC3}"/>
                </a:ext>
              </a:extLst>
            </p:cNvPr>
            <p:cNvSpPr>
              <a:spLocks noChangeArrowheads="1"/>
            </p:cNvSpPr>
            <p:nvPr/>
          </p:nvSpPr>
          <p:spPr bwMode="auto">
            <a:xfrm>
              <a:off x="3379" y="1207"/>
              <a:ext cx="1584" cy="2268"/>
            </a:xfrm>
            <a:prstGeom prst="cube">
              <a:avLst>
                <a:gd name="adj" fmla="val 12185"/>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nchor="ctr"/>
            <a:lstStyle/>
            <a:p>
              <a:pPr algn="ctr" eaLnBrk="1" hangingPunct="1">
                <a:defRPr/>
              </a:pPr>
              <a:endParaRPr kumimoji="1" lang="zh-CN" altLang="en-US" sz="280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a:p>
              <a:pPr algn="ctr" eaLnBrk="1" hangingPunct="1">
                <a:defRPr/>
              </a:pPr>
              <a:endParaRPr kumimoji="1" lang="zh-CN" altLang="en-US" sz="280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a:p>
              <a:pPr algn="ctr" eaLnBrk="1" hangingPunct="1">
                <a:defRPr/>
              </a:pPr>
              <a:endParaRPr kumimoji="1" lang="zh-CN" altLang="en-US" sz="280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p:txBody>
        </p:sp>
        <p:sp>
          <p:nvSpPr>
            <p:cNvPr id="25" name="Rectangle 6">
              <a:extLst>
                <a:ext uri="{FF2B5EF4-FFF2-40B4-BE49-F238E27FC236}">
                  <a16:creationId xmlns="" xmlns:a16="http://schemas.microsoft.com/office/drawing/2014/main" id="{A1DA3AA9-685E-4BE9-837C-C53A77DFC26E}"/>
                </a:ext>
              </a:extLst>
            </p:cNvPr>
            <p:cNvSpPr>
              <a:spLocks noChangeArrowheads="1"/>
            </p:cNvSpPr>
            <p:nvPr/>
          </p:nvSpPr>
          <p:spPr bwMode="auto">
            <a:xfrm>
              <a:off x="3379" y="1399"/>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lnSpc>
                  <a:spcPct val="150000"/>
                </a:lnSpc>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应用层</a:t>
              </a:r>
            </a:p>
          </p:txBody>
        </p:sp>
        <p:sp>
          <p:nvSpPr>
            <p:cNvPr id="26" name="Line 8">
              <a:extLst>
                <a:ext uri="{FF2B5EF4-FFF2-40B4-BE49-F238E27FC236}">
                  <a16:creationId xmlns="" xmlns:a16="http://schemas.microsoft.com/office/drawing/2014/main" id="{730F0241-2088-4E72-BBBA-24604A49C32D}"/>
                </a:ext>
              </a:extLst>
            </p:cNvPr>
            <p:cNvSpPr>
              <a:spLocks noChangeShapeType="1"/>
            </p:cNvSpPr>
            <p:nvPr/>
          </p:nvSpPr>
          <p:spPr bwMode="auto">
            <a:xfrm>
              <a:off x="3379" y="1831"/>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7" name="Line 9">
              <a:extLst>
                <a:ext uri="{FF2B5EF4-FFF2-40B4-BE49-F238E27FC236}">
                  <a16:creationId xmlns="" xmlns:a16="http://schemas.microsoft.com/office/drawing/2014/main" id="{1A1F4C1E-05AA-4083-AACF-00A09371806D}"/>
                </a:ext>
              </a:extLst>
            </p:cNvPr>
            <p:cNvSpPr>
              <a:spLocks noChangeShapeType="1"/>
            </p:cNvSpPr>
            <p:nvPr/>
          </p:nvSpPr>
          <p:spPr bwMode="auto">
            <a:xfrm>
              <a:off x="3379"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8" name="Line 10">
              <a:extLst>
                <a:ext uri="{FF2B5EF4-FFF2-40B4-BE49-F238E27FC236}">
                  <a16:creationId xmlns="" xmlns:a16="http://schemas.microsoft.com/office/drawing/2014/main" id="{40C633C5-C14D-4155-943C-49061566B166}"/>
                </a:ext>
              </a:extLst>
            </p:cNvPr>
            <p:cNvSpPr>
              <a:spLocks noChangeShapeType="1"/>
            </p:cNvSpPr>
            <p:nvPr/>
          </p:nvSpPr>
          <p:spPr bwMode="auto">
            <a:xfrm>
              <a:off x="4771"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9" name="Rectangle 21">
              <a:extLst>
                <a:ext uri="{FF2B5EF4-FFF2-40B4-BE49-F238E27FC236}">
                  <a16:creationId xmlns="" xmlns:a16="http://schemas.microsoft.com/office/drawing/2014/main" id="{3593205F-DCC6-4BB9-872F-07DE1C151D65}"/>
                </a:ext>
              </a:extLst>
            </p:cNvPr>
            <p:cNvSpPr>
              <a:spLocks noChangeArrowheads="1"/>
            </p:cNvSpPr>
            <p:nvPr/>
          </p:nvSpPr>
          <p:spPr bwMode="auto">
            <a:xfrm>
              <a:off x="3379" y="1831"/>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lnSpc>
                  <a:spcPct val="150000"/>
                </a:lnSpc>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运输层</a:t>
              </a:r>
            </a:p>
          </p:txBody>
        </p:sp>
        <p:sp>
          <p:nvSpPr>
            <p:cNvPr id="30" name="Line 23">
              <a:extLst>
                <a:ext uri="{FF2B5EF4-FFF2-40B4-BE49-F238E27FC236}">
                  <a16:creationId xmlns="" xmlns:a16="http://schemas.microsoft.com/office/drawing/2014/main" id="{F9F1686D-32E3-4665-A663-0A13577DF5F9}"/>
                </a:ext>
              </a:extLst>
            </p:cNvPr>
            <p:cNvSpPr>
              <a:spLocks noChangeShapeType="1"/>
            </p:cNvSpPr>
            <p:nvPr/>
          </p:nvSpPr>
          <p:spPr bwMode="auto">
            <a:xfrm>
              <a:off x="3379" y="2263"/>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1" name="Line 24">
              <a:extLst>
                <a:ext uri="{FF2B5EF4-FFF2-40B4-BE49-F238E27FC236}">
                  <a16:creationId xmlns="" xmlns:a16="http://schemas.microsoft.com/office/drawing/2014/main" id="{B2CD0843-0D9A-4DF6-9D35-EBC9663DEF15}"/>
                </a:ext>
              </a:extLst>
            </p:cNvPr>
            <p:cNvSpPr>
              <a:spLocks noChangeShapeType="1"/>
            </p:cNvSpPr>
            <p:nvPr/>
          </p:nvSpPr>
          <p:spPr bwMode="auto">
            <a:xfrm>
              <a:off x="3379"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2" name="Line 25">
              <a:extLst>
                <a:ext uri="{FF2B5EF4-FFF2-40B4-BE49-F238E27FC236}">
                  <a16:creationId xmlns="" xmlns:a16="http://schemas.microsoft.com/office/drawing/2014/main" id="{84637CA2-3EAA-4155-B964-B8BA80E7EB63}"/>
                </a:ext>
              </a:extLst>
            </p:cNvPr>
            <p:cNvSpPr>
              <a:spLocks noChangeShapeType="1"/>
            </p:cNvSpPr>
            <p:nvPr/>
          </p:nvSpPr>
          <p:spPr bwMode="auto">
            <a:xfrm>
              <a:off x="4771"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4" name="Line 28">
              <a:extLst>
                <a:ext uri="{FF2B5EF4-FFF2-40B4-BE49-F238E27FC236}">
                  <a16:creationId xmlns="" xmlns:a16="http://schemas.microsoft.com/office/drawing/2014/main" id="{2C1DDB6D-F8B0-4394-99E8-03031BB915F8}"/>
                </a:ext>
              </a:extLst>
            </p:cNvPr>
            <p:cNvSpPr>
              <a:spLocks noChangeShapeType="1"/>
            </p:cNvSpPr>
            <p:nvPr/>
          </p:nvSpPr>
          <p:spPr bwMode="auto">
            <a:xfrm>
              <a:off x="3379" y="2695"/>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5" name="Line 29">
              <a:extLst>
                <a:ext uri="{FF2B5EF4-FFF2-40B4-BE49-F238E27FC236}">
                  <a16:creationId xmlns="" xmlns:a16="http://schemas.microsoft.com/office/drawing/2014/main" id="{9208C3F1-CC35-45A8-BE46-EFF19D248F46}"/>
                </a:ext>
              </a:extLst>
            </p:cNvPr>
            <p:cNvSpPr>
              <a:spLocks noChangeShapeType="1"/>
            </p:cNvSpPr>
            <p:nvPr/>
          </p:nvSpPr>
          <p:spPr bwMode="auto">
            <a:xfrm>
              <a:off x="3379" y="3366"/>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6" name="Line 30">
              <a:extLst>
                <a:ext uri="{FF2B5EF4-FFF2-40B4-BE49-F238E27FC236}">
                  <a16:creationId xmlns="" xmlns:a16="http://schemas.microsoft.com/office/drawing/2014/main" id="{6FF34FD8-821C-4702-AF18-8C4EF436C27D}"/>
                </a:ext>
              </a:extLst>
            </p:cNvPr>
            <p:cNvSpPr>
              <a:spLocks noChangeShapeType="1"/>
            </p:cNvSpPr>
            <p:nvPr/>
          </p:nvSpPr>
          <p:spPr bwMode="auto">
            <a:xfrm>
              <a:off x="3379"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7" name="Line 31">
              <a:extLst>
                <a:ext uri="{FF2B5EF4-FFF2-40B4-BE49-F238E27FC236}">
                  <a16:creationId xmlns="" xmlns:a16="http://schemas.microsoft.com/office/drawing/2014/main" id="{615E01B4-8D04-4069-8E42-620858CED9A7}"/>
                </a:ext>
              </a:extLst>
            </p:cNvPr>
            <p:cNvSpPr>
              <a:spLocks noChangeShapeType="1"/>
            </p:cNvSpPr>
            <p:nvPr/>
          </p:nvSpPr>
          <p:spPr bwMode="auto">
            <a:xfrm>
              <a:off x="4771"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8" name="Rectangle 33">
              <a:extLst>
                <a:ext uri="{FF2B5EF4-FFF2-40B4-BE49-F238E27FC236}">
                  <a16:creationId xmlns="" xmlns:a16="http://schemas.microsoft.com/office/drawing/2014/main" id="{6DF93113-9FEF-42A3-AF41-B27DD6E1C524}"/>
                </a:ext>
              </a:extLst>
            </p:cNvPr>
            <p:cNvSpPr>
              <a:spLocks noChangeArrowheads="1"/>
            </p:cNvSpPr>
            <p:nvPr/>
          </p:nvSpPr>
          <p:spPr bwMode="auto">
            <a:xfrm>
              <a:off x="3379" y="2263"/>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lnSpc>
                  <a:spcPct val="150000"/>
                </a:lnSpc>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网络层</a:t>
              </a:r>
            </a:p>
          </p:txBody>
        </p:sp>
        <p:sp>
          <p:nvSpPr>
            <p:cNvPr id="39" name="Line 36">
              <a:extLst>
                <a:ext uri="{FF2B5EF4-FFF2-40B4-BE49-F238E27FC236}">
                  <a16:creationId xmlns="" xmlns:a16="http://schemas.microsoft.com/office/drawing/2014/main" id="{021EB0D5-3D3B-4EBB-A693-7D178CCE8352}"/>
                </a:ext>
              </a:extLst>
            </p:cNvPr>
            <p:cNvSpPr>
              <a:spLocks noChangeShapeType="1"/>
            </p:cNvSpPr>
            <p:nvPr/>
          </p:nvSpPr>
          <p:spPr bwMode="auto">
            <a:xfrm>
              <a:off x="3379" y="2263"/>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40" name="Line 37">
              <a:extLst>
                <a:ext uri="{FF2B5EF4-FFF2-40B4-BE49-F238E27FC236}">
                  <a16:creationId xmlns="" xmlns:a16="http://schemas.microsoft.com/office/drawing/2014/main" id="{0360C763-F23D-4BC1-BCF4-C2E2C86F734E}"/>
                </a:ext>
              </a:extLst>
            </p:cNvPr>
            <p:cNvSpPr>
              <a:spLocks noChangeShapeType="1"/>
            </p:cNvSpPr>
            <p:nvPr/>
          </p:nvSpPr>
          <p:spPr bwMode="auto">
            <a:xfrm>
              <a:off x="4771" y="2263"/>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3" name="Rectangle 27">
              <a:extLst>
                <a:ext uri="{FF2B5EF4-FFF2-40B4-BE49-F238E27FC236}">
                  <a16:creationId xmlns="" xmlns:a16="http://schemas.microsoft.com/office/drawing/2014/main" id="{34D7D82A-D63D-4EB3-9C2A-247BEB3E7453}"/>
                </a:ext>
              </a:extLst>
            </p:cNvPr>
            <p:cNvSpPr>
              <a:spLocks noChangeArrowheads="1"/>
            </p:cNvSpPr>
            <p:nvPr/>
          </p:nvSpPr>
          <p:spPr bwMode="auto">
            <a:xfrm>
              <a:off x="3379" y="2695"/>
              <a:ext cx="1392" cy="37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lnSpc>
                  <a:spcPct val="120000"/>
                </a:lnSpc>
                <a:spcBef>
                  <a:spcPct val="20000"/>
                </a:spcBef>
                <a:buClr>
                  <a:schemeClr val="tx2"/>
                </a:buClr>
                <a:buSzPct val="90000"/>
                <a:buFont typeface="Symbol" pitchFamily="18" charset="2"/>
                <a:buNone/>
                <a:defRPr/>
              </a:pPr>
              <a:r>
                <a:rPr kumimoji="1" lang="zh-CN" altLang="en-US" sz="2800" dirty="0">
                  <a:solidFill>
                    <a:schemeClr val="tx2">
                      <a:lumMod val="60000"/>
                      <a:lumOff val="40000"/>
                    </a:schemeClr>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数据链路层</a:t>
              </a:r>
            </a:p>
          </p:txBody>
        </p:sp>
        <p:sp>
          <p:nvSpPr>
            <p:cNvPr id="41" name="Rectangle 39">
              <a:extLst>
                <a:ext uri="{FF2B5EF4-FFF2-40B4-BE49-F238E27FC236}">
                  <a16:creationId xmlns="" xmlns:a16="http://schemas.microsoft.com/office/drawing/2014/main" id="{3DF8ACD1-EC3E-4577-B3D4-5EB654CBFF4B}"/>
                </a:ext>
              </a:extLst>
            </p:cNvPr>
            <p:cNvSpPr>
              <a:spLocks noChangeArrowheads="1"/>
            </p:cNvSpPr>
            <p:nvPr/>
          </p:nvSpPr>
          <p:spPr bwMode="auto">
            <a:xfrm>
              <a:off x="3379" y="3067"/>
              <a:ext cx="1392" cy="408"/>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lnSpc>
                  <a:spcPct val="150000"/>
                </a:lnSpc>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物理层</a:t>
              </a:r>
            </a:p>
          </p:txBody>
        </p:sp>
      </p:grpSp>
    </p:spTree>
    <p:extLst>
      <p:ext uri="{BB962C8B-B14F-4D97-AF65-F5344CB8AC3E}">
        <p14:creationId xmlns:p14="http://schemas.microsoft.com/office/powerpoint/2010/main" val="1845087980"/>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idx="1"/>
          </p:nvPr>
        </p:nvSpPr>
        <p:spPr>
          <a:xfrm>
            <a:off x="442800" y="1267199"/>
            <a:ext cx="11304000" cy="3386731"/>
          </a:xfrm>
        </p:spPr>
        <p:txBody>
          <a:bodyPr/>
          <a:lstStyle/>
          <a:p>
            <a:pPr>
              <a:defRPr/>
            </a:pPr>
            <a:r>
              <a:rPr lang="zh-CN" altLang="en-US" sz="3200" b="1" dirty="0">
                <a:solidFill>
                  <a:srgbClr val="4D4D4D"/>
                </a:solidFill>
                <a:latin typeface="微软雅黑" panose="020B0503020204020204" pitchFamily="34" charset="-122"/>
                <a:ea typeface="微软雅黑" panose="020B0503020204020204" pitchFamily="34" charset="-122"/>
              </a:rPr>
              <a:t>数据链路层使用的信道主要有以下两种类型：</a:t>
            </a:r>
          </a:p>
          <a:p>
            <a:pPr lvl="1">
              <a:defRPr/>
            </a:pPr>
            <a:r>
              <a:rPr lang="zh-CN" altLang="en-US" sz="2800" b="1" dirty="0">
                <a:solidFill>
                  <a:srgbClr val="C00000"/>
                </a:solidFill>
                <a:latin typeface="微软雅黑" panose="020B0503020204020204" pitchFamily="34" charset="-122"/>
                <a:ea typeface="微软雅黑" panose="020B0503020204020204" pitchFamily="34" charset="-122"/>
                <a:cs typeface="+mn-cs"/>
              </a:rPr>
              <a:t>点对点信道</a:t>
            </a:r>
            <a:r>
              <a:rPr lang="zh-CN" altLang="en-US" sz="2800" b="1" dirty="0">
                <a:solidFill>
                  <a:srgbClr val="4D4D4D"/>
                </a:solidFill>
                <a:latin typeface="微软雅黑" panose="020B0503020204020204" pitchFamily="34" charset="-122"/>
                <a:ea typeface="微软雅黑" panose="020B0503020204020204" pitchFamily="34" charset="-122"/>
                <a:cs typeface="+mn-cs"/>
              </a:rPr>
              <a:t>：这种信道使用一对一的点对点通信方式。</a:t>
            </a:r>
          </a:p>
          <a:p>
            <a:pPr lvl="1">
              <a:defRPr/>
            </a:pPr>
            <a:r>
              <a:rPr lang="zh-CN" altLang="en-US" sz="2800" b="1" dirty="0">
                <a:solidFill>
                  <a:srgbClr val="C00000"/>
                </a:solidFill>
                <a:latin typeface="微软雅黑" panose="020B0503020204020204" pitchFamily="34" charset="-122"/>
                <a:ea typeface="微软雅黑" panose="020B0503020204020204" pitchFamily="34" charset="-122"/>
                <a:cs typeface="+mn-cs"/>
              </a:rPr>
              <a:t>广播信道</a:t>
            </a:r>
            <a:r>
              <a:rPr lang="zh-CN" altLang="en-US" sz="2800" b="1" dirty="0">
                <a:solidFill>
                  <a:srgbClr val="4D4D4D"/>
                </a:solidFill>
                <a:latin typeface="微软雅黑" panose="020B0503020204020204" pitchFamily="34" charset="-122"/>
                <a:ea typeface="微软雅黑" panose="020B0503020204020204" pitchFamily="34" charset="-122"/>
                <a:cs typeface="+mn-cs"/>
              </a:rPr>
              <a:t>：这种信道使用一对多的广播通信方式，因此过程比较复杂。广播信道上连接的主机很多，因此必须使用专用的共享信道协议来协调这些主机的数据发送。</a:t>
            </a:r>
          </a:p>
        </p:txBody>
      </p:sp>
      <p:sp>
        <p:nvSpPr>
          <p:cNvPr id="16386" name="Rectangle 2"/>
          <p:cNvSpPr>
            <a:spLocks noGrp="1" noChangeArrowheads="1"/>
          </p:cNvSpPr>
          <p:nvPr>
            <p:ph type="title"/>
          </p:nvPr>
        </p:nvSpPr>
        <p:spPr/>
        <p:txBody>
          <a:bodyPr/>
          <a:lstStyle/>
          <a:p>
            <a:r>
              <a:rPr lang="zh-CN" altLang="en-US" sz="4000" dirty="0" smtClean="0">
                <a:solidFill>
                  <a:srgbClr val="FFFFFF"/>
                </a:solidFill>
              </a:rPr>
              <a:t>数据链路层使用的信道</a:t>
            </a:r>
            <a:r>
              <a:rPr lang="zh-CN" altLang="en-US" sz="4000" dirty="0">
                <a:solidFill>
                  <a:srgbClr val="FFFFFF"/>
                </a:solidFill>
              </a:rPr>
              <a:t>类型</a:t>
            </a:r>
          </a:p>
        </p:txBody>
      </p:sp>
      <p:grpSp>
        <p:nvGrpSpPr>
          <p:cNvPr id="4" name="组合 3"/>
          <p:cNvGrpSpPr/>
          <p:nvPr/>
        </p:nvGrpSpPr>
        <p:grpSpPr>
          <a:xfrm>
            <a:off x="1550667" y="5361408"/>
            <a:ext cx="3464419" cy="408271"/>
            <a:chOff x="1042371" y="1853844"/>
            <a:chExt cx="2404444" cy="300252"/>
          </a:xfrm>
        </p:grpSpPr>
        <p:sp>
          <p:nvSpPr>
            <p:cNvPr id="5" name="Line 6"/>
            <p:cNvSpPr>
              <a:spLocks noChangeShapeType="1"/>
            </p:cNvSpPr>
            <p:nvPr/>
          </p:nvSpPr>
          <p:spPr bwMode="auto">
            <a:xfrm>
              <a:off x="1192497" y="2003970"/>
              <a:ext cx="2104192" cy="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 name="椭圆 5"/>
            <p:cNvSpPr/>
            <p:nvPr/>
          </p:nvSpPr>
          <p:spPr>
            <a:xfrm>
              <a:off x="1042371" y="1853844"/>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3146563" y="1853844"/>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p:cNvGrpSpPr/>
          <p:nvPr/>
        </p:nvGrpSpPr>
        <p:grpSpPr>
          <a:xfrm>
            <a:off x="6564788" y="4509914"/>
            <a:ext cx="4138930" cy="1409892"/>
            <a:chOff x="4981610" y="1448932"/>
            <a:chExt cx="2811270" cy="1114568"/>
          </a:xfrm>
          <a:solidFill>
            <a:srgbClr val="CC00CC"/>
          </a:solidFill>
        </p:grpSpPr>
        <p:sp>
          <p:nvSpPr>
            <p:cNvPr id="9" name="Line 7"/>
            <p:cNvSpPr>
              <a:spLocks noChangeShapeType="1"/>
            </p:cNvSpPr>
            <p:nvPr/>
          </p:nvSpPr>
          <p:spPr bwMode="auto">
            <a:xfrm>
              <a:off x="4981610" y="2005103"/>
              <a:ext cx="2811270" cy="0"/>
            </a:xfrm>
            <a:prstGeom prst="line">
              <a:avLst/>
            </a:prstGeom>
            <a:grpFill/>
            <a:ln w="57150">
              <a:solidFill>
                <a:srgbClr val="000000"/>
              </a:solidFill>
              <a:round/>
              <a:headEnd/>
              <a:tailEnd/>
            </a:ln>
            <a:extLst/>
          </p:spPr>
          <p:txBody>
            <a:bodyPr/>
            <a:lstStyle/>
            <a:p>
              <a:endParaRPr lang="zh-CN" altLang="en-US"/>
            </a:p>
          </p:txBody>
        </p:sp>
        <p:sp>
          <p:nvSpPr>
            <p:cNvPr id="10" name="Line 12"/>
            <p:cNvSpPr>
              <a:spLocks noChangeShapeType="1"/>
            </p:cNvSpPr>
            <p:nvPr/>
          </p:nvSpPr>
          <p:spPr bwMode="auto">
            <a:xfrm>
              <a:off x="5862852" y="17082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13"/>
            <p:cNvSpPr>
              <a:spLocks noChangeShapeType="1"/>
            </p:cNvSpPr>
            <p:nvPr/>
          </p:nvSpPr>
          <p:spPr bwMode="auto">
            <a:xfrm>
              <a:off x="7005852" y="17082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14"/>
            <p:cNvSpPr>
              <a:spLocks noChangeShapeType="1"/>
            </p:cNvSpPr>
            <p:nvPr/>
          </p:nvSpPr>
          <p:spPr bwMode="auto">
            <a:xfrm>
              <a:off x="6397380"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15"/>
            <p:cNvSpPr>
              <a:spLocks noChangeShapeType="1"/>
            </p:cNvSpPr>
            <p:nvPr/>
          </p:nvSpPr>
          <p:spPr bwMode="auto">
            <a:xfrm>
              <a:off x="7311780"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16"/>
            <p:cNvSpPr>
              <a:spLocks noChangeShapeType="1"/>
            </p:cNvSpPr>
            <p:nvPr/>
          </p:nvSpPr>
          <p:spPr bwMode="auto">
            <a:xfrm>
              <a:off x="5510292"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椭圆 14"/>
            <p:cNvSpPr/>
            <p:nvPr/>
          </p:nvSpPr>
          <p:spPr>
            <a:xfrm>
              <a:off x="5712342" y="1448932"/>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6842078" y="1448932"/>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5357496"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6241568"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7161654"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矩形 19"/>
          <p:cNvSpPr/>
          <p:nvPr/>
        </p:nvSpPr>
        <p:spPr>
          <a:xfrm>
            <a:off x="1590405" y="6075118"/>
            <a:ext cx="3352673" cy="400110"/>
          </a:xfrm>
          <a:prstGeom prst="rect">
            <a:avLst/>
          </a:prstGeom>
        </p:spPr>
        <p:txBody>
          <a:bodyPr wrap="square">
            <a:spAutoFit/>
          </a:bodyPr>
          <a:lstStyle/>
          <a:p>
            <a:pPr algn="ctr" eaLnBrk="0" hangingPunct="0">
              <a:buClr>
                <a:srgbClr val="0070C0"/>
              </a:buClr>
            </a:pPr>
            <a:r>
              <a:rPr lang="en-US" altLang="zh-CN" sz="2000" b="1" dirty="0" smtClean="0">
                <a:solidFill>
                  <a:srgbClr val="4D4D4D"/>
                </a:solidFill>
                <a:latin typeface="微软雅黑" pitchFamily="34" charset="-122"/>
                <a:ea typeface="微软雅黑" pitchFamily="34" charset="-122"/>
              </a:rPr>
              <a:t>(a) </a:t>
            </a:r>
            <a:r>
              <a:rPr lang="zh-CN" altLang="en-US" sz="2000" b="1" dirty="0" smtClean="0">
                <a:solidFill>
                  <a:srgbClr val="4D4D4D"/>
                </a:solidFill>
                <a:latin typeface="微软雅黑" pitchFamily="34" charset="-122"/>
                <a:ea typeface="微软雅黑" pitchFamily="34" charset="-122"/>
              </a:rPr>
              <a:t>点对点信道</a:t>
            </a:r>
            <a:endParaRPr lang="en-US" altLang="zh-CN" sz="2000" b="1" dirty="0">
              <a:solidFill>
                <a:srgbClr val="4D4D4D"/>
              </a:solidFill>
              <a:latin typeface="微软雅黑" pitchFamily="34" charset="-122"/>
              <a:ea typeface="微软雅黑" pitchFamily="34" charset="-122"/>
            </a:endParaRPr>
          </a:p>
        </p:txBody>
      </p:sp>
      <p:sp>
        <p:nvSpPr>
          <p:cNvPr id="21" name="矩形 20"/>
          <p:cNvSpPr/>
          <p:nvPr/>
        </p:nvSpPr>
        <p:spPr>
          <a:xfrm>
            <a:off x="6887294" y="6056922"/>
            <a:ext cx="3336361" cy="400110"/>
          </a:xfrm>
          <a:prstGeom prst="rect">
            <a:avLst/>
          </a:prstGeom>
        </p:spPr>
        <p:txBody>
          <a:bodyPr wrap="square">
            <a:spAutoFit/>
          </a:bodyPr>
          <a:lstStyle/>
          <a:p>
            <a:pPr algn="ctr" eaLnBrk="0" hangingPunct="0">
              <a:buClr>
                <a:srgbClr val="0070C0"/>
              </a:buClr>
            </a:pPr>
            <a:r>
              <a:rPr lang="en-US" altLang="zh-CN" sz="2000" b="1" dirty="0" smtClean="0">
                <a:solidFill>
                  <a:srgbClr val="4D4D4D"/>
                </a:solidFill>
                <a:latin typeface="微软雅黑" pitchFamily="34" charset="-122"/>
                <a:ea typeface="微软雅黑" pitchFamily="34" charset="-122"/>
              </a:rPr>
              <a:t>(b) </a:t>
            </a:r>
            <a:r>
              <a:rPr lang="zh-CN" altLang="en-US" sz="2000" b="1" dirty="0" smtClean="0">
                <a:solidFill>
                  <a:srgbClr val="4D4D4D"/>
                </a:solidFill>
                <a:latin typeface="微软雅黑" pitchFamily="34" charset="-122"/>
                <a:ea typeface="微软雅黑" pitchFamily="34" charset="-122"/>
              </a:rPr>
              <a:t>广播信道</a:t>
            </a:r>
            <a:endParaRPr lang="zh-CN" altLang="en-US" sz="2000" b="1" dirty="0">
              <a:solidFill>
                <a:srgbClr val="4D4D4D"/>
              </a:solidFill>
              <a:latin typeface="微软雅黑" pitchFamily="34" charset="-122"/>
              <a:ea typeface="微软雅黑" pitchFamily="34" charset="-122"/>
            </a:endParaRPr>
          </a:p>
        </p:txBody>
      </p:sp>
      <p:cxnSp>
        <p:nvCxnSpPr>
          <p:cNvPr id="22" name="直接箭头连接符 21"/>
          <p:cNvCxnSpPr/>
          <p:nvPr/>
        </p:nvCxnSpPr>
        <p:spPr>
          <a:xfrm>
            <a:off x="1990750" y="5374010"/>
            <a:ext cx="2566871" cy="0"/>
          </a:xfrm>
          <a:prstGeom prst="straightConnector1">
            <a:avLst/>
          </a:prstGeom>
          <a:ln w="28575">
            <a:solidFill>
              <a:srgbClr val="0000FF"/>
            </a:solidFill>
            <a:prstDash val="dash"/>
            <a:tailEnd type="stealth" w="med" len="lg"/>
          </a:ln>
        </p:spPr>
        <p:style>
          <a:lnRef idx="1">
            <a:schemeClr val="accent1"/>
          </a:lnRef>
          <a:fillRef idx="0">
            <a:schemeClr val="accent1"/>
          </a:fillRef>
          <a:effectRef idx="0">
            <a:schemeClr val="accent1"/>
          </a:effectRef>
          <a:fontRef idx="minor">
            <a:schemeClr val="tx1"/>
          </a:fontRef>
        </p:style>
      </p:cxnSp>
      <p:grpSp>
        <p:nvGrpSpPr>
          <p:cNvPr id="23" name="组合 22"/>
          <p:cNvGrpSpPr/>
          <p:nvPr/>
        </p:nvGrpSpPr>
        <p:grpSpPr>
          <a:xfrm>
            <a:off x="7560241" y="4837930"/>
            <a:ext cx="2279381" cy="727613"/>
            <a:chOff x="5750242" y="1749184"/>
            <a:chExt cx="1554398" cy="545210"/>
          </a:xfrm>
        </p:grpSpPr>
        <p:cxnSp>
          <p:nvCxnSpPr>
            <p:cNvPr id="24" name="直接箭头连接符 23"/>
            <p:cNvCxnSpPr/>
            <p:nvPr/>
          </p:nvCxnSpPr>
          <p:spPr>
            <a:xfrm>
              <a:off x="5750242" y="2115597"/>
              <a:ext cx="1550798" cy="0"/>
            </a:xfrm>
            <a:prstGeom prst="straightConnector1">
              <a:avLst/>
            </a:prstGeom>
            <a:ln w="28575">
              <a:solidFill>
                <a:srgbClr val="0000FF"/>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V="1">
              <a:off x="6058196" y="1749184"/>
              <a:ext cx="0" cy="366413"/>
            </a:xfrm>
            <a:prstGeom prst="straightConnector1">
              <a:avLst/>
            </a:prstGeom>
            <a:ln w="28575">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flipV="1">
              <a:off x="6993187" y="1749184"/>
              <a:ext cx="0" cy="366413"/>
            </a:xfrm>
            <a:prstGeom prst="straightConnector1">
              <a:avLst/>
            </a:prstGeom>
            <a:ln w="28575">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a:off x="6334062" y="2130650"/>
              <a:ext cx="0" cy="163744"/>
            </a:xfrm>
            <a:prstGeom prst="straightConnector1">
              <a:avLst/>
            </a:prstGeom>
            <a:ln w="28575">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7304640" y="2130650"/>
              <a:ext cx="0" cy="163744"/>
            </a:xfrm>
            <a:prstGeom prst="straightConnector1">
              <a:avLst/>
            </a:prstGeom>
            <a:ln w="28575">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a:off x="5750242" y="2130650"/>
              <a:ext cx="0" cy="163744"/>
            </a:xfrm>
            <a:prstGeom prst="straightConnector1">
              <a:avLst/>
            </a:prstGeom>
            <a:ln w="28575">
              <a:solidFill>
                <a:srgbClr val="0000FF"/>
              </a:solidFill>
              <a:prstDash val="dash"/>
              <a:headEnd type="stealth" w="med" len="lg"/>
              <a:tailEnd type="none" w="med" len="med"/>
            </a:ln>
          </p:spPr>
          <p:style>
            <a:lnRef idx="1">
              <a:schemeClr val="accent1"/>
            </a:lnRef>
            <a:fillRef idx="0">
              <a:schemeClr val="accent1"/>
            </a:fillRef>
            <a:effectRef idx="0">
              <a:schemeClr val="accent1"/>
            </a:effectRef>
            <a:fontRef idx="minor">
              <a:schemeClr val="tx1"/>
            </a:fontRef>
          </p:style>
        </p:cxnSp>
      </p:grpSp>
      <p:grpSp>
        <p:nvGrpSpPr>
          <p:cNvPr id="32" name="组合 31"/>
          <p:cNvGrpSpPr/>
          <p:nvPr/>
        </p:nvGrpSpPr>
        <p:grpSpPr>
          <a:xfrm>
            <a:off x="9191550" y="4972817"/>
            <a:ext cx="521077" cy="373710"/>
            <a:chOff x="6811108" y="1790491"/>
            <a:chExt cx="400271" cy="332403"/>
          </a:xfrm>
        </p:grpSpPr>
        <p:cxnSp>
          <p:nvCxnSpPr>
            <p:cNvPr id="33" name="直接箭头连接符 32"/>
            <p:cNvCxnSpPr/>
            <p:nvPr/>
          </p:nvCxnSpPr>
          <p:spPr>
            <a:xfrm flipH="1">
              <a:off x="6811108" y="2122894"/>
              <a:ext cx="400271" cy="0"/>
            </a:xfrm>
            <a:prstGeom prst="straightConnector1">
              <a:avLst/>
            </a:prstGeom>
            <a:ln w="28575">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a:off x="7205351" y="1790491"/>
              <a:ext cx="0" cy="332403"/>
            </a:xfrm>
            <a:prstGeom prst="straightConnector1">
              <a:avLst/>
            </a:prstGeom>
            <a:ln w="28575">
              <a:solidFill>
                <a:srgbClr val="0000FF"/>
              </a:solidFill>
              <a:prstDash val="dash"/>
              <a:headEnd type="none" w="med" len="lg"/>
              <a:tailEnd type="stealth" w="med" len="lg"/>
            </a:ln>
          </p:spPr>
          <p:style>
            <a:lnRef idx="1">
              <a:schemeClr val="accent1"/>
            </a:lnRef>
            <a:fillRef idx="0">
              <a:schemeClr val="accent1"/>
            </a:fillRef>
            <a:effectRef idx="0">
              <a:schemeClr val="accent1"/>
            </a:effectRef>
            <a:fontRef idx="minor">
              <a:schemeClr val="tx1"/>
            </a:fontRef>
          </p:style>
        </p:cxnSp>
      </p:grpSp>
      <p:grpSp>
        <p:nvGrpSpPr>
          <p:cNvPr id="35" name="组合 34"/>
          <p:cNvGrpSpPr/>
          <p:nvPr/>
        </p:nvGrpSpPr>
        <p:grpSpPr>
          <a:xfrm>
            <a:off x="7586397" y="4972816"/>
            <a:ext cx="1405018" cy="545210"/>
            <a:chOff x="5750242" y="1749184"/>
            <a:chExt cx="967081" cy="545210"/>
          </a:xfrm>
        </p:grpSpPr>
        <p:cxnSp>
          <p:nvCxnSpPr>
            <p:cNvPr id="36" name="直接箭头连接符 35"/>
            <p:cNvCxnSpPr/>
            <p:nvPr/>
          </p:nvCxnSpPr>
          <p:spPr>
            <a:xfrm>
              <a:off x="5750242" y="2115597"/>
              <a:ext cx="967081" cy="0"/>
            </a:xfrm>
            <a:prstGeom prst="straightConnector1">
              <a:avLst/>
            </a:prstGeom>
            <a:ln w="28575">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flipV="1">
              <a:off x="6058196" y="1749184"/>
              <a:ext cx="0" cy="366413"/>
            </a:xfrm>
            <a:prstGeom prst="straightConnector1">
              <a:avLst/>
            </a:prstGeom>
            <a:ln w="28575">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a:off x="6334062" y="2130650"/>
              <a:ext cx="0" cy="163744"/>
            </a:xfrm>
            <a:prstGeom prst="straightConnector1">
              <a:avLst/>
            </a:prstGeom>
            <a:ln w="28575">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a:off x="5750242" y="2130650"/>
              <a:ext cx="0" cy="163744"/>
            </a:xfrm>
            <a:prstGeom prst="straightConnector1">
              <a:avLst/>
            </a:prstGeom>
            <a:ln w="28575">
              <a:solidFill>
                <a:srgbClr val="0000FF"/>
              </a:solidFill>
              <a:prstDash val="dash"/>
              <a:headEnd type="stealth" w="med" len="lg"/>
              <a:tailEnd type="none" w="med" len="med"/>
            </a:ln>
          </p:spPr>
          <p:style>
            <a:lnRef idx="1">
              <a:schemeClr val="accent1"/>
            </a:lnRef>
            <a:fillRef idx="0">
              <a:schemeClr val="accent1"/>
            </a:fillRef>
            <a:effectRef idx="0">
              <a:schemeClr val="accent1"/>
            </a:effectRef>
            <a:fontRef idx="minor">
              <a:schemeClr val="tx1"/>
            </a:fontRef>
          </p:style>
        </p:cxnSp>
      </p:grpSp>
      <p:sp>
        <p:nvSpPr>
          <p:cNvPr id="40" name="爆炸形 1 39"/>
          <p:cNvSpPr/>
          <p:nvPr/>
        </p:nvSpPr>
        <p:spPr>
          <a:xfrm>
            <a:off x="8991415" y="5262913"/>
            <a:ext cx="200135" cy="245660"/>
          </a:xfrm>
          <a:prstGeom prst="irregularSeal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184980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repeatCount="indefinite" fill="hold" nodeType="afterEffect">
                                  <p:stCondLst>
                                    <p:cond delay="0"/>
                                  </p:stCondLst>
                                  <p:endCondLst>
                                    <p:cond evt="onNext" delay="0">
                                      <p:tgtEl>
                                        <p:sldTgt/>
                                      </p:tgtEl>
                                    </p:cond>
                                  </p:end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10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6387">
                                            <p:txEl>
                                              <p:pRg st="2" end="2"/>
                                            </p:txEl>
                                          </p:spTgt>
                                        </p:tgtEl>
                                        <p:attrNameLst>
                                          <p:attrName>style.visibility</p:attrName>
                                        </p:attrNameLst>
                                      </p:cBhvr>
                                      <p:to>
                                        <p:strVal val="visible"/>
                                      </p:to>
                                    </p:set>
                                    <p:animEffect transition="in" filter="fade">
                                      <p:cBhvr>
                                        <p:cTn id="12" dur="1000"/>
                                        <p:tgtEl>
                                          <p:spTgt spid="16387">
                                            <p:txEl>
                                              <p:pRg st="2" end="2"/>
                                            </p:txEl>
                                          </p:spTgt>
                                        </p:tgtEl>
                                      </p:cBhvr>
                                    </p:animEffect>
                                    <p:anim calcmode="lin" valueType="num">
                                      <p:cBhvr>
                                        <p:cTn id="13" dur="1000" fill="hold"/>
                                        <p:tgtEl>
                                          <p:spTgt spid="16387">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6387">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1000"/>
                                        <p:tgtEl>
                                          <p:spTgt spid="21"/>
                                        </p:tgtEl>
                                      </p:cBhvr>
                                    </p:animEffect>
                                    <p:anim calcmode="lin" valueType="num">
                                      <p:cBhvr>
                                        <p:cTn id="23" dur="1000" fill="hold"/>
                                        <p:tgtEl>
                                          <p:spTgt spid="21"/>
                                        </p:tgtEl>
                                        <p:attrNameLst>
                                          <p:attrName>ppt_x</p:attrName>
                                        </p:attrNameLst>
                                      </p:cBhvr>
                                      <p:tavLst>
                                        <p:tav tm="0">
                                          <p:val>
                                            <p:strVal val="#ppt_x"/>
                                          </p:val>
                                        </p:tav>
                                        <p:tav tm="100000">
                                          <p:val>
                                            <p:strVal val="#ppt_x"/>
                                          </p:val>
                                        </p:tav>
                                      </p:tavLst>
                                    </p:anim>
                                    <p:anim calcmode="lin" valueType="num">
                                      <p:cBhvr>
                                        <p:cTn id="24" dur="1000" fill="hold"/>
                                        <p:tgtEl>
                                          <p:spTgt spid="21"/>
                                        </p:tgtEl>
                                        <p:attrNameLst>
                                          <p:attrName>ppt_y</p:attrName>
                                        </p:attrNameLst>
                                      </p:cBhvr>
                                      <p:tavLst>
                                        <p:tav tm="0">
                                          <p:val>
                                            <p:strVal val="#ppt_y+.1"/>
                                          </p:val>
                                        </p:tav>
                                        <p:tav tm="100000">
                                          <p:val>
                                            <p:strVal val="#ppt_y"/>
                                          </p:val>
                                        </p:tav>
                                      </p:tavLst>
                                    </p:anim>
                                  </p:childTnLst>
                                </p:cTn>
                              </p:par>
                            </p:childTnLst>
                          </p:cTn>
                        </p:par>
                        <p:par>
                          <p:cTn id="25" fill="hold">
                            <p:stCondLst>
                              <p:cond delay="1000"/>
                            </p:stCondLst>
                            <p:childTnLst>
                              <p:par>
                                <p:cTn id="26" presetID="1" presetClass="exit" presetSubtype="0" fill="hold" nodeType="afterEffect">
                                  <p:stCondLst>
                                    <p:cond delay="0"/>
                                  </p:stCondLst>
                                  <p:childTnLst>
                                    <p:set>
                                      <p:cBhvr>
                                        <p:cTn id="27" dur="1" fill="hold">
                                          <p:stCondLst>
                                            <p:cond delay="0"/>
                                          </p:stCondLst>
                                        </p:cTn>
                                        <p:tgtEl>
                                          <p:spTgt spid="22"/>
                                        </p:tgtEl>
                                        <p:attrNameLst>
                                          <p:attrName>style.visibility</p:attrName>
                                        </p:attrNameLst>
                                      </p:cBhvr>
                                      <p:to>
                                        <p:strVal val="hidden"/>
                                      </p:to>
                                    </p:set>
                                  </p:childTnLst>
                                </p:cTn>
                              </p:par>
                              <p:par>
                                <p:cTn id="28" presetID="22" presetClass="entr" presetSubtype="8" repeatCount="indefinite" fill="hold" nodeType="withEffect">
                                  <p:stCondLst>
                                    <p:cond delay="0"/>
                                  </p:stCondLst>
                                  <p:endCondLst>
                                    <p:cond evt="onNext" delay="0">
                                      <p:tgtEl>
                                        <p:sldTgt/>
                                      </p:tgtEl>
                                    </p:cond>
                                  </p:endCondLst>
                                  <p:childTnLst>
                                    <p:set>
                                      <p:cBhvr>
                                        <p:cTn id="29" dur="1" fill="hold">
                                          <p:stCondLst>
                                            <p:cond delay="0"/>
                                          </p:stCondLst>
                                        </p:cTn>
                                        <p:tgtEl>
                                          <p:spTgt spid="23"/>
                                        </p:tgtEl>
                                        <p:attrNameLst>
                                          <p:attrName>style.visibility</p:attrName>
                                        </p:attrNameLst>
                                      </p:cBhvr>
                                      <p:to>
                                        <p:strVal val="visible"/>
                                      </p:to>
                                    </p:set>
                                    <p:animEffect transition="in" filter="wipe(left)">
                                      <p:cBhvr>
                                        <p:cTn id="30" dur="20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23"/>
                                        </p:tgtEl>
                                        <p:attrNameLst>
                                          <p:attrName>style.visibility</p:attrName>
                                        </p:attrNameLst>
                                      </p:cBhvr>
                                      <p:to>
                                        <p:strVal val="hidden"/>
                                      </p:to>
                                    </p:set>
                                  </p:childTnLst>
                                </p:cTn>
                              </p:par>
                              <p:par>
                                <p:cTn id="35" presetID="22" presetClass="entr" presetSubtype="8" repeatCount="indefinite" fill="hold"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wipe(left)">
                                      <p:cBhvr>
                                        <p:cTn id="37" dur="1500"/>
                                        <p:tgtEl>
                                          <p:spTgt spid="35"/>
                                        </p:tgtEl>
                                      </p:cBhvr>
                                    </p:animEffect>
                                  </p:childTnLst>
                                </p:cTn>
                              </p:par>
                              <p:par>
                                <p:cTn id="38" presetID="22" presetClass="entr" presetSubtype="2" repeatCount="indefinite" fill="hold"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wipe(right)">
                                      <p:cBhvr>
                                        <p:cTn id="40" dur="1500"/>
                                        <p:tgtEl>
                                          <p:spTgt spid="32"/>
                                        </p:tgtEl>
                                      </p:cBhvr>
                                    </p:animEffect>
                                  </p:childTnLst>
                                </p:cTn>
                              </p:par>
                            </p:childTnLst>
                          </p:cTn>
                        </p:par>
                        <p:par>
                          <p:cTn id="41" fill="hold">
                            <p:stCondLst>
                              <p:cond delay="1500"/>
                            </p:stCondLst>
                            <p:childTnLst>
                              <p:par>
                                <p:cTn id="42" presetID="1" presetClass="entr" presetSubtype="0" fill="hold" grpId="0" nodeType="afterEffect">
                                  <p:stCondLst>
                                    <p:cond delay="0"/>
                                  </p:stCondLst>
                                  <p:childTnLst>
                                    <p:set>
                                      <p:cBhvr>
                                        <p:cTn id="43" dur="1" fill="hold">
                                          <p:stCondLst>
                                            <p:cond delay="0"/>
                                          </p:stCondLst>
                                        </p:cTn>
                                        <p:tgtEl>
                                          <p:spTgt spid="40"/>
                                        </p:tgtEl>
                                        <p:attrNameLst>
                                          <p:attrName>style.visibility</p:attrName>
                                        </p:attrNameLst>
                                      </p:cBhvr>
                                      <p:to>
                                        <p:strVal val="visible"/>
                                      </p:to>
                                    </p:set>
                                  </p:childTnLst>
                                </p:cTn>
                              </p:par>
                            </p:childTnLst>
                          </p:cTn>
                        </p:par>
                        <p:par>
                          <p:cTn id="44" fill="hold">
                            <p:stCondLst>
                              <p:cond delay="1500"/>
                            </p:stCondLst>
                            <p:childTnLst>
                              <p:par>
                                <p:cTn id="45" presetID="35" presetClass="emph" presetSubtype="0" repeatCount="indefinite" fill="hold" grpId="1" nodeType="afterEffect">
                                  <p:stCondLst>
                                    <p:cond delay="500"/>
                                  </p:stCondLst>
                                  <p:endCondLst>
                                    <p:cond evt="onNext" delay="0">
                                      <p:tgtEl>
                                        <p:sldTgt/>
                                      </p:tgtEl>
                                    </p:cond>
                                  </p:endCondLst>
                                  <p:childTnLst>
                                    <p:anim calcmode="discrete" valueType="str">
                                      <p:cBhvr>
                                        <p:cTn id="46" dur="1500" fill="hold"/>
                                        <p:tgtEl>
                                          <p:spTgt spid="4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40" grpId="0" animBg="1"/>
      <p:bldP spid="40"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Line 3"/>
          <p:cNvSpPr>
            <a:spLocks noChangeShapeType="1"/>
          </p:cNvSpPr>
          <p:nvPr/>
        </p:nvSpPr>
        <p:spPr bwMode="auto">
          <a:xfrm flipH="1" flipV="1">
            <a:off x="10446507" y="3441425"/>
            <a:ext cx="897350" cy="6351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12291" name="Line 4"/>
          <p:cNvSpPr>
            <a:spLocks noChangeShapeType="1"/>
          </p:cNvSpPr>
          <p:nvPr/>
        </p:nvSpPr>
        <p:spPr bwMode="auto">
          <a:xfrm flipH="1" flipV="1">
            <a:off x="8990430" y="3136555"/>
            <a:ext cx="846556" cy="21595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12292" name="Line 5"/>
          <p:cNvSpPr>
            <a:spLocks noChangeShapeType="1"/>
          </p:cNvSpPr>
          <p:nvPr/>
        </p:nvSpPr>
        <p:spPr bwMode="auto">
          <a:xfrm flipV="1">
            <a:off x="7805250" y="3123852"/>
            <a:ext cx="1015868" cy="15243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12293" name="Line 6"/>
          <p:cNvSpPr>
            <a:spLocks noChangeShapeType="1"/>
          </p:cNvSpPr>
          <p:nvPr/>
        </p:nvSpPr>
        <p:spPr bwMode="auto">
          <a:xfrm flipV="1">
            <a:off x="6383036" y="3200070"/>
            <a:ext cx="1219041" cy="7621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12294" name="Line 7"/>
          <p:cNvSpPr>
            <a:spLocks noChangeShapeType="1"/>
          </p:cNvSpPr>
          <p:nvPr/>
        </p:nvSpPr>
        <p:spPr bwMode="auto">
          <a:xfrm>
            <a:off x="4960821" y="3276287"/>
            <a:ext cx="121904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12295" name="Line 8"/>
          <p:cNvSpPr>
            <a:spLocks noChangeShapeType="1"/>
          </p:cNvSpPr>
          <p:nvPr/>
        </p:nvSpPr>
        <p:spPr bwMode="auto">
          <a:xfrm>
            <a:off x="3437019" y="3047634"/>
            <a:ext cx="1219041" cy="22865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12296" name="Freeform 9"/>
          <p:cNvSpPr>
            <a:spLocks/>
          </p:cNvSpPr>
          <p:nvPr/>
        </p:nvSpPr>
        <p:spPr bwMode="auto">
          <a:xfrm>
            <a:off x="1032799" y="3085743"/>
            <a:ext cx="2336496" cy="508118"/>
          </a:xfrm>
          <a:custGeom>
            <a:avLst/>
            <a:gdLst>
              <a:gd name="T0" fmla="*/ 0 w 1104"/>
              <a:gd name="T1" fmla="*/ 2147483646 h 320"/>
              <a:gd name="T2" fmla="*/ 2147483646 w 1104"/>
              <a:gd name="T3" fmla="*/ 2147483646 h 320"/>
              <a:gd name="T4" fmla="*/ 2147483646 w 1104"/>
              <a:gd name="T5" fmla="*/ 0 h 320"/>
              <a:gd name="T6" fmla="*/ 0 60000 65536"/>
              <a:gd name="T7" fmla="*/ 0 60000 65536"/>
              <a:gd name="T8" fmla="*/ 0 60000 65536"/>
              <a:gd name="T9" fmla="*/ 0 w 1104"/>
              <a:gd name="T10" fmla="*/ 0 h 320"/>
              <a:gd name="T11" fmla="*/ 1104 w 1104"/>
              <a:gd name="T12" fmla="*/ 320 h 320"/>
            </a:gdLst>
            <a:ahLst/>
            <a:cxnLst>
              <a:cxn ang="T6">
                <a:pos x="T0" y="T1"/>
              </a:cxn>
              <a:cxn ang="T7">
                <a:pos x="T2" y="T3"/>
              </a:cxn>
              <a:cxn ang="T8">
                <a:pos x="T4" y="T5"/>
              </a:cxn>
            </a:cxnLst>
            <a:rect l="T9" t="T10" r="T11" b="T12"/>
            <a:pathLst>
              <a:path w="1104" h="320">
                <a:moveTo>
                  <a:pt x="0" y="320"/>
                </a:moveTo>
                <a:lnTo>
                  <a:pt x="568" y="200"/>
                </a:lnTo>
                <a:lnTo>
                  <a:pt x="1104" y="0"/>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lIns="108850" tIns="54425" rIns="108850" bIns="54425" anchor="ctr"/>
          <a:lstStyle/>
          <a:p>
            <a:endParaRPr lang="zh-CN" altLang="en-US" b="1"/>
          </a:p>
        </p:txBody>
      </p:sp>
      <p:grpSp>
        <p:nvGrpSpPr>
          <p:cNvPr id="12297" name="Group 10"/>
          <p:cNvGrpSpPr>
            <a:grpSpLocks/>
          </p:cNvGrpSpPr>
          <p:nvPr/>
        </p:nvGrpSpPr>
        <p:grpSpPr bwMode="auto">
          <a:xfrm>
            <a:off x="1506871" y="2895199"/>
            <a:ext cx="1504755" cy="781231"/>
            <a:chOff x="1680" y="240"/>
            <a:chExt cx="2529" cy="1270"/>
          </a:xfrm>
        </p:grpSpPr>
        <p:sp>
          <p:nvSpPr>
            <p:cNvPr id="12856" name="Oval 11"/>
            <p:cNvSpPr>
              <a:spLocks noChangeArrowheads="1"/>
            </p:cNvSpPr>
            <p:nvPr/>
          </p:nvSpPr>
          <p:spPr bwMode="auto">
            <a:xfrm>
              <a:off x="2554" y="240"/>
              <a:ext cx="1088"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57" name="Oval 12"/>
            <p:cNvSpPr>
              <a:spLocks noChangeArrowheads="1"/>
            </p:cNvSpPr>
            <p:nvPr/>
          </p:nvSpPr>
          <p:spPr bwMode="auto">
            <a:xfrm>
              <a:off x="1941" y="381"/>
              <a:ext cx="827"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58" name="Oval 13"/>
            <p:cNvSpPr>
              <a:spLocks noChangeArrowheads="1"/>
            </p:cNvSpPr>
            <p:nvPr/>
          </p:nvSpPr>
          <p:spPr bwMode="auto">
            <a:xfrm>
              <a:off x="1680" y="702"/>
              <a:ext cx="552" cy="4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59" name="Oval 14"/>
            <p:cNvSpPr>
              <a:spLocks noChangeArrowheads="1"/>
            </p:cNvSpPr>
            <p:nvPr/>
          </p:nvSpPr>
          <p:spPr bwMode="auto">
            <a:xfrm>
              <a:off x="1849" y="894"/>
              <a:ext cx="842" cy="45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60" name="Oval 15"/>
            <p:cNvSpPr>
              <a:spLocks noChangeArrowheads="1"/>
            </p:cNvSpPr>
            <p:nvPr/>
          </p:nvSpPr>
          <p:spPr bwMode="auto">
            <a:xfrm>
              <a:off x="2462" y="971"/>
              <a:ext cx="1272"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61" name="Oval 16"/>
            <p:cNvSpPr>
              <a:spLocks noChangeArrowheads="1"/>
            </p:cNvSpPr>
            <p:nvPr/>
          </p:nvSpPr>
          <p:spPr bwMode="auto">
            <a:xfrm>
              <a:off x="3289" y="394"/>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62" name="Oval 17"/>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63" name="Oval 18"/>
            <p:cNvSpPr>
              <a:spLocks noChangeArrowheads="1"/>
            </p:cNvSpPr>
            <p:nvPr/>
          </p:nvSpPr>
          <p:spPr bwMode="auto">
            <a:xfrm>
              <a:off x="3335" y="753"/>
              <a:ext cx="797" cy="66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64" name="Oval 19"/>
            <p:cNvSpPr>
              <a:spLocks noChangeArrowheads="1"/>
            </p:cNvSpPr>
            <p:nvPr/>
          </p:nvSpPr>
          <p:spPr bwMode="auto">
            <a:xfrm>
              <a:off x="2140" y="548"/>
              <a:ext cx="1640" cy="667"/>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grpSp>
      <p:grpSp>
        <p:nvGrpSpPr>
          <p:cNvPr id="12298" name="Group 20"/>
          <p:cNvGrpSpPr>
            <a:grpSpLocks/>
          </p:cNvGrpSpPr>
          <p:nvPr/>
        </p:nvGrpSpPr>
        <p:grpSpPr bwMode="auto">
          <a:xfrm>
            <a:off x="4046540" y="2895199"/>
            <a:ext cx="1504755" cy="781231"/>
            <a:chOff x="1680" y="240"/>
            <a:chExt cx="2529" cy="1270"/>
          </a:xfrm>
        </p:grpSpPr>
        <p:sp>
          <p:nvSpPr>
            <p:cNvPr id="12847" name="Oval 21"/>
            <p:cNvSpPr>
              <a:spLocks noChangeArrowheads="1"/>
            </p:cNvSpPr>
            <p:nvPr/>
          </p:nvSpPr>
          <p:spPr bwMode="auto">
            <a:xfrm>
              <a:off x="2554" y="240"/>
              <a:ext cx="1088"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48" name="Oval 22"/>
            <p:cNvSpPr>
              <a:spLocks noChangeArrowheads="1"/>
            </p:cNvSpPr>
            <p:nvPr/>
          </p:nvSpPr>
          <p:spPr bwMode="auto">
            <a:xfrm>
              <a:off x="1941" y="381"/>
              <a:ext cx="827"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49" name="Oval 23"/>
            <p:cNvSpPr>
              <a:spLocks noChangeArrowheads="1"/>
            </p:cNvSpPr>
            <p:nvPr/>
          </p:nvSpPr>
          <p:spPr bwMode="auto">
            <a:xfrm>
              <a:off x="1680" y="702"/>
              <a:ext cx="552" cy="4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50" name="Oval 24"/>
            <p:cNvSpPr>
              <a:spLocks noChangeArrowheads="1"/>
            </p:cNvSpPr>
            <p:nvPr/>
          </p:nvSpPr>
          <p:spPr bwMode="auto">
            <a:xfrm>
              <a:off x="1849" y="894"/>
              <a:ext cx="842" cy="45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51" name="Oval 25"/>
            <p:cNvSpPr>
              <a:spLocks noChangeArrowheads="1"/>
            </p:cNvSpPr>
            <p:nvPr/>
          </p:nvSpPr>
          <p:spPr bwMode="auto">
            <a:xfrm>
              <a:off x="2462" y="971"/>
              <a:ext cx="1272"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52" name="Oval 26"/>
            <p:cNvSpPr>
              <a:spLocks noChangeArrowheads="1"/>
            </p:cNvSpPr>
            <p:nvPr/>
          </p:nvSpPr>
          <p:spPr bwMode="auto">
            <a:xfrm>
              <a:off x="3289" y="394"/>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53" name="Oval 27"/>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54" name="Oval 28"/>
            <p:cNvSpPr>
              <a:spLocks noChangeArrowheads="1"/>
            </p:cNvSpPr>
            <p:nvPr/>
          </p:nvSpPr>
          <p:spPr bwMode="auto">
            <a:xfrm>
              <a:off x="3335" y="753"/>
              <a:ext cx="797" cy="66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55" name="Oval 29"/>
            <p:cNvSpPr>
              <a:spLocks noChangeArrowheads="1"/>
            </p:cNvSpPr>
            <p:nvPr/>
          </p:nvSpPr>
          <p:spPr bwMode="auto">
            <a:xfrm>
              <a:off x="2140" y="548"/>
              <a:ext cx="1640" cy="667"/>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grpSp>
      <p:sp>
        <p:nvSpPr>
          <p:cNvPr id="12299" name="Text Box 30"/>
          <p:cNvSpPr txBox="1">
            <a:spLocks noChangeArrowheads="1"/>
          </p:cNvSpPr>
          <p:nvPr/>
        </p:nvSpPr>
        <p:spPr bwMode="auto">
          <a:xfrm>
            <a:off x="4300507" y="3084155"/>
            <a:ext cx="1027739" cy="433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局域网</a:t>
            </a:r>
          </a:p>
        </p:txBody>
      </p:sp>
      <p:pic>
        <p:nvPicPr>
          <p:cNvPr id="12300" name="Picture 3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70354" y="2926957"/>
            <a:ext cx="588357" cy="301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2301" name="Picture 3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76689" y="3123853"/>
            <a:ext cx="588357" cy="301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2302" name="Picture 3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954441" y="3187367"/>
            <a:ext cx="711107" cy="470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03" name="Picture 3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7945" y="2974593"/>
            <a:ext cx="588357" cy="301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nvGrpSpPr>
          <p:cNvPr id="12304" name="Group 35"/>
          <p:cNvGrpSpPr>
            <a:grpSpLocks/>
          </p:cNvGrpSpPr>
          <p:nvPr/>
        </p:nvGrpSpPr>
        <p:grpSpPr bwMode="auto">
          <a:xfrm>
            <a:off x="6890970" y="2895199"/>
            <a:ext cx="1504755" cy="781231"/>
            <a:chOff x="1680" y="240"/>
            <a:chExt cx="2529" cy="1270"/>
          </a:xfrm>
        </p:grpSpPr>
        <p:sp>
          <p:nvSpPr>
            <p:cNvPr id="12838" name="Oval 36"/>
            <p:cNvSpPr>
              <a:spLocks noChangeArrowheads="1"/>
            </p:cNvSpPr>
            <p:nvPr/>
          </p:nvSpPr>
          <p:spPr bwMode="auto">
            <a:xfrm>
              <a:off x="2554" y="240"/>
              <a:ext cx="1088"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39" name="Oval 37"/>
            <p:cNvSpPr>
              <a:spLocks noChangeArrowheads="1"/>
            </p:cNvSpPr>
            <p:nvPr/>
          </p:nvSpPr>
          <p:spPr bwMode="auto">
            <a:xfrm>
              <a:off x="1941" y="381"/>
              <a:ext cx="827"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40" name="Oval 38"/>
            <p:cNvSpPr>
              <a:spLocks noChangeArrowheads="1"/>
            </p:cNvSpPr>
            <p:nvPr/>
          </p:nvSpPr>
          <p:spPr bwMode="auto">
            <a:xfrm>
              <a:off x="1680" y="702"/>
              <a:ext cx="552" cy="4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41" name="Oval 39"/>
            <p:cNvSpPr>
              <a:spLocks noChangeArrowheads="1"/>
            </p:cNvSpPr>
            <p:nvPr/>
          </p:nvSpPr>
          <p:spPr bwMode="auto">
            <a:xfrm>
              <a:off x="1849" y="894"/>
              <a:ext cx="842" cy="45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42" name="Oval 40"/>
            <p:cNvSpPr>
              <a:spLocks noChangeArrowheads="1"/>
            </p:cNvSpPr>
            <p:nvPr/>
          </p:nvSpPr>
          <p:spPr bwMode="auto">
            <a:xfrm>
              <a:off x="2462" y="971"/>
              <a:ext cx="1272"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43" name="Oval 41"/>
            <p:cNvSpPr>
              <a:spLocks noChangeArrowheads="1"/>
            </p:cNvSpPr>
            <p:nvPr/>
          </p:nvSpPr>
          <p:spPr bwMode="auto">
            <a:xfrm>
              <a:off x="3289" y="394"/>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44" name="Oval 42"/>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45" name="Oval 43"/>
            <p:cNvSpPr>
              <a:spLocks noChangeArrowheads="1"/>
            </p:cNvSpPr>
            <p:nvPr/>
          </p:nvSpPr>
          <p:spPr bwMode="auto">
            <a:xfrm>
              <a:off x="3335" y="753"/>
              <a:ext cx="797" cy="66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46" name="Oval 44"/>
            <p:cNvSpPr>
              <a:spLocks noChangeArrowheads="1"/>
            </p:cNvSpPr>
            <p:nvPr/>
          </p:nvSpPr>
          <p:spPr bwMode="auto">
            <a:xfrm>
              <a:off x="2140" y="548"/>
              <a:ext cx="1640" cy="667"/>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grpSp>
      <p:sp>
        <p:nvSpPr>
          <p:cNvPr id="12305" name="Text Box 45"/>
          <p:cNvSpPr txBox="1">
            <a:spLocks noChangeArrowheads="1"/>
          </p:cNvSpPr>
          <p:nvPr/>
        </p:nvSpPr>
        <p:spPr bwMode="auto">
          <a:xfrm>
            <a:off x="7111074" y="3084155"/>
            <a:ext cx="1027739" cy="433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广域网</a:t>
            </a:r>
          </a:p>
        </p:txBody>
      </p:sp>
      <p:sp>
        <p:nvSpPr>
          <p:cNvPr id="12306" name="Text Box 46"/>
          <p:cNvSpPr txBox="1">
            <a:spLocks noChangeArrowheads="1"/>
          </p:cNvSpPr>
          <p:nvPr/>
        </p:nvSpPr>
        <p:spPr bwMode="auto">
          <a:xfrm>
            <a:off x="425395" y="2709714"/>
            <a:ext cx="1112699" cy="433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dirty="0">
                <a:solidFill>
                  <a:srgbClr val="333399"/>
                </a:solidFill>
                <a:latin typeface="Arial" charset="0"/>
              </a:rPr>
              <a:t>主机</a:t>
            </a:r>
            <a:r>
              <a:rPr kumimoji="1" lang="zh-CN" altLang="en-US" sz="1700" dirty="0">
                <a:solidFill>
                  <a:srgbClr val="333399"/>
                </a:solidFill>
                <a:latin typeface="Arial" charset="0"/>
              </a:rPr>
              <a:t> </a:t>
            </a:r>
            <a:r>
              <a:rPr kumimoji="1" lang="en-US" altLang="zh-CN" sz="2100" dirty="0">
                <a:solidFill>
                  <a:srgbClr val="333399"/>
                </a:solidFill>
                <a:latin typeface="Arial" charset="0"/>
              </a:rPr>
              <a:t>H</a:t>
            </a:r>
            <a:r>
              <a:rPr kumimoji="1" lang="en-US" altLang="zh-CN" sz="2100" baseline="-25000" dirty="0">
                <a:solidFill>
                  <a:srgbClr val="333399"/>
                </a:solidFill>
                <a:latin typeface="Arial" charset="0"/>
              </a:rPr>
              <a:t>1</a:t>
            </a:r>
          </a:p>
        </p:txBody>
      </p:sp>
      <p:sp>
        <p:nvSpPr>
          <p:cNvPr id="12307" name="Text Box 47"/>
          <p:cNvSpPr txBox="1">
            <a:spLocks noChangeArrowheads="1"/>
          </p:cNvSpPr>
          <p:nvPr/>
        </p:nvSpPr>
        <p:spPr bwMode="auto">
          <a:xfrm>
            <a:off x="10698358" y="2781722"/>
            <a:ext cx="1112699" cy="433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dirty="0">
                <a:solidFill>
                  <a:srgbClr val="333399"/>
                </a:solidFill>
                <a:latin typeface="Arial" charset="0"/>
              </a:rPr>
              <a:t>主机</a:t>
            </a:r>
            <a:r>
              <a:rPr kumimoji="1" lang="zh-CN" altLang="en-US" sz="1700" dirty="0">
                <a:solidFill>
                  <a:srgbClr val="333399"/>
                </a:solidFill>
                <a:latin typeface="Arial" charset="0"/>
              </a:rPr>
              <a:t> </a:t>
            </a:r>
            <a:r>
              <a:rPr kumimoji="1" lang="en-US" altLang="zh-CN" sz="2100" dirty="0">
                <a:solidFill>
                  <a:srgbClr val="333399"/>
                </a:solidFill>
                <a:latin typeface="Arial" charset="0"/>
              </a:rPr>
              <a:t>H</a:t>
            </a:r>
            <a:r>
              <a:rPr kumimoji="1" lang="en-US" altLang="zh-CN" sz="2100" baseline="-25000" dirty="0">
                <a:solidFill>
                  <a:srgbClr val="333399"/>
                </a:solidFill>
                <a:latin typeface="Arial" charset="0"/>
              </a:rPr>
              <a:t>2</a:t>
            </a:r>
          </a:p>
        </p:txBody>
      </p:sp>
      <p:sp>
        <p:nvSpPr>
          <p:cNvPr id="12308" name="Text Box 48"/>
          <p:cNvSpPr txBox="1">
            <a:spLocks noChangeArrowheads="1"/>
          </p:cNvSpPr>
          <p:nvPr/>
        </p:nvSpPr>
        <p:spPr bwMode="auto">
          <a:xfrm>
            <a:off x="2730145" y="2493690"/>
            <a:ext cx="1359562" cy="433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dirty="0">
                <a:solidFill>
                  <a:srgbClr val="333399"/>
                </a:solidFill>
                <a:latin typeface="Arial" charset="0"/>
              </a:rPr>
              <a:t>路由器</a:t>
            </a:r>
            <a:r>
              <a:rPr kumimoji="1" lang="zh-CN" altLang="en-US" sz="1100" dirty="0">
                <a:solidFill>
                  <a:srgbClr val="333399"/>
                </a:solidFill>
                <a:latin typeface="Arial" charset="0"/>
              </a:rPr>
              <a:t> </a:t>
            </a:r>
            <a:r>
              <a:rPr kumimoji="1" lang="en-US" altLang="zh-CN" sz="2100" dirty="0">
                <a:solidFill>
                  <a:srgbClr val="333399"/>
                </a:solidFill>
                <a:latin typeface="Arial" charset="0"/>
              </a:rPr>
              <a:t>R</a:t>
            </a:r>
            <a:r>
              <a:rPr kumimoji="1" lang="en-US" altLang="zh-CN" sz="2100" baseline="-25000" dirty="0">
                <a:solidFill>
                  <a:srgbClr val="333399"/>
                </a:solidFill>
                <a:latin typeface="Arial" charset="0"/>
              </a:rPr>
              <a:t>1</a:t>
            </a:r>
          </a:p>
        </p:txBody>
      </p:sp>
      <p:sp>
        <p:nvSpPr>
          <p:cNvPr id="12309" name="Text Box 49"/>
          <p:cNvSpPr txBox="1">
            <a:spLocks noChangeArrowheads="1"/>
          </p:cNvSpPr>
          <p:nvPr/>
        </p:nvSpPr>
        <p:spPr bwMode="auto">
          <a:xfrm>
            <a:off x="5608437" y="2709714"/>
            <a:ext cx="1359562" cy="433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dirty="0">
                <a:solidFill>
                  <a:srgbClr val="333399"/>
                </a:solidFill>
                <a:latin typeface="Arial" charset="0"/>
              </a:rPr>
              <a:t>路由器</a:t>
            </a:r>
            <a:r>
              <a:rPr kumimoji="1" lang="zh-CN" altLang="en-US" sz="1100" dirty="0">
                <a:solidFill>
                  <a:srgbClr val="333399"/>
                </a:solidFill>
                <a:latin typeface="Arial" charset="0"/>
              </a:rPr>
              <a:t> </a:t>
            </a:r>
            <a:r>
              <a:rPr kumimoji="1" lang="en-US" altLang="zh-CN" sz="2100" dirty="0">
                <a:solidFill>
                  <a:srgbClr val="333399"/>
                </a:solidFill>
                <a:latin typeface="Arial" charset="0"/>
              </a:rPr>
              <a:t>R</a:t>
            </a:r>
            <a:r>
              <a:rPr kumimoji="1" lang="en-US" altLang="zh-CN" sz="2100" baseline="-25000" dirty="0">
                <a:solidFill>
                  <a:srgbClr val="333399"/>
                </a:solidFill>
                <a:latin typeface="Arial" charset="0"/>
              </a:rPr>
              <a:t>2</a:t>
            </a:r>
          </a:p>
        </p:txBody>
      </p:sp>
      <p:sp>
        <p:nvSpPr>
          <p:cNvPr id="12310" name="Text Box 50"/>
          <p:cNvSpPr txBox="1">
            <a:spLocks noChangeArrowheads="1"/>
          </p:cNvSpPr>
          <p:nvPr/>
        </p:nvSpPr>
        <p:spPr bwMode="auto">
          <a:xfrm>
            <a:off x="8201017" y="2565698"/>
            <a:ext cx="1359562" cy="433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dirty="0">
                <a:solidFill>
                  <a:srgbClr val="333399"/>
                </a:solidFill>
                <a:latin typeface="Arial" charset="0"/>
              </a:rPr>
              <a:t>路由器</a:t>
            </a:r>
            <a:r>
              <a:rPr kumimoji="1" lang="zh-CN" altLang="en-US" sz="1100" dirty="0">
                <a:solidFill>
                  <a:srgbClr val="333399"/>
                </a:solidFill>
                <a:latin typeface="Arial" charset="0"/>
              </a:rPr>
              <a:t> </a:t>
            </a:r>
            <a:r>
              <a:rPr kumimoji="1" lang="en-US" altLang="zh-CN" sz="2100" dirty="0">
                <a:solidFill>
                  <a:srgbClr val="333399"/>
                </a:solidFill>
                <a:latin typeface="Arial" charset="0"/>
              </a:rPr>
              <a:t>R</a:t>
            </a:r>
            <a:r>
              <a:rPr kumimoji="1" lang="en-US" altLang="zh-CN" sz="2100" baseline="-25000" dirty="0">
                <a:solidFill>
                  <a:srgbClr val="333399"/>
                </a:solidFill>
                <a:latin typeface="Arial" charset="0"/>
              </a:rPr>
              <a:t>3</a:t>
            </a:r>
          </a:p>
        </p:txBody>
      </p:sp>
      <p:sp>
        <p:nvSpPr>
          <p:cNvPr id="12311" name="Text Box 51"/>
          <p:cNvSpPr txBox="1">
            <a:spLocks noChangeArrowheads="1"/>
          </p:cNvSpPr>
          <p:nvPr/>
        </p:nvSpPr>
        <p:spPr bwMode="auto">
          <a:xfrm>
            <a:off x="1710044" y="3096858"/>
            <a:ext cx="1027739" cy="433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电话网</a:t>
            </a:r>
          </a:p>
        </p:txBody>
      </p:sp>
      <p:grpSp>
        <p:nvGrpSpPr>
          <p:cNvPr id="12312" name="Group 52"/>
          <p:cNvGrpSpPr>
            <a:grpSpLocks/>
          </p:cNvGrpSpPr>
          <p:nvPr/>
        </p:nvGrpSpPr>
        <p:grpSpPr bwMode="auto">
          <a:xfrm>
            <a:off x="491003" y="3123852"/>
            <a:ext cx="886769" cy="546226"/>
            <a:chOff x="624" y="2968"/>
            <a:chExt cx="1331" cy="920"/>
          </a:xfrm>
        </p:grpSpPr>
        <p:sp>
          <p:nvSpPr>
            <p:cNvPr id="12386" name="Freeform 53"/>
            <p:cNvSpPr>
              <a:spLocks/>
            </p:cNvSpPr>
            <p:nvPr/>
          </p:nvSpPr>
          <p:spPr bwMode="auto">
            <a:xfrm>
              <a:off x="1238" y="2968"/>
              <a:ext cx="713" cy="770"/>
            </a:xfrm>
            <a:custGeom>
              <a:avLst/>
              <a:gdLst>
                <a:gd name="T0" fmla="*/ 1 w 1426"/>
                <a:gd name="T1" fmla="*/ 0 h 2309"/>
                <a:gd name="T2" fmla="*/ 1 w 1426"/>
                <a:gd name="T3" fmla="*/ 0 h 2309"/>
                <a:gd name="T4" fmla="*/ 0 w 1426"/>
                <a:gd name="T5" fmla="*/ 0 h 2309"/>
                <a:gd name="T6" fmla="*/ 1 w 1426"/>
                <a:gd name="T7" fmla="*/ 0 h 2309"/>
                <a:gd name="T8" fmla="*/ 1 w 1426"/>
                <a:gd name="T9" fmla="*/ 0 h 2309"/>
                <a:gd name="T10" fmla="*/ 1 w 1426"/>
                <a:gd name="T11" fmla="*/ 0 h 2309"/>
                <a:gd name="T12" fmla="*/ 1 w 1426"/>
                <a:gd name="T13" fmla="*/ 0 h 2309"/>
                <a:gd name="T14" fmla="*/ 1 w 1426"/>
                <a:gd name="T15" fmla="*/ 0 h 2309"/>
                <a:gd name="T16" fmla="*/ 1 w 1426"/>
                <a:gd name="T17" fmla="*/ 0 h 2309"/>
                <a:gd name="T18" fmla="*/ 1 w 1426"/>
                <a:gd name="T19" fmla="*/ 0 h 2309"/>
                <a:gd name="T20" fmla="*/ 1 w 1426"/>
                <a:gd name="T21" fmla="*/ 0 h 2309"/>
                <a:gd name="T22" fmla="*/ 1 w 1426"/>
                <a:gd name="T23" fmla="*/ 0 h 2309"/>
                <a:gd name="T24" fmla="*/ 1 w 1426"/>
                <a:gd name="T25" fmla="*/ 0 h 23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2309"/>
                <a:gd name="T41" fmla="*/ 1426 w 1426"/>
                <a:gd name="T42" fmla="*/ 2309 h 23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387" name="Freeform 54"/>
            <p:cNvSpPr>
              <a:spLocks/>
            </p:cNvSpPr>
            <p:nvPr/>
          </p:nvSpPr>
          <p:spPr bwMode="auto">
            <a:xfrm>
              <a:off x="1668" y="3087"/>
              <a:ext cx="286" cy="660"/>
            </a:xfrm>
            <a:custGeom>
              <a:avLst/>
              <a:gdLst>
                <a:gd name="T0" fmla="*/ 0 w 573"/>
                <a:gd name="T1" fmla="*/ 0 h 1980"/>
                <a:gd name="T2" fmla="*/ 0 w 573"/>
                <a:gd name="T3" fmla="*/ 0 h 1980"/>
                <a:gd name="T4" fmla="*/ 0 w 573"/>
                <a:gd name="T5" fmla="*/ 0 h 1980"/>
                <a:gd name="T6" fmla="*/ 0 w 573"/>
                <a:gd name="T7" fmla="*/ 0 h 1980"/>
                <a:gd name="T8" fmla="*/ 0 w 573"/>
                <a:gd name="T9" fmla="*/ 0 h 1980"/>
                <a:gd name="T10" fmla="*/ 0 w 573"/>
                <a:gd name="T11" fmla="*/ 0 h 1980"/>
                <a:gd name="T12" fmla="*/ 0 w 573"/>
                <a:gd name="T13" fmla="*/ 0 h 1980"/>
                <a:gd name="T14" fmla="*/ 0 w 573"/>
                <a:gd name="T15" fmla="*/ 0 h 1980"/>
                <a:gd name="T16" fmla="*/ 0 w 573"/>
                <a:gd name="T17" fmla="*/ 0 h 1980"/>
                <a:gd name="T18" fmla="*/ 0 w 573"/>
                <a:gd name="T19" fmla="*/ 0 h 1980"/>
                <a:gd name="T20" fmla="*/ 0 w 573"/>
                <a:gd name="T21" fmla="*/ 0 h 1980"/>
                <a:gd name="T22" fmla="*/ 0 w 573"/>
                <a:gd name="T23" fmla="*/ 0 h 1980"/>
                <a:gd name="T24" fmla="*/ 0 w 573"/>
                <a:gd name="T25" fmla="*/ 0 h 1980"/>
                <a:gd name="T26" fmla="*/ 0 w 573"/>
                <a:gd name="T27" fmla="*/ 0 h 1980"/>
                <a:gd name="T28" fmla="*/ 0 w 573"/>
                <a:gd name="T29" fmla="*/ 0 h 1980"/>
                <a:gd name="T30" fmla="*/ 0 w 573"/>
                <a:gd name="T31" fmla="*/ 0 h 19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3"/>
                <a:gd name="T49" fmla="*/ 0 h 1980"/>
                <a:gd name="T50" fmla="*/ 573 w 573"/>
                <a:gd name="T51" fmla="*/ 1980 h 198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endParaRPr lang="zh-CN" altLang="en-US" b="1"/>
            </a:p>
          </p:txBody>
        </p:sp>
        <p:sp>
          <p:nvSpPr>
            <p:cNvPr id="12388" name="Freeform 55"/>
            <p:cNvSpPr>
              <a:spLocks/>
            </p:cNvSpPr>
            <p:nvPr/>
          </p:nvSpPr>
          <p:spPr bwMode="auto">
            <a:xfrm>
              <a:off x="1432" y="2970"/>
              <a:ext cx="523" cy="147"/>
            </a:xfrm>
            <a:custGeom>
              <a:avLst/>
              <a:gdLst>
                <a:gd name="T0" fmla="*/ 0 w 1045"/>
                <a:gd name="T1" fmla="*/ 0 h 441"/>
                <a:gd name="T2" fmla="*/ 1 w 1045"/>
                <a:gd name="T3" fmla="*/ 0 h 441"/>
                <a:gd name="T4" fmla="*/ 1 w 1045"/>
                <a:gd name="T5" fmla="*/ 0 h 441"/>
                <a:gd name="T6" fmla="*/ 1 w 1045"/>
                <a:gd name="T7" fmla="*/ 0 h 441"/>
                <a:gd name="T8" fmla="*/ 1 w 1045"/>
                <a:gd name="T9" fmla="*/ 0 h 441"/>
                <a:gd name="T10" fmla="*/ 1 w 1045"/>
                <a:gd name="T11" fmla="*/ 0 h 441"/>
                <a:gd name="T12" fmla="*/ 0 w 1045"/>
                <a:gd name="T13" fmla="*/ 0 h 441"/>
                <a:gd name="T14" fmla="*/ 0 60000 65536"/>
                <a:gd name="T15" fmla="*/ 0 60000 65536"/>
                <a:gd name="T16" fmla="*/ 0 60000 65536"/>
                <a:gd name="T17" fmla="*/ 0 60000 65536"/>
                <a:gd name="T18" fmla="*/ 0 60000 65536"/>
                <a:gd name="T19" fmla="*/ 0 60000 65536"/>
                <a:gd name="T20" fmla="*/ 0 60000 65536"/>
                <a:gd name="T21" fmla="*/ 0 w 1045"/>
                <a:gd name="T22" fmla="*/ 0 h 441"/>
                <a:gd name="T23" fmla="*/ 1045 w 1045"/>
                <a:gd name="T24" fmla="*/ 441 h 4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endParaRPr lang="zh-CN" altLang="en-US" b="1"/>
            </a:p>
          </p:txBody>
        </p:sp>
        <p:sp>
          <p:nvSpPr>
            <p:cNvPr id="12389" name="Freeform 56"/>
            <p:cNvSpPr>
              <a:spLocks/>
            </p:cNvSpPr>
            <p:nvPr/>
          </p:nvSpPr>
          <p:spPr bwMode="auto">
            <a:xfrm>
              <a:off x="1315" y="3056"/>
              <a:ext cx="478" cy="573"/>
            </a:xfrm>
            <a:custGeom>
              <a:avLst/>
              <a:gdLst>
                <a:gd name="T0" fmla="*/ 1 w 955"/>
                <a:gd name="T1" fmla="*/ 0 h 1719"/>
                <a:gd name="T2" fmla="*/ 0 w 955"/>
                <a:gd name="T3" fmla="*/ 0 h 1719"/>
                <a:gd name="T4" fmla="*/ 1 w 955"/>
                <a:gd name="T5" fmla="*/ 0 h 1719"/>
                <a:gd name="T6" fmla="*/ 1 w 955"/>
                <a:gd name="T7" fmla="*/ 0 h 1719"/>
                <a:gd name="T8" fmla="*/ 1 w 955"/>
                <a:gd name="T9" fmla="*/ 0 h 1719"/>
                <a:gd name="T10" fmla="*/ 0 60000 65536"/>
                <a:gd name="T11" fmla="*/ 0 60000 65536"/>
                <a:gd name="T12" fmla="*/ 0 60000 65536"/>
                <a:gd name="T13" fmla="*/ 0 60000 65536"/>
                <a:gd name="T14" fmla="*/ 0 60000 65536"/>
                <a:gd name="T15" fmla="*/ 0 w 955"/>
                <a:gd name="T16" fmla="*/ 0 h 1719"/>
                <a:gd name="T17" fmla="*/ 955 w 955"/>
                <a:gd name="T18" fmla="*/ 1719 h 1719"/>
              </a:gdLst>
              <a:ahLst/>
              <a:cxnLst>
                <a:cxn ang="T10">
                  <a:pos x="T0" y="T1"/>
                </a:cxn>
                <a:cxn ang="T11">
                  <a:pos x="T2" y="T3"/>
                </a:cxn>
                <a:cxn ang="T12">
                  <a:pos x="T4" y="T5"/>
                </a:cxn>
                <a:cxn ang="T13">
                  <a:pos x="T6" y="T7"/>
                </a:cxn>
                <a:cxn ang="T14">
                  <a:pos x="T8" y="T9"/>
                </a:cxn>
              </a:cxnLst>
              <a:rect l="T15" t="T16" r="T17" b="T18"/>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endParaRPr lang="zh-CN" altLang="en-US" b="1"/>
            </a:p>
          </p:txBody>
        </p:sp>
        <p:sp>
          <p:nvSpPr>
            <p:cNvPr id="12390" name="Freeform 57"/>
            <p:cNvSpPr>
              <a:spLocks/>
            </p:cNvSpPr>
            <p:nvPr/>
          </p:nvSpPr>
          <p:spPr bwMode="auto">
            <a:xfrm>
              <a:off x="1337" y="3076"/>
              <a:ext cx="431" cy="529"/>
            </a:xfrm>
            <a:custGeom>
              <a:avLst/>
              <a:gdLst>
                <a:gd name="T0" fmla="*/ 1 w 862"/>
                <a:gd name="T1" fmla="*/ 0 h 1587"/>
                <a:gd name="T2" fmla="*/ 0 w 862"/>
                <a:gd name="T3" fmla="*/ 0 h 1587"/>
                <a:gd name="T4" fmla="*/ 1 w 862"/>
                <a:gd name="T5" fmla="*/ 0 h 1587"/>
                <a:gd name="T6" fmla="*/ 1 w 862"/>
                <a:gd name="T7" fmla="*/ 0 h 1587"/>
                <a:gd name="T8" fmla="*/ 1 w 862"/>
                <a:gd name="T9" fmla="*/ 0 h 1587"/>
                <a:gd name="T10" fmla="*/ 0 60000 65536"/>
                <a:gd name="T11" fmla="*/ 0 60000 65536"/>
                <a:gd name="T12" fmla="*/ 0 60000 65536"/>
                <a:gd name="T13" fmla="*/ 0 60000 65536"/>
                <a:gd name="T14" fmla="*/ 0 60000 65536"/>
                <a:gd name="T15" fmla="*/ 0 w 862"/>
                <a:gd name="T16" fmla="*/ 0 h 1587"/>
                <a:gd name="T17" fmla="*/ 862 w 862"/>
                <a:gd name="T18" fmla="*/ 1587 h 1587"/>
              </a:gdLst>
              <a:ahLst/>
              <a:cxnLst>
                <a:cxn ang="T10">
                  <a:pos x="T0" y="T1"/>
                </a:cxn>
                <a:cxn ang="T11">
                  <a:pos x="T2" y="T3"/>
                </a:cxn>
                <a:cxn ang="T12">
                  <a:pos x="T4" y="T5"/>
                </a:cxn>
                <a:cxn ang="T13">
                  <a:pos x="T6" y="T7"/>
                </a:cxn>
                <a:cxn ang="T14">
                  <a:pos x="T8" y="T9"/>
                </a:cxn>
              </a:cxnLst>
              <a:rect l="T15" t="T16" r="T17" b="T18"/>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endParaRPr lang="zh-CN" altLang="en-US" b="1"/>
            </a:p>
          </p:txBody>
        </p:sp>
        <p:sp>
          <p:nvSpPr>
            <p:cNvPr id="12391" name="Freeform 58"/>
            <p:cNvSpPr>
              <a:spLocks/>
            </p:cNvSpPr>
            <p:nvPr/>
          </p:nvSpPr>
          <p:spPr bwMode="auto">
            <a:xfrm>
              <a:off x="1233" y="2968"/>
              <a:ext cx="203" cy="494"/>
            </a:xfrm>
            <a:custGeom>
              <a:avLst/>
              <a:gdLst>
                <a:gd name="T0" fmla="*/ 0 w 408"/>
                <a:gd name="T1" fmla="*/ 0 h 1480"/>
                <a:gd name="T2" fmla="*/ 0 w 408"/>
                <a:gd name="T3" fmla="*/ 0 h 1480"/>
                <a:gd name="T4" fmla="*/ 0 w 408"/>
                <a:gd name="T5" fmla="*/ 0 h 1480"/>
                <a:gd name="T6" fmla="*/ 0 w 408"/>
                <a:gd name="T7" fmla="*/ 0 h 1480"/>
                <a:gd name="T8" fmla="*/ 0 w 408"/>
                <a:gd name="T9" fmla="*/ 0 h 1480"/>
                <a:gd name="T10" fmla="*/ 0 w 408"/>
                <a:gd name="T11" fmla="*/ 0 h 1480"/>
                <a:gd name="T12" fmla="*/ 0 w 408"/>
                <a:gd name="T13" fmla="*/ 0 h 1480"/>
                <a:gd name="T14" fmla="*/ 0 w 408"/>
                <a:gd name="T15" fmla="*/ 0 h 1480"/>
                <a:gd name="T16" fmla="*/ 0 w 408"/>
                <a:gd name="T17" fmla="*/ 0 h 1480"/>
                <a:gd name="T18" fmla="*/ 0 w 408"/>
                <a:gd name="T19" fmla="*/ 0 h 1480"/>
                <a:gd name="T20" fmla="*/ 0 w 408"/>
                <a:gd name="T21" fmla="*/ 0 h 1480"/>
                <a:gd name="T22" fmla="*/ 0 w 408"/>
                <a:gd name="T23" fmla="*/ 0 h 1480"/>
                <a:gd name="T24" fmla="*/ 0 w 408"/>
                <a:gd name="T25" fmla="*/ 0 h 1480"/>
                <a:gd name="T26" fmla="*/ 0 w 408"/>
                <a:gd name="T27" fmla="*/ 0 h 1480"/>
                <a:gd name="T28" fmla="*/ 0 w 408"/>
                <a:gd name="T29" fmla="*/ 0 h 1480"/>
                <a:gd name="T30" fmla="*/ 0 w 408"/>
                <a:gd name="T31" fmla="*/ 0 h 14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08"/>
                <a:gd name="T49" fmla="*/ 0 h 1480"/>
                <a:gd name="T50" fmla="*/ 408 w 408"/>
                <a:gd name="T51" fmla="*/ 1480 h 148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392" name="Freeform 59"/>
            <p:cNvSpPr>
              <a:spLocks/>
            </p:cNvSpPr>
            <p:nvPr/>
          </p:nvSpPr>
          <p:spPr bwMode="auto">
            <a:xfrm>
              <a:off x="1204" y="3479"/>
              <a:ext cx="532" cy="321"/>
            </a:xfrm>
            <a:custGeom>
              <a:avLst/>
              <a:gdLst>
                <a:gd name="T0" fmla="*/ 0 w 1065"/>
                <a:gd name="T1" fmla="*/ 0 h 963"/>
                <a:gd name="T2" fmla="*/ 0 w 1065"/>
                <a:gd name="T3" fmla="*/ 0 h 963"/>
                <a:gd name="T4" fmla="*/ 0 w 1065"/>
                <a:gd name="T5" fmla="*/ 0 h 963"/>
                <a:gd name="T6" fmla="*/ 0 w 1065"/>
                <a:gd name="T7" fmla="*/ 0 h 963"/>
                <a:gd name="T8" fmla="*/ 0 w 1065"/>
                <a:gd name="T9" fmla="*/ 0 h 963"/>
                <a:gd name="T10" fmla="*/ 0 w 1065"/>
                <a:gd name="T11" fmla="*/ 0 h 963"/>
                <a:gd name="T12" fmla="*/ 0 w 1065"/>
                <a:gd name="T13" fmla="*/ 0 h 963"/>
                <a:gd name="T14" fmla="*/ 0 w 1065"/>
                <a:gd name="T15" fmla="*/ 0 h 963"/>
                <a:gd name="T16" fmla="*/ 0 w 1065"/>
                <a:gd name="T17" fmla="*/ 0 h 963"/>
                <a:gd name="T18" fmla="*/ 0 w 1065"/>
                <a:gd name="T19" fmla="*/ 0 h 9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65"/>
                <a:gd name="T31" fmla="*/ 0 h 963"/>
                <a:gd name="T32" fmla="*/ 1065 w 1065"/>
                <a:gd name="T33" fmla="*/ 963 h 9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393" name="Freeform 60"/>
            <p:cNvSpPr>
              <a:spLocks/>
            </p:cNvSpPr>
            <p:nvPr/>
          </p:nvSpPr>
          <p:spPr bwMode="auto">
            <a:xfrm>
              <a:off x="642" y="3519"/>
              <a:ext cx="985" cy="288"/>
            </a:xfrm>
            <a:custGeom>
              <a:avLst/>
              <a:gdLst>
                <a:gd name="T0" fmla="*/ 0 w 1969"/>
                <a:gd name="T1" fmla="*/ 0 h 862"/>
                <a:gd name="T2" fmla="*/ 1 w 1969"/>
                <a:gd name="T3" fmla="*/ 0 h 862"/>
                <a:gd name="T4" fmla="*/ 1 w 1969"/>
                <a:gd name="T5" fmla="*/ 0 h 862"/>
                <a:gd name="T6" fmla="*/ 1 w 1969"/>
                <a:gd name="T7" fmla="*/ 0 h 862"/>
                <a:gd name="T8" fmla="*/ 0 w 1969"/>
                <a:gd name="T9" fmla="*/ 0 h 862"/>
                <a:gd name="T10" fmla="*/ 0 60000 65536"/>
                <a:gd name="T11" fmla="*/ 0 60000 65536"/>
                <a:gd name="T12" fmla="*/ 0 60000 65536"/>
                <a:gd name="T13" fmla="*/ 0 60000 65536"/>
                <a:gd name="T14" fmla="*/ 0 60000 65536"/>
                <a:gd name="T15" fmla="*/ 0 w 1969"/>
                <a:gd name="T16" fmla="*/ 0 h 862"/>
                <a:gd name="T17" fmla="*/ 1969 w 1969"/>
                <a:gd name="T18" fmla="*/ 862 h 862"/>
              </a:gdLst>
              <a:ahLst/>
              <a:cxnLst>
                <a:cxn ang="T10">
                  <a:pos x="T0" y="T1"/>
                </a:cxn>
                <a:cxn ang="T11">
                  <a:pos x="T2" y="T3"/>
                </a:cxn>
                <a:cxn ang="T12">
                  <a:pos x="T4" y="T5"/>
                </a:cxn>
                <a:cxn ang="T13">
                  <a:pos x="T6" y="T7"/>
                </a:cxn>
                <a:cxn ang="T14">
                  <a:pos x="T8" y="T9"/>
                </a:cxn>
              </a:cxnLst>
              <a:rect l="T15" t="T16" r="T17" b="T18"/>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394" name="Freeform 61"/>
            <p:cNvSpPr>
              <a:spLocks/>
            </p:cNvSpPr>
            <p:nvPr/>
          </p:nvSpPr>
          <p:spPr bwMode="auto">
            <a:xfrm>
              <a:off x="852" y="3789"/>
              <a:ext cx="889" cy="99"/>
            </a:xfrm>
            <a:custGeom>
              <a:avLst/>
              <a:gdLst>
                <a:gd name="T0" fmla="*/ 1 w 1777"/>
                <a:gd name="T1" fmla="*/ 0 h 297"/>
                <a:gd name="T2" fmla="*/ 0 w 1777"/>
                <a:gd name="T3" fmla="*/ 0 h 297"/>
                <a:gd name="T4" fmla="*/ 1 w 1777"/>
                <a:gd name="T5" fmla="*/ 0 h 297"/>
                <a:gd name="T6" fmla="*/ 1 w 1777"/>
                <a:gd name="T7" fmla="*/ 0 h 297"/>
                <a:gd name="T8" fmla="*/ 1 w 1777"/>
                <a:gd name="T9" fmla="*/ 0 h 297"/>
                <a:gd name="T10" fmla="*/ 1 w 1777"/>
                <a:gd name="T11" fmla="*/ 0 h 297"/>
                <a:gd name="T12" fmla="*/ 1 w 1777"/>
                <a:gd name="T13" fmla="*/ 0 h 297"/>
                <a:gd name="T14" fmla="*/ 0 60000 65536"/>
                <a:gd name="T15" fmla="*/ 0 60000 65536"/>
                <a:gd name="T16" fmla="*/ 0 60000 65536"/>
                <a:gd name="T17" fmla="*/ 0 60000 65536"/>
                <a:gd name="T18" fmla="*/ 0 60000 65536"/>
                <a:gd name="T19" fmla="*/ 0 60000 65536"/>
                <a:gd name="T20" fmla="*/ 0 60000 65536"/>
                <a:gd name="T21" fmla="*/ 0 w 1777"/>
                <a:gd name="T22" fmla="*/ 0 h 297"/>
                <a:gd name="T23" fmla="*/ 1777 w 1777"/>
                <a:gd name="T24" fmla="*/ 297 h 2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395" name="Freeform 62"/>
            <p:cNvSpPr>
              <a:spLocks/>
            </p:cNvSpPr>
            <p:nvPr/>
          </p:nvSpPr>
          <p:spPr bwMode="auto">
            <a:xfrm>
              <a:off x="624" y="3519"/>
              <a:ext cx="256" cy="369"/>
            </a:xfrm>
            <a:custGeom>
              <a:avLst/>
              <a:gdLst>
                <a:gd name="T0" fmla="*/ 0 w 513"/>
                <a:gd name="T1" fmla="*/ 0 h 1106"/>
                <a:gd name="T2" fmla="*/ 0 w 513"/>
                <a:gd name="T3" fmla="*/ 0 h 1106"/>
                <a:gd name="T4" fmla="*/ 0 w 513"/>
                <a:gd name="T5" fmla="*/ 0 h 1106"/>
                <a:gd name="T6" fmla="*/ 0 w 513"/>
                <a:gd name="T7" fmla="*/ 0 h 1106"/>
                <a:gd name="T8" fmla="*/ 0 w 513"/>
                <a:gd name="T9" fmla="*/ 0 h 1106"/>
                <a:gd name="T10" fmla="*/ 0 60000 65536"/>
                <a:gd name="T11" fmla="*/ 0 60000 65536"/>
                <a:gd name="T12" fmla="*/ 0 60000 65536"/>
                <a:gd name="T13" fmla="*/ 0 60000 65536"/>
                <a:gd name="T14" fmla="*/ 0 60000 65536"/>
                <a:gd name="T15" fmla="*/ 0 w 513"/>
                <a:gd name="T16" fmla="*/ 0 h 1106"/>
                <a:gd name="T17" fmla="*/ 513 w 513"/>
                <a:gd name="T18" fmla="*/ 1106 h 1106"/>
              </a:gdLst>
              <a:ahLst/>
              <a:cxnLst>
                <a:cxn ang="T10">
                  <a:pos x="T0" y="T1"/>
                </a:cxn>
                <a:cxn ang="T11">
                  <a:pos x="T2" y="T3"/>
                </a:cxn>
                <a:cxn ang="T12">
                  <a:pos x="T4" y="T5"/>
                </a:cxn>
                <a:cxn ang="T13">
                  <a:pos x="T6" y="T7"/>
                </a:cxn>
                <a:cxn ang="T14">
                  <a:pos x="T8" y="T9"/>
                </a:cxn>
              </a:cxnLst>
              <a:rect l="T15" t="T16" r="T17" b="T18"/>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396" name="Freeform 63"/>
            <p:cNvSpPr>
              <a:spLocks/>
            </p:cNvSpPr>
            <p:nvPr/>
          </p:nvSpPr>
          <p:spPr bwMode="auto">
            <a:xfrm>
              <a:off x="1206" y="3791"/>
              <a:ext cx="132" cy="8"/>
            </a:xfrm>
            <a:custGeom>
              <a:avLst/>
              <a:gdLst>
                <a:gd name="T0" fmla="*/ 1 w 262"/>
                <a:gd name="T1" fmla="*/ 0 h 25"/>
                <a:gd name="T2" fmla="*/ 0 w 262"/>
                <a:gd name="T3" fmla="*/ 0 h 25"/>
                <a:gd name="T4" fmla="*/ 1 w 262"/>
                <a:gd name="T5" fmla="*/ 0 h 25"/>
                <a:gd name="T6" fmla="*/ 1 w 262"/>
                <a:gd name="T7" fmla="*/ 0 h 25"/>
                <a:gd name="T8" fmla="*/ 1 w 262"/>
                <a:gd name="T9" fmla="*/ 0 h 25"/>
                <a:gd name="T10" fmla="*/ 0 60000 65536"/>
                <a:gd name="T11" fmla="*/ 0 60000 65536"/>
                <a:gd name="T12" fmla="*/ 0 60000 65536"/>
                <a:gd name="T13" fmla="*/ 0 60000 65536"/>
                <a:gd name="T14" fmla="*/ 0 60000 65536"/>
                <a:gd name="T15" fmla="*/ 0 w 262"/>
                <a:gd name="T16" fmla="*/ 0 h 25"/>
                <a:gd name="T17" fmla="*/ 262 w 262"/>
                <a:gd name="T18" fmla="*/ 25 h 25"/>
              </a:gdLst>
              <a:ahLst/>
              <a:cxnLst>
                <a:cxn ang="T10">
                  <a:pos x="T0" y="T1"/>
                </a:cxn>
                <a:cxn ang="T11">
                  <a:pos x="T2" y="T3"/>
                </a:cxn>
                <a:cxn ang="T12">
                  <a:pos x="T4" y="T5"/>
                </a:cxn>
                <a:cxn ang="T13">
                  <a:pos x="T6" y="T7"/>
                </a:cxn>
                <a:cxn ang="T14">
                  <a:pos x="T8" y="T9"/>
                </a:cxn>
              </a:cxnLst>
              <a:rect l="T15" t="T16" r="T17" b="T18"/>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397" name="Freeform 64"/>
            <p:cNvSpPr>
              <a:spLocks/>
            </p:cNvSpPr>
            <p:nvPr/>
          </p:nvSpPr>
          <p:spPr bwMode="auto">
            <a:xfrm>
              <a:off x="927" y="3521"/>
              <a:ext cx="281" cy="279"/>
            </a:xfrm>
            <a:custGeom>
              <a:avLst/>
              <a:gdLst>
                <a:gd name="T0" fmla="*/ 1 w 561"/>
                <a:gd name="T1" fmla="*/ 0 h 836"/>
                <a:gd name="T2" fmla="*/ 0 w 561"/>
                <a:gd name="T3" fmla="*/ 0 h 836"/>
                <a:gd name="T4" fmla="*/ 1 w 561"/>
                <a:gd name="T5" fmla="*/ 0 h 836"/>
                <a:gd name="T6" fmla="*/ 1 w 561"/>
                <a:gd name="T7" fmla="*/ 0 h 836"/>
                <a:gd name="T8" fmla="*/ 0 60000 65536"/>
                <a:gd name="T9" fmla="*/ 0 60000 65536"/>
                <a:gd name="T10" fmla="*/ 0 60000 65536"/>
                <a:gd name="T11" fmla="*/ 0 60000 65536"/>
                <a:gd name="T12" fmla="*/ 0 w 561"/>
                <a:gd name="T13" fmla="*/ 0 h 836"/>
                <a:gd name="T14" fmla="*/ 561 w 561"/>
                <a:gd name="T15" fmla="*/ 836 h 836"/>
              </a:gdLst>
              <a:ahLst/>
              <a:cxnLst>
                <a:cxn ang="T8">
                  <a:pos x="T0" y="T1"/>
                </a:cxn>
                <a:cxn ang="T9">
                  <a:pos x="T2" y="T3"/>
                </a:cxn>
                <a:cxn ang="T10">
                  <a:pos x="T4" y="T5"/>
                </a:cxn>
                <a:cxn ang="T11">
                  <a:pos x="T6" y="T7"/>
                </a:cxn>
              </a:cxnLst>
              <a:rect l="T12" t="T13" r="T14" b="T15"/>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nvGrpSpPr>
            <p:cNvPr id="12398" name="Group 65"/>
            <p:cNvGrpSpPr>
              <a:grpSpLocks/>
            </p:cNvGrpSpPr>
            <p:nvPr/>
          </p:nvGrpSpPr>
          <p:grpSpPr bwMode="auto">
            <a:xfrm>
              <a:off x="700" y="3526"/>
              <a:ext cx="515" cy="270"/>
              <a:chOff x="700" y="3526"/>
              <a:chExt cx="515" cy="270"/>
            </a:xfrm>
          </p:grpSpPr>
          <p:grpSp>
            <p:nvGrpSpPr>
              <p:cNvPr id="12424" name="Group 66"/>
              <p:cNvGrpSpPr>
                <a:grpSpLocks/>
              </p:cNvGrpSpPr>
              <p:nvPr/>
            </p:nvGrpSpPr>
            <p:grpSpPr bwMode="auto">
              <a:xfrm>
                <a:off x="737" y="3534"/>
                <a:ext cx="49" cy="23"/>
                <a:chOff x="737" y="3534"/>
                <a:chExt cx="49" cy="23"/>
              </a:xfrm>
            </p:grpSpPr>
            <p:sp>
              <p:nvSpPr>
                <p:cNvPr id="12835" name="Freeform 67"/>
                <p:cNvSpPr>
                  <a:spLocks/>
                </p:cNvSpPr>
                <p:nvPr/>
              </p:nvSpPr>
              <p:spPr bwMode="auto">
                <a:xfrm>
                  <a:off x="737" y="3534"/>
                  <a:ext cx="11" cy="23"/>
                </a:xfrm>
                <a:custGeom>
                  <a:avLst/>
                  <a:gdLst>
                    <a:gd name="T0" fmla="*/ 1 w 22"/>
                    <a:gd name="T1" fmla="*/ 0 h 67"/>
                    <a:gd name="T2" fmla="*/ 0 w 22"/>
                    <a:gd name="T3" fmla="*/ 0 h 67"/>
                    <a:gd name="T4" fmla="*/ 1 w 22"/>
                    <a:gd name="T5" fmla="*/ 0 h 67"/>
                    <a:gd name="T6" fmla="*/ 1 w 22"/>
                    <a:gd name="T7" fmla="*/ 0 h 67"/>
                    <a:gd name="T8" fmla="*/ 1 w 22"/>
                    <a:gd name="T9" fmla="*/ 0 h 67"/>
                    <a:gd name="T10" fmla="*/ 0 60000 65536"/>
                    <a:gd name="T11" fmla="*/ 0 60000 65536"/>
                    <a:gd name="T12" fmla="*/ 0 60000 65536"/>
                    <a:gd name="T13" fmla="*/ 0 60000 65536"/>
                    <a:gd name="T14" fmla="*/ 0 60000 65536"/>
                    <a:gd name="T15" fmla="*/ 0 w 22"/>
                    <a:gd name="T16" fmla="*/ 0 h 67"/>
                    <a:gd name="T17" fmla="*/ 22 w 22"/>
                    <a:gd name="T18" fmla="*/ 67 h 67"/>
                  </a:gdLst>
                  <a:ahLst/>
                  <a:cxnLst>
                    <a:cxn ang="T10">
                      <a:pos x="T0" y="T1"/>
                    </a:cxn>
                    <a:cxn ang="T11">
                      <a:pos x="T2" y="T3"/>
                    </a:cxn>
                    <a:cxn ang="T12">
                      <a:pos x="T4" y="T5"/>
                    </a:cxn>
                    <a:cxn ang="T13">
                      <a:pos x="T6" y="T7"/>
                    </a:cxn>
                    <a:cxn ang="T14">
                      <a:pos x="T8" y="T9"/>
                    </a:cxn>
                  </a:cxnLst>
                  <a:rect l="T15" t="T16" r="T17" b="T18"/>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36" name="Freeform 68"/>
                <p:cNvSpPr>
                  <a:spLocks/>
                </p:cNvSpPr>
                <p:nvPr/>
              </p:nvSpPr>
              <p:spPr bwMode="auto">
                <a:xfrm>
                  <a:off x="742" y="3535"/>
                  <a:ext cx="36" cy="9"/>
                </a:xfrm>
                <a:custGeom>
                  <a:avLst/>
                  <a:gdLst>
                    <a:gd name="T0" fmla="*/ 0 w 73"/>
                    <a:gd name="T1" fmla="*/ 0 h 29"/>
                    <a:gd name="T2" fmla="*/ 0 w 73"/>
                    <a:gd name="T3" fmla="*/ 0 h 29"/>
                    <a:gd name="T4" fmla="*/ 0 w 73"/>
                    <a:gd name="T5" fmla="*/ 0 h 29"/>
                    <a:gd name="T6" fmla="*/ 0 w 73"/>
                    <a:gd name="T7" fmla="*/ 0 h 29"/>
                    <a:gd name="T8" fmla="*/ 0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29"/>
                    <a:gd name="T29" fmla="*/ 73 w 73"/>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37" name="Freeform 69"/>
                <p:cNvSpPr>
                  <a:spLocks/>
                </p:cNvSpPr>
                <p:nvPr/>
              </p:nvSpPr>
              <p:spPr bwMode="auto">
                <a:xfrm>
                  <a:off x="744" y="3545"/>
                  <a:ext cx="42" cy="12"/>
                </a:xfrm>
                <a:custGeom>
                  <a:avLst/>
                  <a:gdLst>
                    <a:gd name="T0" fmla="*/ 0 w 82"/>
                    <a:gd name="T1" fmla="*/ 0 h 35"/>
                    <a:gd name="T2" fmla="*/ 1 w 82"/>
                    <a:gd name="T3" fmla="*/ 0 h 35"/>
                    <a:gd name="T4" fmla="*/ 1 w 82"/>
                    <a:gd name="T5" fmla="*/ 0 h 35"/>
                    <a:gd name="T6" fmla="*/ 1 w 82"/>
                    <a:gd name="T7" fmla="*/ 0 h 35"/>
                    <a:gd name="T8" fmla="*/ 1 w 82"/>
                    <a:gd name="T9" fmla="*/ 0 h 35"/>
                    <a:gd name="T10" fmla="*/ 1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 name="T21" fmla="*/ 0 w 82"/>
                    <a:gd name="T22" fmla="*/ 0 h 35"/>
                    <a:gd name="T23" fmla="*/ 82 w 82"/>
                    <a:gd name="T24" fmla="*/ 35 h 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25" name="Group 70"/>
              <p:cNvGrpSpPr>
                <a:grpSpLocks/>
              </p:cNvGrpSpPr>
              <p:nvPr/>
            </p:nvGrpSpPr>
            <p:grpSpPr bwMode="auto">
              <a:xfrm>
                <a:off x="748" y="3547"/>
                <a:ext cx="50" cy="23"/>
                <a:chOff x="748" y="3547"/>
                <a:chExt cx="50" cy="23"/>
              </a:xfrm>
            </p:grpSpPr>
            <p:sp>
              <p:nvSpPr>
                <p:cNvPr id="12832" name="Freeform 71"/>
                <p:cNvSpPr>
                  <a:spLocks/>
                </p:cNvSpPr>
                <p:nvPr/>
              </p:nvSpPr>
              <p:spPr bwMode="auto">
                <a:xfrm>
                  <a:off x="748" y="3547"/>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33" name="Freeform 72"/>
                <p:cNvSpPr>
                  <a:spLocks/>
                </p:cNvSpPr>
                <p:nvPr/>
              </p:nvSpPr>
              <p:spPr bwMode="auto">
                <a:xfrm>
                  <a:off x="753" y="3548"/>
                  <a:ext cx="37" cy="10"/>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29"/>
                    <a:gd name="T29" fmla="*/ 74 w 74"/>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34" name="Freeform 73"/>
                <p:cNvSpPr>
                  <a:spLocks/>
                </p:cNvSpPr>
                <p:nvPr/>
              </p:nvSpPr>
              <p:spPr bwMode="auto">
                <a:xfrm>
                  <a:off x="757" y="3558"/>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 name="T21" fmla="*/ 0 w 81"/>
                    <a:gd name="T22" fmla="*/ 0 h 36"/>
                    <a:gd name="T23" fmla="*/ 81 w 81"/>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sp>
            <p:nvSpPr>
              <p:cNvPr id="12426" name="Freeform 74"/>
              <p:cNvSpPr>
                <a:spLocks/>
              </p:cNvSpPr>
              <p:nvPr/>
            </p:nvSpPr>
            <p:spPr bwMode="auto">
              <a:xfrm>
                <a:off x="952" y="3538"/>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 name="T15" fmla="*/ 0 w 79"/>
                  <a:gd name="T16" fmla="*/ 0 h 36"/>
                  <a:gd name="T17" fmla="*/ 79 w 79"/>
                  <a:gd name="T18" fmla="*/ 36 h 36"/>
                </a:gdLst>
                <a:ahLst/>
                <a:cxnLst>
                  <a:cxn ang="T10">
                    <a:pos x="T0" y="T1"/>
                  </a:cxn>
                  <a:cxn ang="T11">
                    <a:pos x="T2" y="T3"/>
                  </a:cxn>
                  <a:cxn ang="T12">
                    <a:pos x="T4" y="T5"/>
                  </a:cxn>
                  <a:cxn ang="T13">
                    <a:pos x="T6" y="T7"/>
                  </a:cxn>
                  <a:cxn ang="T14">
                    <a:pos x="T8" y="T9"/>
                  </a:cxn>
                </a:cxnLst>
                <a:rect l="T15" t="T16" r="T17" b="T18"/>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27" name="Freeform 75"/>
              <p:cNvSpPr>
                <a:spLocks/>
              </p:cNvSpPr>
              <p:nvPr/>
            </p:nvSpPr>
            <p:spPr bwMode="auto">
              <a:xfrm>
                <a:off x="861" y="3535"/>
                <a:ext cx="11" cy="22"/>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 name="T15" fmla="*/ 0 w 24"/>
                  <a:gd name="T16" fmla="*/ 0 h 68"/>
                  <a:gd name="T17" fmla="*/ 24 w 24"/>
                  <a:gd name="T18" fmla="*/ 68 h 68"/>
                </a:gdLst>
                <a:ahLst/>
                <a:cxnLst>
                  <a:cxn ang="T10">
                    <a:pos x="T0" y="T1"/>
                  </a:cxn>
                  <a:cxn ang="T11">
                    <a:pos x="T2" y="T3"/>
                  </a:cxn>
                  <a:cxn ang="T12">
                    <a:pos x="T4" y="T5"/>
                  </a:cxn>
                  <a:cxn ang="T13">
                    <a:pos x="T6" y="T7"/>
                  </a:cxn>
                  <a:cxn ang="T14">
                    <a:pos x="T8" y="T9"/>
                  </a:cxn>
                </a:cxnLst>
                <a:rect l="T15" t="T16" r="T17" b="T18"/>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28" name="Freeform 76"/>
              <p:cNvSpPr>
                <a:spLocks/>
              </p:cNvSpPr>
              <p:nvPr/>
            </p:nvSpPr>
            <p:spPr bwMode="auto">
              <a:xfrm>
                <a:off x="867" y="3535"/>
                <a:ext cx="34" cy="10"/>
              </a:xfrm>
              <a:custGeom>
                <a:avLst/>
                <a:gdLst>
                  <a:gd name="T0" fmla="*/ 0 w 70"/>
                  <a:gd name="T1" fmla="*/ 0 h 30"/>
                  <a:gd name="T2" fmla="*/ 0 w 70"/>
                  <a:gd name="T3" fmla="*/ 0 h 30"/>
                  <a:gd name="T4" fmla="*/ 0 w 70"/>
                  <a:gd name="T5" fmla="*/ 0 h 30"/>
                  <a:gd name="T6" fmla="*/ 0 w 70"/>
                  <a:gd name="T7" fmla="*/ 0 h 30"/>
                  <a:gd name="T8" fmla="*/ 0 w 70"/>
                  <a:gd name="T9" fmla="*/ 0 h 30"/>
                  <a:gd name="T10" fmla="*/ 0 w 70"/>
                  <a:gd name="T11" fmla="*/ 0 h 30"/>
                  <a:gd name="T12" fmla="*/ 0 w 70"/>
                  <a:gd name="T13" fmla="*/ 0 h 30"/>
                  <a:gd name="T14" fmla="*/ 0 w 70"/>
                  <a:gd name="T15" fmla="*/ 0 h 30"/>
                  <a:gd name="T16" fmla="*/ 0 w 70"/>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0"/>
                  <a:gd name="T28" fmla="*/ 0 h 30"/>
                  <a:gd name="T29" fmla="*/ 70 w 7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29" name="Freeform 77"/>
              <p:cNvSpPr>
                <a:spLocks/>
              </p:cNvSpPr>
              <p:nvPr/>
            </p:nvSpPr>
            <p:spPr bwMode="auto">
              <a:xfrm>
                <a:off x="868" y="3545"/>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nvGrpSpPr>
              <p:cNvPr id="12430" name="Group 78"/>
              <p:cNvGrpSpPr>
                <a:grpSpLocks/>
              </p:cNvGrpSpPr>
              <p:nvPr/>
            </p:nvGrpSpPr>
            <p:grpSpPr bwMode="auto">
              <a:xfrm>
                <a:off x="872" y="3547"/>
                <a:ext cx="50" cy="23"/>
                <a:chOff x="872" y="3547"/>
                <a:chExt cx="50" cy="23"/>
              </a:xfrm>
            </p:grpSpPr>
            <p:sp>
              <p:nvSpPr>
                <p:cNvPr id="12829" name="Freeform 79"/>
                <p:cNvSpPr>
                  <a:spLocks/>
                </p:cNvSpPr>
                <p:nvPr/>
              </p:nvSpPr>
              <p:spPr bwMode="auto">
                <a:xfrm>
                  <a:off x="872" y="3547"/>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30" name="Freeform 80"/>
                <p:cNvSpPr>
                  <a:spLocks/>
                </p:cNvSpPr>
                <p:nvPr/>
              </p:nvSpPr>
              <p:spPr bwMode="auto">
                <a:xfrm>
                  <a:off x="878" y="3547"/>
                  <a:ext cx="36" cy="10"/>
                </a:xfrm>
                <a:custGeom>
                  <a:avLst/>
                  <a:gdLst>
                    <a:gd name="T0" fmla="*/ 0 w 73"/>
                    <a:gd name="T1" fmla="*/ 0 h 30"/>
                    <a:gd name="T2" fmla="*/ 0 w 73"/>
                    <a:gd name="T3" fmla="*/ 0 h 30"/>
                    <a:gd name="T4" fmla="*/ 0 w 73"/>
                    <a:gd name="T5" fmla="*/ 0 h 30"/>
                    <a:gd name="T6" fmla="*/ 0 w 73"/>
                    <a:gd name="T7" fmla="*/ 0 h 30"/>
                    <a:gd name="T8" fmla="*/ 0 w 73"/>
                    <a:gd name="T9" fmla="*/ 0 h 30"/>
                    <a:gd name="T10" fmla="*/ 0 w 73"/>
                    <a:gd name="T11" fmla="*/ 0 h 30"/>
                    <a:gd name="T12" fmla="*/ 0 w 73"/>
                    <a:gd name="T13" fmla="*/ 0 h 30"/>
                    <a:gd name="T14" fmla="*/ 0 w 73"/>
                    <a:gd name="T15" fmla="*/ 0 h 30"/>
                    <a:gd name="T16" fmla="*/ 0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30"/>
                    <a:gd name="T29" fmla="*/ 73 w 73"/>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31" name="Freeform 81"/>
                <p:cNvSpPr>
                  <a:spLocks/>
                </p:cNvSpPr>
                <p:nvPr/>
              </p:nvSpPr>
              <p:spPr bwMode="auto">
                <a:xfrm>
                  <a:off x="880" y="3558"/>
                  <a:ext cx="42"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31" name="Group 82"/>
              <p:cNvGrpSpPr>
                <a:grpSpLocks/>
              </p:cNvGrpSpPr>
              <p:nvPr/>
            </p:nvGrpSpPr>
            <p:grpSpPr bwMode="auto">
              <a:xfrm>
                <a:off x="885" y="3559"/>
                <a:ext cx="50" cy="23"/>
                <a:chOff x="885" y="3559"/>
                <a:chExt cx="50" cy="23"/>
              </a:xfrm>
            </p:grpSpPr>
            <p:sp>
              <p:nvSpPr>
                <p:cNvPr id="12826" name="Freeform 83"/>
                <p:cNvSpPr>
                  <a:spLocks/>
                </p:cNvSpPr>
                <p:nvPr/>
              </p:nvSpPr>
              <p:spPr bwMode="auto">
                <a:xfrm>
                  <a:off x="885" y="3559"/>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27" name="Freeform 84"/>
                <p:cNvSpPr>
                  <a:spLocks/>
                </p:cNvSpPr>
                <p:nvPr/>
              </p:nvSpPr>
              <p:spPr bwMode="auto">
                <a:xfrm>
                  <a:off x="890" y="3560"/>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30"/>
                    <a:gd name="T29" fmla="*/ 74 w 74"/>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28" name="Freeform 85"/>
                <p:cNvSpPr>
                  <a:spLocks/>
                </p:cNvSpPr>
                <p:nvPr/>
              </p:nvSpPr>
              <p:spPr bwMode="auto">
                <a:xfrm>
                  <a:off x="893" y="3570"/>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32" name="Group 86"/>
              <p:cNvGrpSpPr>
                <a:grpSpLocks/>
              </p:cNvGrpSpPr>
              <p:nvPr/>
            </p:nvGrpSpPr>
            <p:grpSpPr bwMode="auto">
              <a:xfrm>
                <a:off x="898" y="3571"/>
                <a:ext cx="49" cy="23"/>
                <a:chOff x="898" y="3571"/>
                <a:chExt cx="49" cy="23"/>
              </a:xfrm>
            </p:grpSpPr>
            <p:sp>
              <p:nvSpPr>
                <p:cNvPr id="12823" name="Freeform 87"/>
                <p:cNvSpPr>
                  <a:spLocks/>
                </p:cNvSpPr>
                <p:nvPr/>
              </p:nvSpPr>
              <p:spPr bwMode="auto">
                <a:xfrm>
                  <a:off x="898" y="3571"/>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 name="T15" fmla="*/ 0 w 25"/>
                    <a:gd name="T16" fmla="*/ 0 h 69"/>
                    <a:gd name="T17" fmla="*/ 25 w 25"/>
                    <a:gd name="T18" fmla="*/ 69 h 69"/>
                  </a:gdLst>
                  <a:ahLst/>
                  <a:cxnLst>
                    <a:cxn ang="T10">
                      <a:pos x="T0" y="T1"/>
                    </a:cxn>
                    <a:cxn ang="T11">
                      <a:pos x="T2" y="T3"/>
                    </a:cxn>
                    <a:cxn ang="T12">
                      <a:pos x="T4" y="T5"/>
                    </a:cxn>
                    <a:cxn ang="T13">
                      <a:pos x="T6" y="T7"/>
                    </a:cxn>
                    <a:cxn ang="T14">
                      <a:pos x="T8" y="T9"/>
                    </a:cxn>
                  </a:cxnLst>
                  <a:rect l="T15" t="T16" r="T17" b="T18"/>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24" name="Freeform 88"/>
                <p:cNvSpPr>
                  <a:spLocks/>
                </p:cNvSpPr>
                <p:nvPr/>
              </p:nvSpPr>
              <p:spPr bwMode="auto">
                <a:xfrm>
                  <a:off x="903" y="3572"/>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29"/>
                    <a:gd name="T29" fmla="*/ 75 w 75"/>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25" name="Freeform 89"/>
                <p:cNvSpPr>
                  <a:spLocks/>
                </p:cNvSpPr>
                <p:nvPr/>
              </p:nvSpPr>
              <p:spPr bwMode="auto">
                <a:xfrm>
                  <a:off x="907" y="3582"/>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33" name="Group 90"/>
              <p:cNvGrpSpPr>
                <a:grpSpLocks/>
              </p:cNvGrpSpPr>
              <p:nvPr/>
            </p:nvGrpSpPr>
            <p:grpSpPr bwMode="auto">
              <a:xfrm>
                <a:off x="911" y="3585"/>
                <a:ext cx="49" cy="23"/>
                <a:chOff x="911" y="3585"/>
                <a:chExt cx="49" cy="23"/>
              </a:xfrm>
            </p:grpSpPr>
            <p:sp>
              <p:nvSpPr>
                <p:cNvPr id="12820" name="Freeform 91"/>
                <p:cNvSpPr>
                  <a:spLocks/>
                </p:cNvSpPr>
                <p:nvPr/>
              </p:nvSpPr>
              <p:spPr bwMode="auto">
                <a:xfrm>
                  <a:off x="911" y="3585"/>
                  <a:ext cx="12" cy="23"/>
                </a:xfrm>
                <a:custGeom>
                  <a:avLst/>
                  <a:gdLst>
                    <a:gd name="T0" fmla="*/ 1 w 24"/>
                    <a:gd name="T1" fmla="*/ 0 h 69"/>
                    <a:gd name="T2" fmla="*/ 0 w 24"/>
                    <a:gd name="T3" fmla="*/ 0 h 69"/>
                    <a:gd name="T4" fmla="*/ 1 w 24"/>
                    <a:gd name="T5" fmla="*/ 0 h 69"/>
                    <a:gd name="T6" fmla="*/ 1 w 24"/>
                    <a:gd name="T7" fmla="*/ 0 h 69"/>
                    <a:gd name="T8" fmla="*/ 1 w 24"/>
                    <a:gd name="T9" fmla="*/ 0 h 69"/>
                    <a:gd name="T10" fmla="*/ 0 60000 65536"/>
                    <a:gd name="T11" fmla="*/ 0 60000 65536"/>
                    <a:gd name="T12" fmla="*/ 0 60000 65536"/>
                    <a:gd name="T13" fmla="*/ 0 60000 65536"/>
                    <a:gd name="T14" fmla="*/ 0 60000 65536"/>
                    <a:gd name="T15" fmla="*/ 0 w 24"/>
                    <a:gd name="T16" fmla="*/ 0 h 69"/>
                    <a:gd name="T17" fmla="*/ 24 w 24"/>
                    <a:gd name="T18" fmla="*/ 69 h 69"/>
                  </a:gdLst>
                  <a:ahLst/>
                  <a:cxnLst>
                    <a:cxn ang="T10">
                      <a:pos x="T0" y="T1"/>
                    </a:cxn>
                    <a:cxn ang="T11">
                      <a:pos x="T2" y="T3"/>
                    </a:cxn>
                    <a:cxn ang="T12">
                      <a:pos x="T4" y="T5"/>
                    </a:cxn>
                    <a:cxn ang="T13">
                      <a:pos x="T6" y="T7"/>
                    </a:cxn>
                    <a:cxn ang="T14">
                      <a:pos x="T8" y="T9"/>
                    </a:cxn>
                  </a:cxnLst>
                  <a:rect l="T15" t="T16" r="T17" b="T18"/>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21" name="Freeform 92"/>
                <p:cNvSpPr>
                  <a:spLocks/>
                </p:cNvSpPr>
                <p:nvPr/>
              </p:nvSpPr>
              <p:spPr bwMode="auto">
                <a:xfrm>
                  <a:off x="915" y="3585"/>
                  <a:ext cx="38" cy="10"/>
                </a:xfrm>
                <a:custGeom>
                  <a:avLst/>
                  <a:gdLst>
                    <a:gd name="T0" fmla="*/ 1 w 75"/>
                    <a:gd name="T1" fmla="*/ 0 h 30"/>
                    <a:gd name="T2" fmla="*/ 1 w 75"/>
                    <a:gd name="T3" fmla="*/ 0 h 30"/>
                    <a:gd name="T4" fmla="*/ 1 w 75"/>
                    <a:gd name="T5" fmla="*/ 0 h 30"/>
                    <a:gd name="T6" fmla="*/ 1 w 75"/>
                    <a:gd name="T7" fmla="*/ 0 h 30"/>
                    <a:gd name="T8" fmla="*/ 1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0"/>
                    <a:gd name="T29" fmla="*/ 75 w 75"/>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22" name="Freeform 93"/>
                <p:cNvSpPr>
                  <a:spLocks/>
                </p:cNvSpPr>
                <p:nvPr/>
              </p:nvSpPr>
              <p:spPr bwMode="auto">
                <a:xfrm>
                  <a:off x="919" y="3596"/>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34" name="Group 94"/>
              <p:cNvGrpSpPr>
                <a:grpSpLocks/>
              </p:cNvGrpSpPr>
              <p:nvPr/>
            </p:nvGrpSpPr>
            <p:grpSpPr bwMode="auto">
              <a:xfrm>
                <a:off x="923" y="3600"/>
                <a:ext cx="99" cy="73"/>
                <a:chOff x="923" y="3600"/>
                <a:chExt cx="99" cy="73"/>
              </a:xfrm>
            </p:grpSpPr>
            <p:grpSp>
              <p:nvGrpSpPr>
                <p:cNvPr id="12800" name="Group 95"/>
                <p:cNvGrpSpPr>
                  <a:grpSpLocks/>
                </p:cNvGrpSpPr>
                <p:nvPr/>
              </p:nvGrpSpPr>
              <p:grpSpPr bwMode="auto">
                <a:xfrm>
                  <a:off x="923" y="3600"/>
                  <a:ext cx="49" cy="23"/>
                  <a:chOff x="923" y="3600"/>
                  <a:chExt cx="49" cy="23"/>
                </a:xfrm>
              </p:grpSpPr>
              <p:sp>
                <p:nvSpPr>
                  <p:cNvPr id="12817" name="Freeform 96"/>
                  <p:cNvSpPr>
                    <a:spLocks/>
                  </p:cNvSpPr>
                  <p:nvPr/>
                </p:nvSpPr>
                <p:spPr bwMode="auto">
                  <a:xfrm>
                    <a:off x="923" y="3600"/>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 name="T15" fmla="*/ 0 w 25"/>
                      <a:gd name="T16" fmla="*/ 0 h 69"/>
                      <a:gd name="T17" fmla="*/ 25 w 25"/>
                      <a:gd name="T18" fmla="*/ 69 h 69"/>
                    </a:gdLst>
                    <a:ahLst/>
                    <a:cxnLst>
                      <a:cxn ang="T10">
                        <a:pos x="T0" y="T1"/>
                      </a:cxn>
                      <a:cxn ang="T11">
                        <a:pos x="T2" y="T3"/>
                      </a:cxn>
                      <a:cxn ang="T12">
                        <a:pos x="T4" y="T5"/>
                      </a:cxn>
                      <a:cxn ang="T13">
                        <a:pos x="T6" y="T7"/>
                      </a:cxn>
                      <a:cxn ang="T14">
                        <a:pos x="T8" y="T9"/>
                      </a:cxn>
                    </a:cxnLst>
                    <a:rect l="T15" t="T16" r="T17" b="T18"/>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18" name="Freeform 97"/>
                  <p:cNvSpPr>
                    <a:spLocks/>
                  </p:cNvSpPr>
                  <p:nvPr/>
                </p:nvSpPr>
                <p:spPr bwMode="auto">
                  <a:xfrm>
                    <a:off x="928" y="3600"/>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29"/>
                      <a:gd name="T29" fmla="*/ 75 w 75"/>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19" name="Freeform 98"/>
                  <p:cNvSpPr>
                    <a:spLocks/>
                  </p:cNvSpPr>
                  <p:nvPr/>
                </p:nvSpPr>
                <p:spPr bwMode="auto">
                  <a:xfrm>
                    <a:off x="930" y="3610"/>
                    <a:ext cx="42" cy="13"/>
                  </a:xfrm>
                  <a:custGeom>
                    <a:avLst/>
                    <a:gdLst>
                      <a:gd name="T0" fmla="*/ 0 w 82"/>
                      <a:gd name="T1" fmla="*/ 0 h 37"/>
                      <a:gd name="T2" fmla="*/ 1 w 82"/>
                      <a:gd name="T3" fmla="*/ 0 h 37"/>
                      <a:gd name="T4" fmla="*/ 1 w 82"/>
                      <a:gd name="T5" fmla="*/ 0 h 37"/>
                      <a:gd name="T6" fmla="*/ 1 w 82"/>
                      <a:gd name="T7" fmla="*/ 0 h 37"/>
                      <a:gd name="T8" fmla="*/ 1 w 82"/>
                      <a:gd name="T9" fmla="*/ 0 h 37"/>
                      <a:gd name="T10" fmla="*/ 1 w 82"/>
                      <a:gd name="T11" fmla="*/ 0 h 37"/>
                      <a:gd name="T12" fmla="*/ 0 w 82"/>
                      <a:gd name="T13" fmla="*/ 0 h 37"/>
                      <a:gd name="T14" fmla="*/ 0 60000 65536"/>
                      <a:gd name="T15" fmla="*/ 0 60000 65536"/>
                      <a:gd name="T16" fmla="*/ 0 60000 65536"/>
                      <a:gd name="T17" fmla="*/ 0 60000 65536"/>
                      <a:gd name="T18" fmla="*/ 0 60000 65536"/>
                      <a:gd name="T19" fmla="*/ 0 60000 65536"/>
                      <a:gd name="T20" fmla="*/ 0 60000 65536"/>
                      <a:gd name="T21" fmla="*/ 0 w 82"/>
                      <a:gd name="T22" fmla="*/ 0 h 37"/>
                      <a:gd name="T23" fmla="*/ 82 w 82"/>
                      <a:gd name="T24" fmla="*/ 37 h 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801" name="Group 99"/>
                <p:cNvGrpSpPr>
                  <a:grpSpLocks/>
                </p:cNvGrpSpPr>
                <p:nvPr/>
              </p:nvGrpSpPr>
              <p:grpSpPr bwMode="auto">
                <a:xfrm>
                  <a:off x="935" y="3612"/>
                  <a:ext cx="48" cy="23"/>
                  <a:chOff x="935" y="3612"/>
                  <a:chExt cx="48" cy="23"/>
                </a:xfrm>
              </p:grpSpPr>
              <p:sp>
                <p:nvSpPr>
                  <p:cNvPr id="12814" name="Freeform 100"/>
                  <p:cNvSpPr>
                    <a:spLocks/>
                  </p:cNvSpPr>
                  <p:nvPr/>
                </p:nvSpPr>
                <p:spPr bwMode="auto">
                  <a:xfrm>
                    <a:off x="935"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 name="T15" fmla="*/ 0 w 25"/>
                      <a:gd name="T16" fmla="*/ 0 h 69"/>
                      <a:gd name="T17" fmla="*/ 25 w 25"/>
                      <a:gd name="T18" fmla="*/ 69 h 69"/>
                    </a:gdLst>
                    <a:ahLst/>
                    <a:cxnLst>
                      <a:cxn ang="T10">
                        <a:pos x="T0" y="T1"/>
                      </a:cxn>
                      <a:cxn ang="T11">
                        <a:pos x="T2" y="T3"/>
                      </a:cxn>
                      <a:cxn ang="T12">
                        <a:pos x="T4" y="T5"/>
                      </a:cxn>
                      <a:cxn ang="T13">
                        <a:pos x="T6" y="T7"/>
                      </a:cxn>
                      <a:cxn ang="T14">
                        <a:pos x="T8" y="T9"/>
                      </a:cxn>
                    </a:cxnLst>
                    <a:rect l="T15" t="T16" r="T17" b="T18"/>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15" name="Freeform 101"/>
                  <p:cNvSpPr>
                    <a:spLocks/>
                  </p:cNvSpPr>
                  <p:nvPr/>
                </p:nvSpPr>
                <p:spPr bwMode="auto">
                  <a:xfrm>
                    <a:off x="939" y="3612"/>
                    <a:ext cx="38" cy="11"/>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1"/>
                      <a:gd name="T29" fmla="*/ 75 w 75"/>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16" name="Freeform 102"/>
                  <p:cNvSpPr>
                    <a:spLocks/>
                  </p:cNvSpPr>
                  <p:nvPr/>
                </p:nvSpPr>
                <p:spPr bwMode="auto">
                  <a:xfrm>
                    <a:off x="943" y="3623"/>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802" name="Group 103"/>
                <p:cNvGrpSpPr>
                  <a:grpSpLocks/>
                </p:cNvGrpSpPr>
                <p:nvPr/>
              </p:nvGrpSpPr>
              <p:grpSpPr bwMode="auto">
                <a:xfrm>
                  <a:off x="947" y="3625"/>
                  <a:ext cx="50" cy="22"/>
                  <a:chOff x="947" y="3625"/>
                  <a:chExt cx="50" cy="22"/>
                </a:xfrm>
              </p:grpSpPr>
              <p:sp>
                <p:nvSpPr>
                  <p:cNvPr id="12811" name="Freeform 104"/>
                  <p:cNvSpPr>
                    <a:spLocks/>
                  </p:cNvSpPr>
                  <p:nvPr/>
                </p:nvSpPr>
                <p:spPr bwMode="auto">
                  <a:xfrm>
                    <a:off x="947" y="3625"/>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12" name="Freeform 105"/>
                  <p:cNvSpPr>
                    <a:spLocks/>
                  </p:cNvSpPr>
                  <p:nvPr/>
                </p:nvSpPr>
                <p:spPr bwMode="auto">
                  <a:xfrm>
                    <a:off x="953" y="3625"/>
                    <a:ext cx="36" cy="10"/>
                  </a:xfrm>
                  <a:custGeom>
                    <a:avLst/>
                    <a:gdLst>
                      <a:gd name="T0" fmla="*/ 0 w 73"/>
                      <a:gd name="T1" fmla="*/ 0 h 29"/>
                      <a:gd name="T2" fmla="*/ 0 w 73"/>
                      <a:gd name="T3" fmla="*/ 0 h 29"/>
                      <a:gd name="T4" fmla="*/ 0 w 73"/>
                      <a:gd name="T5" fmla="*/ 0 h 29"/>
                      <a:gd name="T6" fmla="*/ 0 w 73"/>
                      <a:gd name="T7" fmla="*/ 0 h 29"/>
                      <a:gd name="T8" fmla="*/ 0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29"/>
                      <a:gd name="T29" fmla="*/ 73 w 73"/>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13" name="Freeform 106"/>
                  <p:cNvSpPr>
                    <a:spLocks/>
                  </p:cNvSpPr>
                  <p:nvPr/>
                </p:nvSpPr>
                <p:spPr bwMode="auto">
                  <a:xfrm>
                    <a:off x="955" y="3635"/>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803" name="Group 107"/>
                <p:cNvGrpSpPr>
                  <a:grpSpLocks/>
                </p:cNvGrpSpPr>
                <p:nvPr/>
              </p:nvGrpSpPr>
              <p:grpSpPr bwMode="auto">
                <a:xfrm>
                  <a:off x="960" y="3637"/>
                  <a:ext cx="50" cy="23"/>
                  <a:chOff x="960" y="3637"/>
                  <a:chExt cx="50" cy="23"/>
                </a:xfrm>
              </p:grpSpPr>
              <p:sp>
                <p:nvSpPr>
                  <p:cNvPr id="12808" name="Freeform 108"/>
                  <p:cNvSpPr>
                    <a:spLocks/>
                  </p:cNvSpPr>
                  <p:nvPr/>
                </p:nvSpPr>
                <p:spPr bwMode="auto">
                  <a:xfrm>
                    <a:off x="960" y="3637"/>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 name="T15" fmla="*/ 0 w 25"/>
                      <a:gd name="T16" fmla="*/ 0 h 69"/>
                      <a:gd name="T17" fmla="*/ 25 w 25"/>
                      <a:gd name="T18" fmla="*/ 69 h 69"/>
                    </a:gdLst>
                    <a:ahLst/>
                    <a:cxnLst>
                      <a:cxn ang="T10">
                        <a:pos x="T0" y="T1"/>
                      </a:cxn>
                      <a:cxn ang="T11">
                        <a:pos x="T2" y="T3"/>
                      </a:cxn>
                      <a:cxn ang="T12">
                        <a:pos x="T4" y="T5"/>
                      </a:cxn>
                      <a:cxn ang="T13">
                        <a:pos x="T6" y="T7"/>
                      </a:cxn>
                      <a:cxn ang="T14">
                        <a:pos x="T8" y="T9"/>
                      </a:cxn>
                    </a:cxnLst>
                    <a:rect l="T15" t="T16" r="T17" b="T18"/>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09" name="Freeform 109"/>
                  <p:cNvSpPr>
                    <a:spLocks/>
                  </p:cNvSpPr>
                  <p:nvPr/>
                </p:nvSpPr>
                <p:spPr bwMode="auto">
                  <a:xfrm>
                    <a:off x="965" y="3638"/>
                    <a:ext cx="37" cy="9"/>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29"/>
                      <a:gd name="T29" fmla="*/ 74 w 74"/>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10" name="Freeform 110"/>
                  <p:cNvSpPr>
                    <a:spLocks/>
                  </p:cNvSpPr>
                  <p:nvPr/>
                </p:nvSpPr>
                <p:spPr bwMode="auto">
                  <a:xfrm>
                    <a:off x="968" y="3648"/>
                    <a:ext cx="42" cy="12"/>
                  </a:xfrm>
                  <a:custGeom>
                    <a:avLst/>
                    <a:gdLst>
                      <a:gd name="T0" fmla="*/ 0 w 83"/>
                      <a:gd name="T1" fmla="*/ 0 h 35"/>
                      <a:gd name="T2" fmla="*/ 1 w 83"/>
                      <a:gd name="T3" fmla="*/ 0 h 35"/>
                      <a:gd name="T4" fmla="*/ 1 w 83"/>
                      <a:gd name="T5" fmla="*/ 0 h 35"/>
                      <a:gd name="T6" fmla="*/ 1 w 83"/>
                      <a:gd name="T7" fmla="*/ 0 h 35"/>
                      <a:gd name="T8" fmla="*/ 1 w 83"/>
                      <a:gd name="T9" fmla="*/ 0 h 35"/>
                      <a:gd name="T10" fmla="*/ 1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 name="T21" fmla="*/ 0 w 83"/>
                      <a:gd name="T22" fmla="*/ 0 h 35"/>
                      <a:gd name="T23" fmla="*/ 83 w 83"/>
                      <a:gd name="T24" fmla="*/ 35 h 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804" name="Group 111"/>
                <p:cNvGrpSpPr>
                  <a:grpSpLocks/>
                </p:cNvGrpSpPr>
                <p:nvPr/>
              </p:nvGrpSpPr>
              <p:grpSpPr bwMode="auto">
                <a:xfrm>
                  <a:off x="973" y="3650"/>
                  <a:ext cx="49" cy="23"/>
                  <a:chOff x="973" y="3650"/>
                  <a:chExt cx="49" cy="23"/>
                </a:xfrm>
              </p:grpSpPr>
              <p:sp>
                <p:nvSpPr>
                  <p:cNvPr id="12805" name="Freeform 112"/>
                  <p:cNvSpPr>
                    <a:spLocks/>
                  </p:cNvSpPr>
                  <p:nvPr/>
                </p:nvSpPr>
                <p:spPr bwMode="auto">
                  <a:xfrm>
                    <a:off x="973" y="3650"/>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06" name="Freeform 113"/>
                  <p:cNvSpPr>
                    <a:spLocks/>
                  </p:cNvSpPr>
                  <p:nvPr/>
                </p:nvSpPr>
                <p:spPr bwMode="auto">
                  <a:xfrm>
                    <a:off x="978" y="3651"/>
                    <a:ext cx="37" cy="10"/>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29"/>
                      <a:gd name="T29" fmla="*/ 74 w 74"/>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07" name="Freeform 114"/>
                  <p:cNvSpPr>
                    <a:spLocks/>
                  </p:cNvSpPr>
                  <p:nvPr/>
                </p:nvSpPr>
                <p:spPr bwMode="auto">
                  <a:xfrm>
                    <a:off x="982" y="3661"/>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grpSp>
            <p:nvGrpSpPr>
              <p:cNvPr id="12435" name="Group 115"/>
              <p:cNvGrpSpPr>
                <a:grpSpLocks/>
              </p:cNvGrpSpPr>
              <p:nvPr/>
            </p:nvGrpSpPr>
            <p:grpSpPr bwMode="auto">
              <a:xfrm>
                <a:off x="985" y="3665"/>
                <a:ext cx="100" cy="73"/>
                <a:chOff x="985" y="3665"/>
                <a:chExt cx="100" cy="73"/>
              </a:xfrm>
            </p:grpSpPr>
            <p:grpSp>
              <p:nvGrpSpPr>
                <p:cNvPr id="12780" name="Group 116"/>
                <p:cNvGrpSpPr>
                  <a:grpSpLocks/>
                </p:cNvGrpSpPr>
                <p:nvPr/>
              </p:nvGrpSpPr>
              <p:grpSpPr bwMode="auto">
                <a:xfrm>
                  <a:off x="985" y="3665"/>
                  <a:ext cx="50" cy="23"/>
                  <a:chOff x="985" y="3665"/>
                  <a:chExt cx="50" cy="23"/>
                </a:xfrm>
              </p:grpSpPr>
              <p:sp>
                <p:nvSpPr>
                  <p:cNvPr id="12797" name="Freeform 117"/>
                  <p:cNvSpPr>
                    <a:spLocks/>
                  </p:cNvSpPr>
                  <p:nvPr/>
                </p:nvSpPr>
                <p:spPr bwMode="auto">
                  <a:xfrm>
                    <a:off x="985" y="366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98" name="Freeform 118"/>
                  <p:cNvSpPr>
                    <a:spLocks/>
                  </p:cNvSpPr>
                  <p:nvPr/>
                </p:nvSpPr>
                <p:spPr bwMode="auto">
                  <a:xfrm>
                    <a:off x="989" y="3665"/>
                    <a:ext cx="38" cy="11"/>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1"/>
                      <a:gd name="T29" fmla="*/ 75 w 75"/>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99" name="Freeform 119"/>
                  <p:cNvSpPr>
                    <a:spLocks/>
                  </p:cNvSpPr>
                  <p:nvPr/>
                </p:nvSpPr>
                <p:spPr bwMode="auto">
                  <a:xfrm>
                    <a:off x="993" y="3676"/>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781" name="Group 120"/>
                <p:cNvGrpSpPr>
                  <a:grpSpLocks/>
                </p:cNvGrpSpPr>
                <p:nvPr/>
              </p:nvGrpSpPr>
              <p:grpSpPr bwMode="auto">
                <a:xfrm>
                  <a:off x="997" y="3677"/>
                  <a:ext cx="49" cy="23"/>
                  <a:chOff x="997" y="3677"/>
                  <a:chExt cx="49" cy="23"/>
                </a:xfrm>
              </p:grpSpPr>
              <p:sp>
                <p:nvSpPr>
                  <p:cNvPr id="12794" name="Freeform 121"/>
                  <p:cNvSpPr>
                    <a:spLocks/>
                  </p:cNvSpPr>
                  <p:nvPr/>
                </p:nvSpPr>
                <p:spPr bwMode="auto">
                  <a:xfrm>
                    <a:off x="997" y="3677"/>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 name="T15" fmla="*/ 0 w 25"/>
                      <a:gd name="T16" fmla="*/ 0 h 69"/>
                      <a:gd name="T17" fmla="*/ 25 w 25"/>
                      <a:gd name="T18" fmla="*/ 69 h 69"/>
                    </a:gdLst>
                    <a:ahLst/>
                    <a:cxnLst>
                      <a:cxn ang="T10">
                        <a:pos x="T0" y="T1"/>
                      </a:cxn>
                      <a:cxn ang="T11">
                        <a:pos x="T2" y="T3"/>
                      </a:cxn>
                      <a:cxn ang="T12">
                        <a:pos x="T4" y="T5"/>
                      </a:cxn>
                      <a:cxn ang="T13">
                        <a:pos x="T6" y="T7"/>
                      </a:cxn>
                      <a:cxn ang="T14">
                        <a:pos x="T8" y="T9"/>
                      </a:cxn>
                    </a:cxnLst>
                    <a:rect l="T15" t="T16" r="T17" b="T18"/>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95" name="Freeform 122"/>
                  <p:cNvSpPr>
                    <a:spLocks/>
                  </p:cNvSpPr>
                  <p:nvPr/>
                </p:nvSpPr>
                <p:spPr bwMode="auto">
                  <a:xfrm>
                    <a:off x="1002" y="3678"/>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30"/>
                      <a:gd name="T29" fmla="*/ 73 w 73"/>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96" name="Freeform 123"/>
                  <p:cNvSpPr>
                    <a:spLocks/>
                  </p:cNvSpPr>
                  <p:nvPr/>
                </p:nvSpPr>
                <p:spPr bwMode="auto">
                  <a:xfrm>
                    <a:off x="1005" y="3688"/>
                    <a:ext cx="41" cy="12"/>
                  </a:xfrm>
                  <a:custGeom>
                    <a:avLst/>
                    <a:gdLst>
                      <a:gd name="T0" fmla="*/ 0 w 83"/>
                      <a:gd name="T1" fmla="*/ 0 h 37"/>
                      <a:gd name="T2" fmla="*/ 0 w 83"/>
                      <a:gd name="T3" fmla="*/ 0 h 37"/>
                      <a:gd name="T4" fmla="*/ 0 w 83"/>
                      <a:gd name="T5" fmla="*/ 0 h 37"/>
                      <a:gd name="T6" fmla="*/ 0 w 83"/>
                      <a:gd name="T7" fmla="*/ 0 h 37"/>
                      <a:gd name="T8" fmla="*/ 0 w 83"/>
                      <a:gd name="T9" fmla="*/ 0 h 37"/>
                      <a:gd name="T10" fmla="*/ 0 w 83"/>
                      <a:gd name="T11" fmla="*/ 0 h 37"/>
                      <a:gd name="T12" fmla="*/ 0 w 83"/>
                      <a:gd name="T13" fmla="*/ 0 h 37"/>
                      <a:gd name="T14" fmla="*/ 0 60000 65536"/>
                      <a:gd name="T15" fmla="*/ 0 60000 65536"/>
                      <a:gd name="T16" fmla="*/ 0 60000 65536"/>
                      <a:gd name="T17" fmla="*/ 0 60000 65536"/>
                      <a:gd name="T18" fmla="*/ 0 60000 65536"/>
                      <a:gd name="T19" fmla="*/ 0 60000 65536"/>
                      <a:gd name="T20" fmla="*/ 0 60000 65536"/>
                      <a:gd name="T21" fmla="*/ 0 w 83"/>
                      <a:gd name="T22" fmla="*/ 0 h 37"/>
                      <a:gd name="T23" fmla="*/ 83 w 83"/>
                      <a:gd name="T24" fmla="*/ 37 h 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782" name="Group 124"/>
                <p:cNvGrpSpPr>
                  <a:grpSpLocks/>
                </p:cNvGrpSpPr>
                <p:nvPr/>
              </p:nvGrpSpPr>
              <p:grpSpPr bwMode="auto">
                <a:xfrm>
                  <a:off x="1010" y="3690"/>
                  <a:ext cx="48" cy="23"/>
                  <a:chOff x="1010" y="3690"/>
                  <a:chExt cx="48" cy="23"/>
                </a:xfrm>
              </p:grpSpPr>
              <p:sp>
                <p:nvSpPr>
                  <p:cNvPr id="12791" name="Freeform 125"/>
                  <p:cNvSpPr>
                    <a:spLocks/>
                  </p:cNvSpPr>
                  <p:nvPr/>
                </p:nvSpPr>
                <p:spPr bwMode="auto">
                  <a:xfrm>
                    <a:off x="1010" y="3690"/>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 name="T15" fmla="*/ 0 w 25"/>
                      <a:gd name="T16" fmla="*/ 0 h 69"/>
                      <a:gd name="T17" fmla="*/ 25 w 25"/>
                      <a:gd name="T18" fmla="*/ 69 h 69"/>
                    </a:gdLst>
                    <a:ahLst/>
                    <a:cxnLst>
                      <a:cxn ang="T10">
                        <a:pos x="T0" y="T1"/>
                      </a:cxn>
                      <a:cxn ang="T11">
                        <a:pos x="T2" y="T3"/>
                      </a:cxn>
                      <a:cxn ang="T12">
                        <a:pos x="T4" y="T5"/>
                      </a:cxn>
                      <a:cxn ang="T13">
                        <a:pos x="T6" y="T7"/>
                      </a:cxn>
                      <a:cxn ang="T14">
                        <a:pos x="T8" y="T9"/>
                      </a:cxn>
                    </a:cxnLst>
                    <a:rect l="T15" t="T16" r="T17" b="T18"/>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92" name="Freeform 126"/>
                  <p:cNvSpPr>
                    <a:spLocks/>
                  </p:cNvSpPr>
                  <p:nvPr/>
                </p:nvSpPr>
                <p:spPr bwMode="auto">
                  <a:xfrm>
                    <a:off x="1014" y="3690"/>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1"/>
                      <a:gd name="T29" fmla="*/ 75 w 75"/>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93" name="Freeform 127"/>
                  <p:cNvSpPr>
                    <a:spLocks/>
                  </p:cNvSpPr>
                  <p:nvPr/>
                </p:nvSpPr>
                <p:spPr bwMode="auto">
                  <a:xfrm>
                    <a:off x="1018" y="3701"/>
                    <a:ext cx="40" cy="12"/>
                  </a:xfrm>
                  <a:custGeom>
                    <a:avLst/>
                    <a:gdLst>
                      <a:gd name="T0" fmla="*/ 0 w 82"/>
                      <a:gd name="T1" fmla="*/ 0 h 35"/>
                      <a:gd name="T2" fmla="*/ 0 w 82"/>
                      <a:gd name="T3" fmla="*/ 0 h 35"/>
                      <a:gd name="T4" fmla="*/ 0 w 82"/>
                      <a:gd name="T5" fmla="*/ 0 h 35"/>
                      <a:gd name="T6" fmla="*/ 0 w 82"/>
                      <a:gd name="T7" fmla="*/ 0 h 35"/>
                      <a:gd name="T8" fmla="*/ 0 w 82"/>
                      <a:gd name="T9" fmla="*/ 0 h 35"/>
                      <a:gd name="T10" fmla="*/ 0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 name="T21" fmla="*/ 0 w 82"/>
                      <a:gd name="T22" fmla="*/ 0 h 35"/>
                      <a:gd name="T23" fmla="*/ 82 w 82"/>
                      <a:gd name="T24" fmla="*/ 35 h 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783" name="Group 128"/>
                <p:cNvGrpSpPr>
                  <a:grpSpLocks/>
                </p:cNvGrpSpPr>
                <p:nvPr/>
              </p:nvGrpSpPr>
              <p:grpSpPr bwMode="auto">
                <a:xfrm>
                  <a:off x="1023" y="3703"/>
                  <a:ext cx="49" cy="22"/>
                  <a:chOff x="1023" y="3703"/>
                  <a:chExt cx="49" cy="22"/>
                </a:xfrm>
              </p:grpSpPr>
              <p:sp>
                <p:nvSpPr>
                  <p:cNvPr id="12788" name="Freeform 129"/>
                  <p:cNvSpPr>
                    <a:spLocks/>
                  </p:cNvSpPr>
                  <p:nvPr/>
                </p:nvSpPr>
                <p:spPr bwMode="auto">
                  <a:xfrm>
                    <a:off x="1023" y="3703"/>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89" name="Freeform 130"/>
                  <p:cNvSpPr>
                    <a:spLocks/>
                  </p:cNvSpPr>
                  <p:nvPr/>
                </p:nvSpPr>
                <p:spPr bwMode="auto">
                  <a:xfrm>
                    <a:off x="1028" y="3703"/>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29"/>
                      <a:gd name="T29" fmla="*/ 75 w 75"/>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90" name="Freeform 131"/>
                  <p:cNvSpPr>
                    <a:spLocks/>
                  </p:cNvSpPr>
                  <p:nvPr/>
                </p:nvSpPr>
                <p:spPr bwMode="auto">
                  <a:xfrm>
                    <a:off x="1030" y="3713"/>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784" name="Group 132"/>
                <p:cNvGrpSpPr>
                  <a:grpSpLocks/>
                </p:cNvGrpSpPr>
                <p:nvPr/>
              </p:nvGrpSpPr>
              <p:grpSpPr bwMode="auto">
                <a:xfrm>
                  <a:off x="1036" y="3716"/>
                  <a:ext cx="49" cy="22"/>
                  <a:chOff x="1036" y="3716"/>
                  <a:chExt cx="49" cy="22"/>
                </a:xfrm>
              </p:grpSpPr>
              <p:sp>
                <p:nvSpPr>
                  <p:cNvPr id="12785" name="Freeform 133"/>
                  <p:cNvSpPr>
                    <a:spLocks/>
                  </p:cNvSpPr>
                  <p:nvPr/>
                </p:nvSpPr>
                <p:spPr bwMode="auto">
                  <a:xfrm>
                    <a:off x="1036" y="3716"/>
                    <a:ext cx="11" cy="22"/>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 name="T15" fmla="*/ 0 w 22"/>
                      <a:gd name="T16" fmla="*/ 0 h 68"/>
                      <a:gd name="T17" fmla="*/ 22 w 22"/>
                      <a:gd name="T18" fmla="*/ 68 h 68"/>
                    </a:gdLst>
                    <a:ahLst/>
                    <a:cxnLst>
                      <a:cxn ang="T10">
                        <a:pos x="T0" y="T1"/>
                      </a:cxn>
                      <a:cxn ang="T11">
                        <a:pos x="T2" y="T3"/>
                      </a:cxn>
                      <a:cxn ang="T12">
                        <a:pos x="T4" y="T5"/>
                      </a:cxn>
                      <a:cxn ang="T13">
                        <a:pos x="T6" y="T7"/>
                      </a:cxn>
                      <a:cxn ang="T14">
                        <a:pos x="T8" y="T9"/>
                      </a:cxn>
                    </a:cxnLst>
                    <a:rect l="T15" t="T16" r="T17" b="T18"/>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86" name="Freeform 134"/>
                  <p:cNvSpPr>
                    <a:spLocks/>
                  </p:cNvSpPr>
                  <p:nvPr/>
                </p:nvSpPr>
                <p:spPr bwMode="auto">
                  <a:xfrm>
                    <a:off x="1040" y="3716"/>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29"/>
                      <a:gd name="T29" fmla="*/ 75 w 75"/>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87" name="Freeform 135"/>
                  <p:cNvSpPr>
                    <a:spLocks/>
                  </p:cNvSpPr>
                  <p:nvPr/>
                </p:nvSpPr>
                <p:spPr bwMode="auto">
                  <a:xfrm>
                    <a:off x="1043" y="3726"/>
                    <a:ext cx="42"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grpSp>
            <p:nvGrpSpPr>
              <p:cNvPr id="12436" name="Group 136"/>
              <p:cNvGrpSpPr>
                <a:grpSpLocks/>
              </p:cNvGrpSpPr>
              <p:nvPr/>
            </p:nvGrpSpPr>
            <p:grpSpPr bwMode="auto">
              <a:xfrm>
                <a:off x="1046" y="3727"/>
                <a:ext cx="49" cy="23"/>
                <a:chOff x="1046" y="3727"/>
                <a:chExt cx="49" cy="23"/>
              </a:xfrm>
            </p:grpSpPr>
            <p:sp>
              <p:nvSpPr>
                <p:cNvPr id="12777" name="Freeform 137"/>
                <p:cNvSpPr>
                  <a:spLocks/>
                </p:cNvSpPr>
                <p:nvPr/>
              </p:nvSpPr>
              <p:spPr bwMode="auto">
                <a:xfrm>
                  <a:off x="1046" y="3727"/>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 name="T15" fmla="*/ 0 w 24"/>
                    <a:gd name="T16" fmla="*/ 0 h 68"/>
                    <a:gd name="T17" fmla="*/ 24 w 24"/>
                    <a:gd name="T18" fmla="*/ 68 h 68"/>
                  </a:gdLst>
                  <a:ahLst/>
                  <a:cxnLst>
                    <a:cxn ang="T10">
                      <a:pos x="T0" y="T1"/>
                    </a:cxn>
                    <a:cxn ang="T11">
                      <a:pos x="T2" y="T3"/>
                    </a:cxn>
                    <a:cxn ang="T12">
                      <a:pos x="T4" y="T5"/>
                    </a:cxn>
                    <a:cxn ang="T13">
                      <a:pos x="T6" y="T7"/>
                    </a:cxn>
                    <a:cxn ang="T14">
                      <a:pos x="T8" y="T9"/>
                    </a:cxn>
                  </a:cxnLst>
                  <a:rect l="T15" t="T16" r="T17" b="T18"/>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78" name="Freeform 138"/>
                <p:cNvSpPr>
                  <a:spLocks/>
                </p:cNvSpPr>
                <p:nvPr/>
              </p:nvSpPr>
              <p:spPr bwMode="auto">
                <a:xfrm>
                  <a:off x="1051" y="3727"/>
                  <a:ext cx="36" cy="11"/>
                </a:xfrm>
                <a:custGeom>
                  <a:avLst/>
                  <a:gdLst>
                    <a:gd name="T0" fmla="*/ 0 w 73"/>
                    <a:gd name="T1" fmla="*/ 0 h 31"/>
                    <a:gd name="T2" fmla="*/ 0 w 73"/>
                    <a:gd name="T3" fmla="*/ 0 h 31"/>
                    <a:gd name="T4" fmla="*/ 0 w 73"/>
                    <a:gd name="T5" fmla="*/ 0 h 31"/>
                    <a:gd name="T6" fmla="*/ 0 w 73"/>
                    <a:gd name="T7" fmla="*/ 0 h 31"/>
                    <a:gd name="T8" fmla="*/ 0 w 73"/>
                    <a:gd name="T9" fmla="*/ 0 h 31"/>
                    <a:gd name="T10" fmla="*/ 0 w 73"/>
                    <a:gd name="T11" fmla="*/ 0 h 31"/>
                    <a:gd name="T12" fmla="*/ 0 w 73"/>
                    <a:gd name="T13" fmla="*/ 0 h 31"/>
                    <a:gd name="T14" fmla="*/ 0 w 73"/>
                    <a:gd name="T15" fmla="*/ 0 h 31"/>
                    <a:gd name="T16" fmla="*/ 0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31"/>
                    <a:gd name="T29" fmla="*/ 73 w 73"/>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79" name="Freeform 139"/>
                <p:cNvSpPr>
                  <a:spLocks/>
                </p:cNvSpPr>
                <p:nvPr/>
              </p:nvSpPr>
              <p:spPr bwMode="auto">
                <a:xfrm>
                  <a:off x="1054" y="3738"/>
                  <a:ext cx="41" cy="12"/>
                </a:xfrm>
                <a:custGeom>
                  <a:avLst/>
                  <a:gdLst>
                    <a:gd name="T0" fmla="*/ 0 w 82"/>
                    <a:gd name="T1" fmla="*/ 0 h 35"/>
                    <a:gd name="T2" fmla="*/ 1 w 82"/>
                    <a:gd name="T3" fmla="*/ 0 h 35"/>
                    <a:gd name="T4" fmla="*/ 1 w 82"/>
                    <a:gd name="T5" fmla="*/ 0 h 35"/>
                    <a:gd name="T6" fmla="*/ 1 w 82"/>
                    <a:gd name="T7" fmla="*/ 0 h 35"/>
                    <a:gd name="T8" fmla="*/ 1 w 82"/>
                    <a:gd name="T9" fmla="*/ 0 h 35"/>
                    <a:gd name="T10" fmla="*/ 1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 name="T21" fmla="*/ 0 w 82"/>
                    <a:gd name="T22" fmla="*/ 0 h 35"/>
                    <a:gd name="T23" fmla="*/ 82 w 82"/>
                    <a:gd name="T24" fmla="*/ 35 h 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37" name="Group 140"/>
              <p:cNvGrpSpPr>
                <a:grpSpLocks/>
              </p:cNvGrpSpPr>
              <p:nvPr/>
            </p:nvGrpSpPr>
            <p:grpSpPr bwMode="auto">
              <a:xfrm>
                <a:off x="1058" y="3739"/>
                <a:ext cx="50" cy="23"/>
                <a:chOff x="1058" y="3739"/>
                <a:chExt cx="50" cy="23"/>
              </a:xfrm>
            </p:grpSpPr>
            <p:sp>
              <p:nvSpPr>
                <p:cNvPr id="12774" name="Freeform 141"/>
                <p:cNvSpPr>
                  <a:spLocks/>
                </p:cNvSpPr>
                <p:nvPr/>
              </p:nvSpPr>
              <p:spPr bwMode="auto">
                <a:xfrm>
                  <a:off x="1058" y="3739"/>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75" name="Freeform 142"/>
                <p:cNvSpPr>
                  <a:spLocks/>
                </p:cNvSpPr>
                <p:nvPr/>
              </p:nvSpPr>
              <p:spPr bwMode="auto">
                <a:xfrm>
                  <a:off x="1063" y="3740"/>
                  <a:ext cx="37" cy="10"/>
                </a:xfrm>
                <a:custGeom>
                  <a:avLst/>
                  <a:gdLst>
                    <a:gd name="T0" fmla="*/ 0 w 75"/>
                    <a:gd name="T1" fmla="*/ 0 h 30"/>
                    <a:gd name="T2" fmla="*/ 0 w 75"/>
                    <a:gd name="T3" fmla="*/ 0 h 30"/>
                    <a:gd name="T4" fmla="*/ 0 w 75"/>
                    <a:gd name="T5" fmla="*/ 0 h 30"/>
                    <a:gd name="T6" fmla="*/ 0 w 75"/>
                    <a:gd name="T7" fmla="*/ 0 h 30"/>
                    <a:gd name="T8" fmla="*/ 0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0"/>
                    <a:gd name="T29" fmla="*/ 75 w 75"/>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76" name="Freeform 143"/>
                <p:cNvSpPr>
                  <a:spLocks/>
                </p:cNvSpPr>
                <p:nvPr/>
              </p:nvSpPr>
              <p:spPr bwMode="auto">
                <a:xfrm>
                  <a:off x="1067" y="3750"/>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 name="T21" fmla="*/ 0 w 81"/>
                    <a:gd name="T22" fmla="*/ 0 h 36"/>
                    <a:gd name="T23" fmla="*/ 81 w 81"/>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38" name="Group 144"/>
              <p:cNvGrpSpPr>
                <a:grpSpLocks/>
              </p:cNvGrpSpPr>
              <p:nvPr/>
            </p:nvGrpSpPr>
            <p:grpSpPr bwMode="auto">
              <a:xfrm>
                <a:off x="1072" y="3753"/>
                <a:ext cx="48" cy="22"/>
                <a:chOff x="1072" y="3753"/>
                <a:chExt cx="48" cy="22"/>
              </a:xfrm>
            </p:grpSpPr>
            <p:sp>
              <p:nvSpPr>
                <p:cNvPr id="12771" name="Freeform 145"/>
                <p:cNvSpPr>
                  <a:spLocks/>
                </p:cNvSpPr>
                <p:nvPr/>
              </p:nvSpPr>
              <p:spPr bwMode="auto">
                <a:xfrm>
                  <a:off x="1072" y="3753"/>
                  <a:ext cx="11" cy="22"/>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 name="T15" fmla="*/ 0 w 24"/>
                    <a:gd name="T16" fmla="*/ 0 h 68"/>
                    <a:gd name="T17" fmla="*/ 24 w 24"/>
                    <a:gd name="T18" fmla="*/ 68 h 68"/>
                  </a:gdLst>
                  <a:ahLst/>
                  <a:cxnLst>
                    <a:cxn ang="T10">
                      <a:pos x="T0" y="T1"/>
                    </a:cxn>
                    <a:cxn ang="T11">
                      <a:pos x="T2" y="T3"/>
                    </a:cxn>
                    <a:cxn ang="T12">
                      <a:pos x="T4" y="T5"/>
                    </a:cxn>
                    <a:cxn ang="T13">
                      <a:pos x="T6" y="T7"/>
                    </a:cxn>
                    <a:cxn ang="T14">
                      <a:pos x="T8" y="T9"/>
                    </a:cxn>
                  </a:cxnLst>
                  <a:rect l="T15" t="T16" r="T17" b="T18"/>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72" name="Freeform 146"/>
                <p:cNvSpPr>
                  <a:spLocks/>
                </p:cNvSpPr>
                <p:nvPr/>
              </p:nvSpPr>
              <p:spPr bwMode="auto">
                <a:xfrm>
                  <a:off x="1076" y="3753"/>
                  <a:ext cx="37" cy="10"/>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31"/>
                    <a:gd name="T29" fmla="*/ 74 w 74"/>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73" name="Freeform 147"/>
                <p:cNvSpPr>
                  <a:spLocks/>
                </p:cNvSpPr>
                <p:nvPr/>
              </p:nvSpPr>
              <p:spPr bwMode="auto">
                <a:xfrm>
                  <a:off x="1079" y="3763"/>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 name="T21" fmla="*/ 0 w 81"/>
                    <a:gd name="T22" fmla="*/ 0 h 36"/>
                    <a:gd name="T23" fmla="*/ 81 w 81"/>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sp>
            <p:nvSpPr>
              <p:cNvPr id="12439" name="Freeform 148"/>
              <p:cNvSpPr>
                <a:spLocks/>
              </p:cNvSpPr>
              <p:nvPr/>
            </p:nvSpPr>
            <p:spPr bwMode="auto">
              <a:xfrm>
                <a:off x="820" y="3535"/>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 name="T15" fmla="*/ 0 w 23"/>
                  <a:gd name="T16" fmla="*/ 0 h 68"/>
                  <a:gd name="T17" fmla="*/ 23 w 23"/>
                  <a:gd name="T18" fmla="*/ 68 h 68"/>
                </a:gdLst>
                <a:ahLst/>
                <a:cxnLst>
                  <a:cxn ang="T10">
                    <a:pos x="T0" y="T1"/>
                  </a:cxn>
                  <a:cxn ang="T11">
                    <a:pos x="T2" y="T3"/>
                  </a:cxn>
                  <a:cxn ang="T12">
                    <a:pos x="T4" y="T5"/>
                  </a:cxn>
                  <a:cxn ang="T13">
                    <a:pos x="T6" y="T7"/>
                  </a:cxn>
                  <a:cxn ang="T14">
                    <a:pos x="T8" y="T9"/>
                  </a:cxn>
                </a:cxnLst>
                <a:rect l="T15" t="T16" r="T17" b="T18"/>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40" name="Freeform 149"/>
              <p:cNvSpPr>
                <a:spLocks/>
              </p:cNvSpPr>
              <p:nvPr/>
            </p:nvSpPr>
            <p:spPr bwMode="auto">
              <a:xfrm>
                <a:off x="825" y="3535"/>
                <a:ext cx="36" cy="9"/>
              </a:xfrm>
              <a:custGeom>
                <a:avLst/>
                <a:gdLst>
                  <a:gd name="T0" fmla="*/ 0 w 71"/>
                  <a:gd name="T1" fmla="*/ 0 h 27"/>
                  <a:gd name="T2" fmla="*/ 1 w 71"/>
                  <a:gd name="T3" fmla="*/ 0 h 27"/>
                  <a:gd name="T4" fmla="*/ 1 w 71"/>
                  <a:gd name="T5" fmla="*/ 0 h 27"/>
                  <a:gd name="T6" fmla="*/ 1 w 71"/>
                  <a:gd name="T7" fmla="*/ 0 h 27"/>
                  <a:gd name="T8" fmla="*/ 1 w 71"/>
                  <a:gd name="T9" fmla="*/ 0 h 27"/>
                  <a:gd name="T10" fmla="*/ 1 w 71"/>
                  <a:gd name="T11" fmla="*/ 0 h 27"/>
                  <a:gd name="T12" fmla="*/ 1 w 71"/>
                  <a:gd name="T13" fmla="*/ 0 h 27"/>
                  <a:gd name="T14" fmla="*/ 0 w 71"/>
                  <a:gd name="T15" fmla="*/ 0 h 27"/>
                  <a:gd name="T16" fmla="*/ 0 w 71"/>
                  <a:gd name="T17" fmla="*/ 0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1"/>
                  <a:gd name="T28" fmla="*/ 0 h 27"/>
                  <a:gd name="T29" fmla="*/ 71 w 71"/>
                  <a:gd name="T30" fmla="*/ 27 h 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41" name="Freeform 150"/>
              <p:cNvSpPr>
                <a:spLocks/>
              </p:cNvSpPr>
              <p:nvPr/>
            </p:nvSpPr>
            <p:spPr bwMode="auto">
              <a:xfrm>
                <a:off x="828" y="3546"/>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nvGrpSpPr>
              <p:cNvPr id="12442" name="Group 151"/>
              <p:cNvGrpSpPr>
                <a:grpSpLocks/>
              </p:cNvGrpSpPr>
              <p:nvPr/>
            </p:nvGrpSpPr>
            <p:grpSpPr bwMode="auto">
              <a:xfrm>
                <a:off x="832" y="3547"/>
                <a:ext cx="49" cy="23"/>
                <a:chOff x="832" y="3547"/>
                <a:chExt cx="49" cy="23"/>
              </a:xfrm>
            </p:grpSpPr>
            <p:sp>
              <p:nvSpPr>
                <p:cNvPr id="12768" name="Freeform 152"/>
                <p:cNvSpPr>
                  <a:spLocks/>
                </p:cNvSpPr>
                <p:nvPr/>
              </p:nvSpPr>
              <p:spPr bwMode="auto">
                <a:xfrm>
                  <a:off x="832" y="3547"/>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 name="T15" fmla="*/ 0 w 24"/>
                    <a:gd name="T16" fmla="*/ 0 h 68"/>
                    <a:gd name="T17" fmla="*/ 24 w 24"/>
                    <a:gd name="T18" fmla="*/ 68 h 68"/>
                  </a:gdLst>
                  <a:ahLst/>
                  <a:cxnLst>
                    <a:cxn ang="T10">
                      <a:pos x="T0" y="T1"/>
                    </a:cxn>
                    <a:cxn ang="T11">
                      <a:pos x="T2" y="T3"/>
                    </a:cxn>
                    <a:cxn ang="T12">
                      <a:pos x="T4" y="T5"/>
                    </a:cxn>
                    <a:cxn ang="T13">
                      <a:pos x="T6" y="T7"/>
                    </a:cxn>
                    <a:cxn ang="T14">
                      <a:pos x="T8" y="T9"/>
                    </a:cxn>
                  </a:cxnLst>
                  <a:rect l="T15" t="T16" r="T17" b="T18"/>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69" name="Freeform 153"/>
                <p:cNvSpPr>
                  <a:spLocks/>
                </p:cNvSpPr>
                <p:nvPr/>
              </p:nvSpPr>
              <p:spPr bwMode="auto">
                <a:xfrm>
                  <a:off x="837" y="3548"/>
                  <a:ext cx="36"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2"/>
                    <a:gd name="T28" fmla="*/ 0 h 29"/>
                    <a:gd name="T29" fmla="*/ 72 w 72"/>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70" name="Freeform 154"/>
                <p:cNvSpPr>
                  <a:spLocks/>
                </p:cNvSpPr>
                <p:nvPr/>
              </p:nvSpPr>
              <p:spPr bwMode="auto">
                <a:xfrm>
                  <a:off x="840" y="3558"/>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43" name="Group 155"/>
              <p:cNvGrpSpPr>
                <a:grpSpLocks/>
              </p:cNvGrpSpPr>
              <p:nvPr/>
            </p:nvGrpSpPr>
            <p:grpSpPr bwMode="auto">
              <a:xfrm>
                <a:off x="844" y="3560"/>
                <a:ext cx="49" cy="22"/>
                <a:chOff x="844" y="3560"/>
                <a:chExt cx="49" cy="22"/>
              </a:xfrm>
            </p:grpSpPr>
            <p:sp>
              <p:nvSpPr>
                <p:cNvPr id="12765" name="Freeform 156"/>
                <p:cNvSpPr>
                  <a:spLocks/>
                </p:cNvSpPr>
                <p:nvPr/>
              </p:nvSpPr>
              <p:spPr bwMode="auto">
                <a:xfrm>
                  <a:off x="844" y="3560"/>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66" name="Freeform 157"/>
                <p:cNvSpPr>
                  <a:spLocks/>
                </p:cNvSpPr>
                <p:nvPr/>
              </p:nvSpPr>
              <p:spPr bwMode="auto">
                <a:xfrm>
                  <a:off x="849" y="3560"/>
                  <a:ext cx="37" cy="10"/>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29"/>
                    <a:gd name="T29" fmla="*/ 73 w 73"/>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67" name="Freeform 158"/>
                <p:cNvSpPr>
                  <a:spLocks/>
                </p:cNvSpPr>
                <p:nvPr/>
              </p:nvSpPr>
              <p:spPr bwMode="auto">
                <a:xfrm>
                  <a:off x="853" y="3571"/>
                  <a:ext cx="40" cy="11"/>
                </a:xfrm>
                <a:custGeom>
                  <a:avLst/>
                  <a:gdLst>
                    <a:gd name="T0" fmla="*/ 0 w 82"/>
                    <a:gd name="T1" fmla="*/ 0 h 35"/>
                    <a:gd name="T2" fmla="*/ 0 w 82"/>
                    <a:gd name="T3" fmla="*/ 0 h 35"/>
                    <a:gd name="T4" fmla="*/ 0 w 82"/>
                    <a:gd name="T5" fmla="*/ 0 h 35"/>
                    <a:gd name="T6" fmla="*/ 0 w 82"/>
                    <a:gd name="T7" fmla="*/ 0 h 35"/>
                    <a:gd name="T8" fmla="*/ 0 w 82"/>
                    <a:gd name="T9" fmla="*/ 0 h 35"/>
                    <a:gd name="T10" fmla="*/ 0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 name="T21" fmla="*/ 0 w 82"/>
                    <a:gd name="T22" fmla="*/ 0 h 35"/>
                    <a:gd name="T23" fmla="*/ 82 w 82"/>
                    <a:gd name="T24" fmla="*/ 35 h 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44" name="Group 159"/>
              <p:cNvGrpSpPr>
                <a:grpSpLocks/>
              </p:cNvGrpSpPr>
              <p:nvPr/>
            </p:nvGrpSpPr>
            <p:grpSpPr bwMode="auto">
              <a:xfrm>
                <a:off x="857" y="3572"/>
                <a:ext cx="50" cy="23"/>
                <a:chOff x="857" y="3572"/>
                <a:chExt cx="50" cy="23"/>
              </a:xfrm>
            </p:grpSpPr>
            <p:sp>
              <p:nvSpPr>
                <p:cNvPr id="12762" name="Freeform 160"/>
                <p:cNvSpPr>
                  <a:spLocks/>
                </p:cNvSpPr>
                <p:nvPr/>
              </p:nvSpPr>
              <p:spPr bwMode="auto">
                <a:xfrm>
                  <a:off x="857" y="3572"/>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 name="T15" fmla="*/ 0 w 23"/>
                    <a:gd name="T16" fmla="*/ 0 h 68"/>
                    <a:gd name="T17" fmla="*/ 23 w 23"/>
                    <a:gd name="T18" fmla="*/ 68 h 68"/>
                  </a:gdLst>
                  <a:ahLst/>
                  <a:cxnLst>
                    <a:cxn ang="T10">
                      <a:pos x="T0" y="T1"/>
                    </a:cxn>
                    <a:cxn ang="T11">
                      <a:pos x="T2" y="T3"/>
                    </a:cxn>
                    <a:cxn ang="T12">
                      <a:pos x="T4" y="T5"/>
                    </a:cxn>
                    <a:cxn ang="T13">
                      <a:pos x="T6" y="T7"/>
                    </a:cxn>
                    <a:cxn ang="T14">
                      <a:pos x="T8" y="T9"/>
                    </a:cxn>
                  </a:cxnLst>
                  <a:rect l="T15" t="T16" r="T17" b="T18"/>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63" name="Freeform 161"/>
                <p:cNvSpPr>
                  <a:spLocks/>
                </p:cNvSpPr>
                <p:nvPr/>
              </p:nvSpPr>
              <p:spPr bwMode="auto">
                <a:xfrm>
                  <a:off x="862" y="3573"/>
                  <a:ext cx="37" cy="9"/>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29"/>
                    <a:gd name="T29" fmla="*/ 73 w 73"/>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64" name="Freeform 162"/>
                <p:cNvSpPr>
                  <a:spLocks/>
                </p:cNvSpPr>
                <p:nvPr/>
              </p:nvSpPr>
              <p:spPr bwMode="auto">
                <a:xfrm>
                  <a:off x="865" y="3583"/>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45" name="Group 163"/>
              <p:cNvGrpSpPr>
                <a:grpSpLocks/>
              </p:cNvGrpSpPr>
              <p:nvPr/>
            </p:nvGrpSpPr>
            <p:grpSpPr bwMode="auto">
              <a:xfrm>
                <a:off x="870" y="3585"/>
                <a:ext cx="48" cy="23"/>
                <a:chOff x="870" y="3585"/>
                <a:chExt cx="48" cy="23"/>
              </a:xfrm>
            </p:grpSpPr>
            <p:sp>
              <p:nvSpPr>
                <p:cNvPr id="12759" name="Freeform 164"/>
                <p:cNvSpPr>
                  <a:spLocks/>
                </p:cNvSpPr>
                <p:nvPr/>
              </p:nvSpPr>
              <p:spPr bwMode="auto">
                <a:xfrm>
                  <a:off x="870" y="358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60" name="Freeform 165"/>
                <p:cNvSpPr>
                  <a:spLocks/>
                </p:cNvSpPr>
                <p:nvPr/>
              </p:nvSpPr>
              <p:spPr bwMode="auto">
                <a:xfrm>
                  <a:off x="874" y="3586"/>
                  <a:ext cx="38" cy="10"/>
                </a:xfrm>
                <a:custGeom>
                  <a:avLst/>
                  <a:gdLst>
                    <a:gd name="T0" fmla="*/ 1 w 75"/>
                    <a:gd name="T1" fmla="*/ 0 h 29"/>
                    <a:gd name="T2" fmla="*/ 1 w 75"/>
                    <a:gd name="T3" fmla="*/ 0 h 29"/>
                    <a:gd name="T4" fmla="*/ 1 w 75"/>
                    <a:gd name="T5" fmla="*/ 0 h 29"/>
                    <a:gd name="T6" fmla="*/ 1 w 75"/>
                    <a:gd name="T7" fmla="*/ 0 h 29"/>
                    <a:gd name="T8" fmla="*/ 1 w 75"/>
                    <a:gd name="T9" fmla="*/ 0 h 29"/>
                    <a:gd name="T10" fmla="*/ 1 w 75"/>
                    <a:gd name="T11" fmla="*/ 0 h 29"/>
                    <a:gd name="T12" fmla="*/ 1 w 75"/>
                    <a:gd name="T13" fmla="*/ 0 h 29"/>
                    <a:gd name="T14" fmla="*/ 0 w 75"/>
                    <a:gd name="T15" fmla="*/ 0 h 29"/>
                    <a:gd name="T16" fmla="*/ 1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29"/>
                    <a:gd name="T29" fmla="*/ 75 w 75"/>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61" name="Freeform 166"/>
                <p:cNvSpPr>
                  <a:spLocks/>
                </p:cNvSpPr>
                <p:nvPr/>
              </p:nvSpPr>
              <p:spPr bwMode="auto">
                <a:xfrm>
                  <a:off x="878" y="3596"/>
                  <a:ext cx="40" cy="12"/>
                </a:xfrm>
                <a:custGeom>
                  <a:avLst/>
                  <a:gdLst>
                    <a:gd name="T0" fmla="*/ 0 w 80"/>
                    <a:gd name="T1" fmla="*/ 0 h 36"/>
                    <a:gd name="T2" fmla="*/ 1 w 80"/>
                    <a:gd name="T3" fmla="*/ 0 h 36"/>
                    <a:gd name="T4" fmla="*/ 1 w 80"/>
                    <a:gd name="T5" fmla="*/ 0 h 36"/>
                    <a:gd name="T6" fmla="*/ 1 w 80"/>
                    <a:gd name="T7" fmla="*/ 0 h 36"/>
                    <a:gd name="T8" fmla="*/ 1 w 80"/>
                    <a:gd name="T9" fmla="*/ 0 h 36"/>
                    <a:gd name="T10" fmla="*/ 1 w 80"/>
                    <a:gd name="T11" fmla="*/ 0 h 36"/>
                    <a:gd name="T12" fmla="*/ 0 w 80"/>
                    <a:gd name="T13" fmla="*/ 0 h 36"/>
                    <a:gd name="T14" fmla="*/ 0 60000 65536"/>
                    <a:gd name="T15" fmla="*/ 0 60000 65536"/>
                    <a:gd name="T16" fmla="*/ 0 60000 65536"/>
                    <a:gd name="T17" fmla="*/ 0 60000 65536"/>
                    <a:gd name="T18" fmla="*/ 0 60000 65536"/>
                    <a:gd name="T19" fmla="*/ 0 60000 65536"/>
                    <a:gd name="T20" fmla="*/ 0 60000 65536"/>
                    <a:gd name="T21" fmla="*/ 0 w 80"/>
                    <a:gd name="T22" fmla="*/ 0 h 36"/>
                    <a:gd name="T23" fmla="*/ 80 w 80"/>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46" name="Group 167"/>
              <p:cNvGrpSpPr>
                <a:grpSpLocks/>
              </p:cNvGrpSpPr>
              <p:nvPr/>
            </p:nvGrpSpPr>
            <p:grpSpPr bwMode="auto">
              <a:xfrm>
                <a:off x="882" y="3600"/>
                <a:ext cx="100" cy="73"/>
                <a:chOff x="882" y="3600"/>
                <a:chExt cx="100" cy="73"/>
              </a:xfrm>
            </p:grpSpPr>
            <p:grpSp>
              <p:nvGrpSpPr>
                <p:cNvPr id="12739" name="Group 168"/>
                <p:cNvGrpSpPr>
                  <a:grpSpLocks/>
                </p:cNvGrpSpPr>
                <p:nvPr/>
              </p:nvGrpSpPr>
              <p:grpSpPr bwMode="auto">
                <a:xfrm>
                  <a:off x="882" y="3600"/>
                  <a:ext cx="49" cy="23"/>
                  <a:chOff x="882" y="3600"/>
                  <a:chExt cx="49" cy="23"/>
                </a:xfrm>
              </p:grpSpPr>
              <p:sp>
                <p:nvSpPr>
                  <p:cNvPr id="12756" name="Freeform 169"/>
                  <p:cNvSpPr>
                    <a:spLocks/>
                  </p:cNvSpPr>
                  <p:nvPr/>
                </p:nvSpPr>
                <p:spPr bwMode="auto">
                  <a:xfrm>
                    <a:off x="882" y="3600"/>
                    <a:ext cx="12" cy="23"/>
                  </a:xfrm>
                  <a:custGeom>
                    <a:avLst/>
                    <a:gdLst>
                      <a:gd name="T0" fmla="*/ 1 w 23"/>
                      <a:gd name="T1" fmla="*/ 0 h 70"/>
                      <a:gd name="T2" fmla="*/ 0 w 23"/>
                      <a:gd name="T3" fmla="*/ 0 h 70"/>
                      <a:gd name="T4" fmla="*/ 1 w 23"/>
                      <a:gd name="T5" fmla="*/ 0 h 70"/>
                      <a:gd name="T6" fmla="*/ 1 w 23"/>
                      <a:gd name="T7" fmla="*/ 0 h 70"/>
                      <a:gd name="T8" fmla="*/ 1 w 23"/>
                      <a:gd name="T9" fmla="*/ 0 h 70"/>
                      <a:gd name="T10" fmla="*/ 0 60000 65536"/>
                      <a:gd name="T11" fmla="*/ 0 60000 65536"/>
                      <a:gd name="T12" fmla="*/ 0 60000 65536"/>
                      <a:gd name="T13" fmla="*/ 0 60000 65536"/>
                      <a:gd name="T14" fmla="*/ 0 60000 65536"/>
                      <a:gd name="T15" fmla="*/ 0 w 23"/>
                      <a:gd name="T16" fmla="*/ 0 h 70"/>
                      <a:gd name="T17" fmla="*/ 23 w 23"/>
                      <a:gd name="T18" fmla="*/ 70 h 70"/>
                    </a:gdLst>
                    <a:ahLst/>
                    <a:cxnLst>
                      <a:cxn ang="T10">
                        <a:pos x="T0" y="T1"/>
                      </a:cxn>
                      <a:cxn ang="T11">
                        <a:pos x="T2" y="T3"/>
                      </a:cxn>
                      <a:cxn ang="T12">
                        <a:pos x="T4" y="T5"/>
                      </a:cxn>
                      <a:cxn ang="T13">
                        <a:pos x="T6" y="T7"/>
                      </a:cxn>
                      <a:cxn ang="T14">
                        <a:pos x="T8" y="T9"/>
                      </a:cxn>
                    </a:cxnLst>
                    <a:rect l="T15" t="T16" r="T17" b="T18"/>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57" name="Freeform 170"/>
                  <p:cNvSpPr>
                    <a:spLocks/>
                  </p:cNvSpPr>
                  <p:nvPr/>
                </p:nvSpPr>
                <p:spPr bwMode="auto">
                  <a:xfrm>
                    <a:off x="887" y="3600"/>
                    <a:ext cx="37" cy="11"/>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31"/>
                      <a:gd name="T29" fmla="*/ 73 w 73"/>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58" name="Freeform 171"/>
                  <p:cNvSpPr>
                    <a:spLocks/>
                  </p:cNvSpPr>
                  <p:nvPr/>
                </p:nvSpPr>
                <p:spPr bwMode="auto">
                  <a:xfrm>
                    <a:off x="890" y="3611"/>
                    <a:ext cx="41" cy="12"/>
                  </a:xfrm>
                  <a:custGeom>
                    <a:avLst/>
                    <a:gdLst>
                      <a:gd name="T0" fmla="*/ 0 w 83"/>
                      <a:gd name="T1" fmla="*/ 0 h 38"/>
                      <a:gd name="T2" fmla="*/ 0 w 83"/>
                      <a:gd name="T3" fmla="*/ 0 h 38"/>
                      <a:gd name="T4" fmla="*/ 0 w 83"/>
                      <a:gd name="T5" fmla="*/ 0 h 38"/>
                      <a:gd name="T6" fmla="*/ 0 w 83"/>
                      <a:gd name="T7" fmla="*/ 0 h 38"/>
                      <a:gd name="T8" fmla="*/ 0 w 83"/>
                      <a:gd name="T9" fmla="*/ 0 h 38"/>
                      <a:gd name="T10" fmla="*/ 0 w 83"/>
                      <a:gd name="T11" fmla="*/ 0 h 38"/>
                      <a:gd name="T12" fmla="*/ 0 w 83"/>
                      <a:gd name="T13" fmla="*/ 0 h 38"/>
                      <a:gd name="T14" fmla="*/ 0 60000 65536"/>
                      <a:gd name="T15" fmla="*/ 0 60000 65536"/>
                      <a:gd name="T16" fmla="*/ 0 60000 65536"/>
                      <a:gd name="T17" fmla="*/ 0 60000 65536"/>
                      <a:gd name="T18" fmla="*/ 0 60000 65536"/>
                      <a:gd name="T19" fmla="*/ 0 60000 65536"/>
                      <a:gd name="T20" fmla="*/ 0 60000 65536"/>
                      <a:gd name="T21" fmla="*/ 0 w 83"/>
                      <a:gd name="T22" fmla="*/ 0 h 38"/>
                      <a:gd name="T23" fmla="*/ 83 w 83"/>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740" name="Group 172"/>
                <p:cNvGrpSpPr>
                  <a:grpSpLocks/>
                </p:cNvGrpSpPr>
                <p:nvPr/>
              </p:nvGrpSpPr>
              <p:grpSpPr bwMode="auto">
                <a:xfrm>
                  <a:off x="894" y="3612"/>
                  <a:ext cx="49" cy="23"/>
                  <a:chOff x="894" y="3612"/>
                  <a:chExt cx="49" cy="23"/>
                </a:xfrm>
              </p:grpSpPr>
              <p:sp>
                <p:nvSpPr>
                  <p:cNvPr id="12753" name="Freeform 173"/>
                  <p:cNvSpPr>
                    <a:spLocks/>
                  </p:cNvSpPr>
                  <p:nvPr/>
                </p:nvSpPr>
                <p:spPr bwMode="auto">
                  <a:xfrm>
                    <a:off x="894" y="3612"/>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 name="T15" fmla="*/ 0 w 25"/>
                      <a:gd name="T16" fmla="*/ 0 h 69"/>
                      <a:gd name="T17" fmla="*/ 25 w 25"/>
                      <a:gd name="T18" fmla="*/ 69 h 69"/>
                    </a:gdLst>
                    <a:ahLst/>
                    <a:cxnLst>
                      <a:cxn ang="T10">
                        <a:pos x="T0" y="T1"/>
                      </a:cxn>
                      <a:cxn ang="T11">
                        <a:pos x="T2" y="T3"/>
                      </a:cxn>
                      <a:cxn ang="T12">
                        <a:pos x="T4" y="T5"/>
                      </a:cxn>
                      <a:cxn ang="T13">
                        <a:pos x="T6" y="T7"/>
                      </a:cxn>
                      <a:cxn ang="T14">
                        <a:pos x="T8" y="T9"/>
                      </a:cxn>
                    </a:cxnLst>
                    <a:rect l="T15" t="T16" r="T17" b="T18"/>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54" name="Freeform 174"/>
                  <p:cNvSpPr>
                    <a:spLocks/>
                  </p:cNvSpPr>
                  <p:nvPr/>
                </p:nvSpPr>
                <p:spPr bwMode="auto">
                  <a:xfrm>
                    <a:off x="899" y="3613"/>
                    <a:ext cx="37" cy="10"/>
                  </a:xfrm>
                  <a:custGeom>
                    <a:avLst/>
                    <a:gdLst>
                      <a:gd name="T0" fmla="*/ 0 w 75"/>
                      <a:gd name="T1" fmla="*/ 0 h 32"/>
                      <a:gd name="T2" fmla="*/ 0 w 75"/>
                      <a:gd name="T3" fmla="*/ 0 h 32"/>
                      <a:gd name="T4" fmla="*/ 0 w 75"/>
                      <a:gd name="T5" fmla="*/ 0 h 32"/>
                      <a:gd name="T6" fmla="*/ 0 w 75"/>
                      <a:gd name="T7" fmla="*/ 0 h 32"/>
                      <a:gd name="T8" fmla="*/ 0 w 75"/>
                      <a:gd name="T9" fmla="*/ 0 h 32"/>
                      <a:gd name="T10" fmla="*/ 0 w 75"/>
                      <a:gd name="T11" fmla="*/ 0 h 32"/>
                      <a:gd name="T12" fmla="*/ 0 w 75"/>
                      <a:gd name="T13" fmla="*/ 0 h 32"/>
                      <a:gd name="T14" fmla="*/ 0 w 75"/>
                      <a:gd name="T15" fmla="*/ 0 h 32"/>
                      <a:gd name="T16" fmla="*/ 0 w 75"/>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2"/>
                      <a:gd name="T29" fmla="*/ 75 w 75"/>
                      <a:gd name="T30" fmla="*/ 32 h 3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55" name="Freeform 175"/>
                  <p:cNvSpPr>
                    <a:spLocks/>
                  </p:cNvSpPr>
                  <p:nvPr/>
                </p:nvSpPr>
                <p:spPr bwMode="auto">
                  <a:xfrm>
                    <a:off x="902" y="3623"/>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 name="T21" fmla="*/ 0 w 81"/>
                      <a:gd name="T22" fmla="*/ 0 h 36"/>
                      <a:gd name="T23" fmla="*/ 81 w 81"/>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741" name="Group 176"/>
                <p:cNvGrpSpPr>
                  <a:grpSpLocks/>
                </p:cNvGrpSpPr>
                <p:nvPr/>
              </p:nvGrpSpPr>
              <p:grpSpPr bwMode="auto">
                <a:xfrm>
                  <a:off x="907" y="3625"/>
                  <a:ext cx="49" cy="23"/>
                  <a:chOff x="907" y="3625"/>
                  <a:chExt cx="49" cy="23"/>
                </a:xfrm>
              </p:grpSpPr>
              <p:sp>
                <p:nvSpPr>
                  <p:cNvPr id="12750" name="Freeform 177"/>
                  <p:cNvSpPr>
                    <a:spLocks/>
                  </p:cNvSpPr>
                  <p:nvPr/>
                </p:nvSpPr>
                <p:spPr bwMode="auto">
                  <a:xfrm>
                    <a:off x="907" y="3625"/>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 name="T15" fmla="*/ 0 w 24"/>
                      <a:gd name="T16" fmla="*/ 0 h 68"/>
                      <a:gd name="T17" fmla="*/ 24 w 24"/>
                      <a:gd name="T18" fmla="*/ 68 h 68"/>
                    </a:gdLst>
                    <a:ahLst/>
                    <a:cxnLst>
                      <a:cxn ang="T10">
                        <a:pos x="T0" y="T1"/>
                      </a:cxn>
                      <a:cxn ang="T11">
                        <a:pos x="T2" y="T3"/>
                      </a:cxn>
                      <a:cxn ang="T12">
                        <a:pos x="T4" y="T5"/>
                      </a:cxn>
                      <a:cxn ang="T13">
                        <a:pos x="T6" y="T7"/>
                      </a:cxn>
                      <a:cxn ang="T14">
                        <a:pos x="T8" y="T9"/>
                      </a:cxn>
                    </a:cxnLst>
                    <a:rect l="T15" t="T16" r="T17" b="T18"/>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51" name="Freeform 178"/>
                  <p:cNvSpPr>
                    <a:spLocks/>
                  </p:cNvSpPr>
                  <p:nvPr/>
                </p:nvSpPr>
                <p:spPr bwMode="auto">
                  <a:xfrm>
                    <a:off x="912" y="3626"/>
                    <a:ext cx="36" cy="9"/>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2"/>
                      <a:gd name="T28" fmla="*/ 0 h 29"/>
                      <a:gd name="T29" fmla="*/ 72 w 72"/>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52" name="Freeform 179"/>
                  <p:cNvSpPr>
                    <a:spLocks/>
                  </p:cNvSpPr>
                  <p:nvPr/>
                </p:nvSpPr>
                <p:spPr bwMode="auto">
                  <a:xfrm>
                    <a:off x="914" y="3636"/>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742" name="Group 180"/>
                <p:cNvGrpSpPr>
                  <a:grpSpLocks/>
                </p:cNvGrpSpPr>
                <p:nvPr/>
              </p:nvGrpSpPr>
              <p:grpSpPr bwMode="auto">
                <a:xfrm>
                  <a:off x="919" y="3638"/>
                  <a:ext cx="49" cy="22"/>
                  <a:chOff x="919" y="3638"/>
                  <a:chExt cx="49" cy="22"/>
                </a:xfrm>
              </p:grpSpPr>
              <p:sp>
                <p:nvSpPr>
                  <p:cNvPr id="12747" name="Freeform 181"/>
                  <p:cNvSpPr>
                    <a:spLocks/>
                  </p:cNvSpPr>
                  <p:nvPr/>
                </p:nvSpPr>
                <p:spPr bwMode="auto">
                  <a:xfrm>
                    <a:off x="919" y="3638"/>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48" name="Freeform 182"/>
                  <p:cNvSpPr>
                    <a:spLocks/>
                  </p:cNvSpPr>
                  <p:nvPr/>
                </p:nvSpPr>
                <p:spPr bwMode="auto">
                  <a:xfrm>
                    <a:off x="924" y="3638"/>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30"/>
                      <a:gd name="T29" fmla="*/ 73 w 73"/>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49" name="Freeform 183"/>
                  <p:cNvSpPr>
                    <a:spLocks/>
                  </p:cNvSpPr>
                  <p:nvPr/>
                </p:nvSpPr>
                <p:spPr bwMode="auto">
                  <a:xfrm>
                    <a:off x="928" y="3648"/>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743" name="Group 184"/>
                <p:cNvGrpSpPr>
                  <a:grpSpLocks/>
                </p:cNvGrpSpPr>
                <p:nvPr/>
              </p:nvGrpSpPr>
              <p:grpSpPr bwMode="auto">
                <a:xfrm>
                  <a:off x="932" y="3651"/>
                  <a:ext cx="50" cy="22"/>
                  <a:chOff x="932" y="3651"/>
                  <a:chExt cx="50" cy="22"/>
                </a:xfrm>
              </p:grpSpPr>
              <p:sp>
                <p:nvSpPr>
                  <p:cNvPr id="12744" name="Freeform 185"/>
                  <p:cNvSpPr>
                    <a:spLocks/>
                  </p:cNvSpPr>
                  <p:nvPr/>
                </p:nvSpPr>
                <p:spPr bwMode="auto">
                  <a:xfrm>
                    <a:off x="932" y="3651"/>
                    <a:ext cx="12" cy="22"/>
                  </a:xfrm>
                  <a:custGeom>
                    <a:avLst/>
                    <a:gdLst>
                      <a:gd name="T0" fmla="*/ 1 w 24"/>
                      <a:gd name="T1" fmla="*/ 0 h 67"/>
                      <a:gd name="T2" fmla="*/ 0 w 24"/>
                      <a:gd name="T3" fmla="*/ 0 h 67"/>
                      <a:gd name="T4" fmla="*/ 1 w 24"/>
                      <a:gd name="T5" fmla="*/ 0 h 67"/>
                      <a:gd name="T6" fmla="*/ 1 w 24"/>
                      <a:gd name="T7" fmla="*/ 0 h 67"/>
                      <a:gd name="T8" fmla="*/ 1 w 24"/>
                      <a:gd name="T9" fmla="*/ 0 h 67"/>
                      <a:gd name="T10" fmla="*/ 0 60000 65536"/>
                      <a:gd name="T11" fmla="*/ 0 60000 65536"/>
                      <a:gd name="T12" fmla="*/ 0 60000 65536"/>
                      <a:gd name="T13" fmla="*/ 0 60000 65536"/>
                      <a:gd name="T14" fmla="*/ 0 60000 65536"/>
                      <a:gd name="T15" fmla="*/ 0 w 24"/>
                      <a:gd name="T16" fmla="*/ 0 h 67"/>
                      <a:gd name="T17" fmla="*/ 24 w 24"/>
                      <a:gd name="T18" fmla="*/ 67 h 67"/>
                    </a:gdLst>
                    <a:ahLst/>
                    <a:cxnLst>
                      <a:cxn ang="T10">
                        <a:pos x="T0" y="T1"/>
                      </a:cxn>
                      <a:cxn ang="T11">
                        <a:pos x="T2" y="T3"/>
                      </a:cxn>
                      <a:cxn ang="T12">
                        <a:pos x="T4" y="T5"/>
                      </a:cxn>
                      <a:cxn ang="T13">
                        <a:pos x="T6" y="T7"/>
                      </a:cxn>
                      <a:cxn ang="T14">
                        <a:pos x="T8" y="T9"/>
                      </a:cxn>
                    </a:cxnLst>
                    <a:rect l="T15" t="T16" r="T17" b="T18"/>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45" name="Freeform 186"/>
                  <p:cNvSpPr>
                    <a:spLocks/>
                  </p:cNvSpPr>
                  <p:nvPr/>
                </p:nvSpPr>
                <p:spPr bwMode="auto">
                  <a:xfrm>
                    <a:off x="937" y="3651"/>
                    <a:ext cx="37"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2"/>
                      <a:gd name="T28" fmla="*/ 0 h 29"/>
                      <a:gd name="T29" fmla="*/ 72 w 72"/>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46" name="Freeform 187"/>
                  <p:cNvSpPr>
                    <a:spLocks/>
                  </p:cNvSpPr>
                  <p:nvPr/>
                </p:nvSpPr>
                <p:spPr bwMode="auto">
                  <a:xfrm>
                    <a:off x="940" y="3662"/>
                    <a:ext cx="42" cy="11"/>
                  </a:xfrm>
                  <a:custGeom>
                    <a:avLst/>
                    <a:gdLst>
                      <a:gd name="T0" fmla="*/ 0 w 83"/>
                      <a:gd name="T1" fmla="*/ 0 h 35"/>
                      <a:gd name="T2" fmla="*/ 1 w 83"/>
                      <a:gd name="T3" fmla="*/ 0 h 35"/>
                      <a:gd name="T4" fmla="*/ 1 w 83"/>
                      <a:gd name="T5" fmla="*/ 0 h 35"/>
                      <a:gd name="T6" fmla="*/ 1 w 83"/>
                      <a:gd name="T7" fmla="*/ 0 h 35"/>
                      <a:gd name="T8" fmla="*/ 1 w 83"/>
                      <a:gd name="T9" fmla="*/ 0 h 35"/>
                      <a:gd name="T10" fmla="*/ 1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 name="T21" fmla="*/ 0 w 83"/>
                      <a:gd name="T22" fmla="*/ 0 h 35"/>
                      <a:gd name="T23" fmla="*/ 83 w 83"/>
                      <a:gd name="T24" fmla="*/ 35 h 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grpSp>
            <p:nvGrpSpPr>
              <p:cNvPr id="12447" name="Group 188"/>
              <p:cNvGrpSpPr>
                <a:grpSpLocks/>
              </p:cNvGrpSpPr>
              <p:nvPr/>
            </p:nvGrpSpPr>
            <p:grpSpPr bwMode="auto">
              <a:xfrm>
                <a:off x="944" y="3665"/>
                <a:ext cx="99" cy="74"/>
                <a:chOff x="944" y="3665"/>
                <a:chExt cx="99" cy="74"/>
              </a:xfrm>
            </p:grpSpPr>
            <p:grpSp>
              <p:nvGrpSpPr>
                <p:cNvPr id="12719" name="Group 189"/>
                <p:cNvGrpSpPr>
                  <a:grpSpLocks/>
                </p:cNvGrpSpPr>
                <p:nvPr/>
              </p:nvGrpSpPr>
              <p:grpSpPr bwMode="auto">
                <a:xfrm>
                  <a:off x="944" y="3665"/>
                  <a:ext cx="49" cy="23"/>
                  <a:chOff x="944" y="3665"/>
                  <a:chExt cx="49" cy="23"/>
                </a:xfrm>
              </p:grpSpPr>
              <p:sp>
                <p:nvSpPr>
                  <p:cNvPr id="12736" name="Freeform 190"/>
                  <p:cNvSpPr>
                    <a:spLocks/>
                  </p:cNvSpPr>
                  <p:nvPr/>
                </p:nvSpPr>
                <p:spPr bwMode="auto">
                  <a:xfrm>
                    <a:off x="944" y="3665"/>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 name="T15" fmla="*/ 0 w 25"/>
                      <a:gd name="T16" fmla="*/ 0 h 69"/>
                      <a:gd name="T17" fmla="*/ 25 w 25"/>
                      <a:gd name="T18" fmla="*/ 69 h 69"/>
                    </a:gdLst>
                    <a:ahLst/>
                    <a:cxnLst>
                      <a:cxn ang="T10">
                        <a:pos x="T0" y="T1"/>
                      </a:cxn>
                      <a:cxn ang="T11">
                        <a:pos x="T2" y="T3"/>
                      </a:cxn>
                      <a:cxn ang="T12">
                        <a:pos x="T4" y="T5"/>
                      </a:cxn>
                      <a:cxn ang="T13">
                        <a:pos x="T6" y="T7"/>
                      </a:cxn>
                      <a:cxn ang="T14">
                        <a:pos x="T8" y="T9"/>
                      </a:cxn>
                    </a:cxnLst>
                    <a:rect l="T15" t="T16" r="T17" b="T18"/>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37" name="Freeform 191"/>
                  <p:cNvSpPr>
                    <a:spLocks/>
                  </p:cNvSpPr>
                  <p:nvPr/>
                </p:nvSpPr>
                <p:spPr bwMode="auto">
                  <a:xfrm>
                    <a:off x="949" y="3666"/>
                    <a:ext cx="37" cy="10"/>
                  </a:xfrm>
                  <a:custGeom>
                    <a:avLst/>
                    <a:gdLst>
                      <a:gd name="T0" fmla="*/ 0 w 75"/>
                      <a:gd name="T1" fmla="*/ 0 h 31"/>
                      <a:gd name="T2" fmla="*/ 0 w 75"/>
                      <a:gd name="T3" fmla="*/ 0 h 31"/>
                      <a:gd name="T4" fmla="*/ 0 w 75"/>
                      <a:gd name="T5" fmla="*/ 0 h 31"/>
                      <a:gd name="T6" fmla="*/ 0 w 75"/>
                      <a:gd name="T7" fmla="*/ 0 h 31"/>
                      <a:gd name="T8" fmla="*/ 0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1"/>
                      <a:gd name="T29" fmla="*/ 75 w 75"/>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38" name="Freeform 192"/>
                  <p:cNvSpPr>
                    <a:spLocks/>
                  </p:cNvSpPr>
                  <p:nvPr/>
                </p:nvSpPr>
                <p:spPr bwMode="auto">
                  <a:xfrm>
                    <a:off x="953" y="3676"/>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720" name="Group 193"/>
                <p:cNvGrpSpPr>
                  <a:grpSpLocks/>
                </p:cNvGrpSpPr>
                <p:nvPr/>
              </p:nvGrpSpPr>
              <p:grpSpPr bwMode="auto">
                <a:xfrm>
                  <a:off x="957" y="3678"/>
                  <a:ext cx="48" cy="23"/>
                  <a:chOff x="957" y="3678"/>
                  <a:chExt cx="48" cy="23"/>
                </a:xfrm>
              </p:grpSpPr>
              <p:sp>
                <p:nvSpPr>
                  <p:cNvPr id="12733" name="Freeform 194"/>
                  <p:cNvSpPr>
                    <a:spLocks/>
                  </p:cNvSpPr>
                  <p:nvPr/>
                </p:nvSpPr>
                <p:spPr bwMode="auto">
                  <a:xfrm>
                    <a:off x="957" y="3678"/>
                    <a:ext cx="11" cy="23"/>
                  </a:xfrm>
                  <a:custGeom>
                    <a:avLst/>
                    <a:gdLst>
                      <a:gd name="T0" fmla="*/ 0 w 24"/>
                      <a:gd name="T1" fmla="*/ 0 h 70"/>
                      <a:gd name="T2" fmla="*/ 0 w 24"/>
                      <a:gd name="T3" fmla="*/ 0 h 70"/>
                      <a:gd name="T4" fmla="*/ 0 w 24"/>
                      <a:gd name="T5" fmla="*/ 0 h 70"/>
                      <a:gd name="T6" fmla="*/ 0 w 24"/>
                      <a:gd name="T7" fmla="*/ 0 h 70"/>
                      <a:gd name="T8" fmla="*/ 0 w 24"/>
                      <a:gd name="T9" fmla="*/ 0 h 70"/>
                      <a:gd name="T10" fmla="*/ 0 60000 65536"/>
                      <a:gd name="T11" fmla="*/ 0 60000 65536"/>
                      <a:gd name="T12" fmla="*/ 0 60000 65536"/>
                      <a:gd name="T13" fmla="*/ 0 60000 65536"/>
                      <a:gd name="T14" fmla="*/ 0 60000 65536"/>
                      <a:gd name="T15" fmla="*/ 0 w 24"/>
                      <a:gd name="T16" fmla="*/ 0 h 70"/>
                      <a:gd name="T17" fmla="*/ 24 w 24"/>
                      <a:gd name="T18" fmla="*/ 70 h 70"/>
                    </a:gdLst>
                    <a:ahLst/>
                    <a:cxnLst>
                      <a:cxn ang="T10">
                        <a:pos x="T0" y="T1"/>
                      </a:cxn>
                      <a:cxn ang="T11">
                        <a:pos x="T2" y="T3"/>
                      </a:cxn>
                      <a:cxn ang="T12">
                        <a:pos x="T4" y="T5"/>
                      </a:cxn>
                      <a:cxn ang="T13">
                        <a:pos x="T6" y="T7"/>
                      </a:cxn>
                      <a:cxn ang="T14">
                        <a:pos x="T8" y="T9"/>
                      </a:cxn>
                    </a:cxnLst>
                    <a:rect l="T15" t="T16" r="T17" b="T18"/>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34" name="Freeform 195"/>
                  <p:cNvSpPr>
                    <a:spLocks/>
                  </p:cNvSpPr>
                  <p:nvPr/>
                </p:nvSpPr>
                <p:spPr bwMode="auto">
                  <a:xfrm>
                    <a:off x="961" y="3678"/>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30"/>
                      <a:gd name="T29" fmla="*/ 74 w 74"/>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35" name="Freeform 196"/>
                  <p:cNvSpPr>
                    <a:spLocks/>
                  </p:cNvSpPr>
                  <p:nvPr/>
                </p:nvSpPr>
                <p:spPr bwMode="auto">
                  <a:xfrm>
                    <a:off x="964" y="3688"/>
                    <a:ext cx="41" cy="13"/>
                  </a:xfrm>
                  <a:custGeom>
                    <a:avLst/>
                    <a:gdLst>
                      <a:gd name="T0" fmla="*/ 0 w 82"/>
                      <a:gd name="T1" fmla="*/ 0 h 38"/>
                      <a:gd name="T2" fmla="*/ 1 w 82"/>
                      <a:gd name="T3" fmla="*/ 0 h 38"/>
                      <a:gd name="T4" fmla="*/ 1 w 82"/>
                      <a:gd name="T5" fmla="*/ 0 h 38"/>
                      <a:gd name="T6" fmla="*/ 1 w 82"/>
                      <a:gd name="T7" fmla="*/ 0 h 38"/>
                      <a:gd name="T8" fmla="*/ 1 w 82"/>
                      <a:gd name="T9" fmla="*/ 0 h 38"/>
                      <a:gd name="T10" fmla="*/ 1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 name="T21" fmla="*/ 0 w 82"/>
                      <a:gd name="T22" fmla="*/ 0 h 38"/>
                      <a:gd name="T23" fmla="*/ 82 w 82"/>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721" name="Group 197"/>
                <p:cNvGrpSpPr>
                  <a:grpSpLocks/>
                </p:cNvGrpSpPr>
                <p:nvPr/>
              </p:nvGrpSpPr>
              <p:grpSpPr bwMode="auto">
                <a:xfrm>
                  <a:off x="969" y="3690"/>
                  <a:ext cx="49" cy="23"/>
                  <a:chOff x="969" y="3690"/>
                  <a:chExt cx="49" cy="23"/>
                </a:xfrm>
              </p:grpSpPr>
              <p:sp>
                <p:nvSpPr>
                  <p:cNvPr id="12730" name="Freeform 198"/>
                  <p:cNvSpPr>
                    <a:spLocks/>
                  </p:cNvSpPr>
                  <p:nvPr/>
                </p:nvSpPr>
                <p:spPr bwMode="auto">
                  <a:xfrm>
                    <a:off x="969" y="3690"/>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 name="T15" fmla="*/ 0 w 25"/>
                      <a:gd name="T16" fmla="*/ 0 h 70"/>
                      <a:gd name="T17" fmla="*/ 25 w 25"/>
                      <a:gd name="T18" fmla="*/ 70 h 70"/>
                    </a:gdLst>
                    <a:ahLst/>
                    <a:cxnLst>
                      <a:cxn ang="T10">
                        <a:pos x="T0" y="T1"/>
                      </a:cxn>
                      <a:cxn ang="T11">
                        <a:pos x="T2" y="T3"/>
                      </a:cxn>
                      <a:cxn ang="T12">
                        <a:pos x="T4" y="T5"/>
                      </a:cxn>
                      <a:cxn ang="T13">
                        <a:pos x="T6" y="T7"/>
                      </a:cxn>
                      <a:cxn ang="T14">
                        <a:pos x="T8" y="T9"/>
                      </a:cxn>
                    </a:cxnLst>
                    <a:rect l="T15" t="T16" r="T17" b="T18"/>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31" name="Freeform 199"/>
                  <p:cNvSpPr>
                    <a:spLocks/>
                  </p:cNvSpPr>
                  <p:nvPr/>
                </p:nvSpPr>
                <p:spPr bwMode="auto">
                  <a:xfrm>
                    <a:off x="974" y="3691"/>
                    <a:ext cx="37" cy="10"/>
                  </a:xfrm>
                  <a:custGeom>
                    <a:avLst/>
                    <a:gdLst>
                      <a:gd name="T0" fmla="*/ 0 w 75"/>
                      <a:gd name="T1" fmla="*/ 0 h 31"/>
                      <a:gd name="T2" fmla="*/ 0 w 75"/>
                      <a:gd name="T3" fmla="*/ 0 h 31"/>
                      <a:gd name="T4" fmla="*/ 0 w 75"/>
                      <a:gd name="T5" fmla="*/ 0 h 31"/>
                      <a:gd name="T6" fmla="*/ 0 w 75"/>
                      <a:gd name="T7" fmla="*/ 0 h 31"/>
                      <a:gd name="T8" fmla="*/ 0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1"/>
                      <a:gd name="T29" fmla="*/ 75 w 75"/>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32" name="Freeform 200"/>
                  <p:cNvSpPr>
                    <a:spLocks/>
                  </p:cNvSpPr>
                  <p:nvPr/>
                </p:nvSpPr>
                <p:spPr bwMode="auto">
                  <a:xfrm>
                    <a:off x="977" y="3701"/>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 name="T21" fmla="*/ 0 w 81"/>
                      <a:gd name="T22" fmla="*/ 0 h 36"/>
                      <a:gd name="T23" fmla="*/ 81 w 81"/>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722" name="Group 201"/>
                <p:cNvGrpSpPr>
                  <a:grpSpLocks/>
                </p:cNvGrpSpPr>
                <p:nvPr/>
              </p:nvGrpSpPr>
              <p:grpSpPr bwMode="auto">
                <a:xfrm>
                  <a:off x="982" y="3703"/>
                  <a:ext cx="49" cy="23"/>
                  <a:chOff x="982" y="3703"/>
                  <a:chExt cx="49" cy="23"/>
                </a:xfrm>
              </p:grpSpPr>
              <p:sp>
                <p:nvSpPr>
                  <p:cNvPr id="12727" name="Freeform 202"/>
                  <p:cNvSpPr>
                    <a:spLocks/>
                  </p:cNvSpPr>
                  <p:nvPr/>
                </p:nvSpPr>
                <p:spPr bwMode="auto">
                  <a:xfrm>
                    <a:off x="982" y="370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28" name="Freeform 203"/>
                  <p:cNvSpPr>
                    <a:spLocks/>
                  </p:cNvSpPr>
                  <p:nvPr/>
                </p:nvSpPr>
                <p:spPr bwMode="auto">
                  <a:xfrm>
                    <a:off x="987" y="3703"/>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30"/>
                      <a:gd name="T29" fmla="*/ 73 w 73"/>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29" name="Freeform 204"/>
                  <p:cNvSpPr>
                    <a:spLocks/>
                  </p:cNvSpPr>
                  <p:nvPr/>
                </p:nvSpPr>
                <p:spPr bwMode="auto">
                  <a:xfrm>
                    <a:off x="989" y="3714"/>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723" name="Group 205"/>
                <p:cNvGrpSpPr>
                  <a:grpSpLocks/>
                </p:cNvGrpSpPr>
                <p:nvPr/>
              </p:nvGrpSpPr>
              <p:grpSpPr bwMode="auto">
                <a:xfrm>
                  <a:off x="995" y="3716"/>
                  <a:ext cx="48" cy="23"/>
                  <a:chOff x="995" y="3716"/>
                  <a:chExt cx="48" cy="23"/>
                </a:xfrm>
              </p:grpSpPr>
              <p:sp>
                <p:nvSpPr>
                  <p:cNvPr id="12724" name="Freeform 206"/>
                  <p:cNvSpPr>
                    <a:spLocks/>
                  </p:cNvSpPr>
                  <p:nvPr/>
                </p:nvSpPr>
                <p:spPr bwMode="auto">
                  <a:xfrm>
                    <a:off x="995" y="3716"/>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 name="T15" fmla="*/ 0 w 24"/>
                      <a:gd name="T16" fmla="*/ 0 h 68"/>
                      <a:gd name="T17" fmla="*/ 24 w 24"/>
                      <a:gd name="T18" fmla="*/ 68 h 68"/>
                    </a:gdLst>
                    <a:ahLst/>
                    <a:cxnLst>
                      <a:cxn ang="T10">
                        <a:pos x="T0" y="T1"/>
                      </a:cxn>
                      <a:cxn ang="T11">
                        <a:pos x="T2" y="T3"/>
                      </a:cxn>
                      <a:cxn ang="T12">
                        <a:pos x="T4" y="T5"/>
                      </a:cxn>
                      <a:cxn ang="T13">
                        <a:pos x="T6" y="T7"/>
                      </a:cxn>
                      <a:cxn ang="T14">
                        <a:pos x="T8" y="T9"/>
                      </a:cxn>
                    </a:cxnLst>
                    <a:rect l="T15" t="T16" r="T17" b="T18"/>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25" name="Freeform 207"/>
                  <p:cNvSpPr>
                    <a:spLocks/>
                  </p:cNvSpPr>
                  <p:nvPr/>
                </p:nvSpPr>
                <p:spPr bwMode="auto">
                  <a:xfrm>
                    <a:off x="999" y="3717"/>
                    <a:ext cx="38" cy="9"/>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29"/>
                      <a:gd name="T29" fmla="*/ 74 w 74"/>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26" name="Freeform 208"/>
                  <p:cNvSpPr>
                    <a:spLocks/>
                  </p:cNvSpPr>
                  <p:nvPr/>
                </p:nvSpPr>
                <p:spPr bwMode="auto">
                  <a:xfrm>
                    <a:off x="1003" y="3727"/>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grpSp>
            <p:nvGrpSpPr>
              <p:cNvPr id="12448" name="Group 209"/>
              <p:cNvGrpSpPr>
                <a:grpSpLocks/>
              </p:cNvGrpSpPr>
              <p:nvPr/>
            </p:nvGrpSpPr>
            <p:grpSpPr bwMode="auto">
              <a:xfrm>
                <a:off x="1005" y="3727"/>
                <a:ext cx="49" cy="23"/>
                <a:chOff x="1005" y="3727"/>
                <a:chExt cx="49" cy="23"/>
              </a:xfrm>
            </p:grpSpPr>
            <p:sp>
              <p:nvSpPr>
                <p:cNvPr id="12716" name="Freeform 210"/>
                <p:cNvSpPr>
                  <a:spLocks/>
                </p:cNvSpPr>
                <p:nvPr/>
              </p:nvSpPr>
              <p:spPr bwMode="auto">
                <a:xfrm>
                  <a:off x="1005" y="3727"/>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 name="T15" fmla="*/ 0 w 25"/>
                    <a:gd name="T16" fmla="*/ 0 h 69"/>
                    <a:gd name="T17" fmla="*/ 25 w 25"/>
                    <a:gd name="T18" fmla="*/ 69 h 69"/>
                  </a:gdLst>
                  <a:ahLst/>
                  <a:cxnLst>
                    <a:cxn ang="T10">
                      <a:pos x="T0" y="T1"/>
                    </a:cxn>
                    <a:cxn ang="T11">
                      <a:pos x="T2" y="T3"/>
                    </a:cxn>
                    <a:cxn ang="T12">
                      <a:pos x="T4" y="T5"/>
                    </a:cxn>
                    <a:cxn ang="T13">
                      <a:pos x="T6" y="T7"/>
                    </a:cxn>
                    <a:cxn ang="T14">
                      <a:pos x="T8" y="T9"/>
                    </a:cxn>
                  </a:cxnLst>
                  <a:rect l="T15" t="T16" r="T17" b="T18"/>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17" name="Freeform 211"/>
                <p:cNvSpPr>
                  <a:spLocks/>
                </p:cNvSpPr>
                <p:nvPr/>
              </p:nvSpPr>
              <p:spPr bwMode="auto">
                <a:xfrm>
                  <a:off x="1010" y="3728"/>
                  <a:ext cx="37" cy="10"/>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31"/>
                    <a:gd name="T29" fmla="*/ 73 w 73"/>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18" name="Freeform 212"/>
                <p:cNvSpPr>
                  <a:spLocks/>
                </p:cNvSpPr>
                <p:nvPr/>
              </p:nvSpPr>
              <p:spPr bwMode="auto">
                <a:xfrm>
                  <a:off x="1013" y="3738"/>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49" name="Group 213"/>
              <p:cNvGrpSpPr>
                <a:grpSpLocks/>
              </p:cNvGrpSpPr>
              <p:nvPr/>
            </p:nvGrpSpPr>
            <p:grpSpPr bwMode="auto">
              <a:xfrm>
                <a:off x="1018" y="3740"/>
                <a:ext cx="49" cy="22"/>
                <a:chOff x="1018" y="3740"/>
                <a:chExt cx="49" cy="22"/>
              </a:xfrm>
            </p:grpSpPr>
            <p:sp>
              <p:nvSpPr>
                <p:cNvPr id="12713" name="Freeform 214"/>
                <p:cNvSpPr>
                  <a:spLocks/>
                </p:cNvSpPr>
                <p:nvPr/>
              </p:nvSpPr>
              <p:spPr bwMode="auto">
                <a:xfrm>
                  <a:off x="1018" y="3740"/>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14" name="Freeform 215"/>
                <p:cNvSpPr>
                  <a:spLocks/>
                </p:cNvSpPr>
                <p:nvPr/>
              </p:nvSpPr>
              <p:spPr bwMode="auto">
                <a:xfrm>
                  <a:off x="1022" y="3740"/>
                  <a:ext cx="38" cy="10"/>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31"/>
                    <a:gd name="T29" fmla="*/ 74 w 74"/>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15" name="Freeform 216"/>
                <p:cNvSpPr>
                  <a:spLocks/>
                </p:cNvSpPr>
                <p:nvPr/>
              </p:nvSpPr>
              <p:spPr bwMode="auto">
                <a:xfrm>
                  <a:off x="1026" y="3750"/>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50" name="Group 217"/>
              <p:cNvGrpSpPr>
                <a:grpSpLocks/>
              </p:cNvGrpSpPr>
              <p:nvPr/>
            </p:nvGrpSpPr>
            <p:grpSpPr bwMode="auto">
              <a:xfrm>
                <a:off x="1030" y="3753"/>
                <a:ext cx="49" cy="23"/>
                <a:chOff x="1030" y="3753"/>
                <a:chExt cx="49" cy="23"/>
              </a:xfrm>
            </p:grpSpPr>
            <p:sp>
              <p:nvSpPr>
                <p:cNvPr id="12710" name="Freeform 218"/>
                <p:cNvSpPr>
                  <a:spLocks/>
                </p:cNvSpPr>
                <p:nvPr/>
              </p:nvSpPr>
              <p:spPr bwMode="auto">
                <a:xfrm>
                  <a:off x="1030" y="375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11" name="Freeform 219"/>
                <p:cNvSpPr>
                  <a:spLocks/>
                </p:cNvSpPr>
                <p:nvPr/>
              </p:nvSpPr>
              <p:spPr bwMode="auto">
                <a:xfrm>
                  <a:off x="1035" y="3753"/>
                  <a:ext cx="37" cy="11"/>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31"/>
                    <a:gd name="T29" fmla="*/ 74 w 74"/>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12" name="Freeform 220"/>
                <p:cNvSpPr>
                  <a:spLocks/>
                </p:cNvSpPr>
                <p:nvPr/>
              </p:nvSpPr>
              <p:spPr bwMode="auto">
                <a:xfrm>
                  <a:off x="1039" y="3764"/>
                  <a:ext cx="40" cy="12"/>
                </a:xfrm>
                <a:custGeom>
                  <a:avLst/>
                  <a:gdLst>
                    <a:gd name="T0" fmla="*/ 0 w 82"/>
                    <a:gd name="T1" fmla="*/ 0 h 35"/>
                    <a:gd name="T2" fmla="*/ 0 w 82"/>
                    <a:gd name="T3" fmla="*/ 0 h 35"/>
                    <a:gd name="T4" fmla="*/ 0 w 82"/>
                    <a:gd name="T5" fmla="*/ 0 h 35"/>
                    <a:gd name="T6" fmla="*/ 0 w 82"/>
                    <a:gd name="T7" fmla="*/ 0 h 35"/>
                    <a:gd name="T8" fmla="*/ 0 w 82"/>
                    <a:gd name="T9" fmla="*/ 0 h 35"/>
                    <a:gd name="T10" fmla="*/ 0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 name="T21" fmla="*/ 0 w 82"/>
                    <a:gd name="T22" fmla="*/ 0 h 35"/>
                    <a:gd name="T23" fmla="*/ 82 w 82"/>
                    <a:gd name="T24" fmla="*/ 35 h 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sp>
            <p:nvSpPr>
              <p:cNvPr id="12451" name="Freeform 221"/>
              <p:cNvSpPr>
                <a:spLocks/>
              </p:cNvSpPr>
              <p:nvPr/>
            </p:nvSpPr>
            <p:spPr bwMode="auto">
              <a:xfrm>
                <a:off x="778" y="3535"/>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 name="T15" fmla="*/ 0 w 24"/>
                  <a:gd name="T16" fmla="*/ 0 h 68"/>
                  <a:gd name="T17" fmla="*/ 24 w 24"/>
                  <a:gd name="T18" fmla="*/ 68 h 68"/>
                </a:gdLst>
                <a:ahLst/>
                <a:cxnLst>
                  <a:cxn ang="T10">
                    <a:pos x="T0" y="T1"/>
                  </a:cxn>
                  <a:cxn ang="T11">
                    <a:pos x="T2" y="T3"/>
                  </a:cxn>
                  <a:cxn ang="T12">
                    <a:pos x="T4" y="T5"/>
                  </a:cxn>
                  <a:cxn ang="T13">
                    <a:pos x="T6" y="T7"/>
                  </a:cxn>
                  <a:cxn ang="T14">
                    <a:pos x="T8" y="T9"/>
                  </a:cxn>
                </a:cxnLst>
                <a:rect l="T15" t="T16" r="T17" b="T18"/>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52" name="Freeform 222"/>
              <p:cNvSpPr>
                <a:spLocks/>
              </p:cNvSpPr>
              <p:nvPr/>
            </p:nvSpPr>
            <p:spPr bwMode="auto">
              <a:xfrm>
                <a:off x="783" y="3535"/>
                <a:ext cx="36" cy="11"/>
              </a:xfrm>
              <a:custGeom>
                <a:avLst/>
                <a:gdLst>
                  <a:gd name="T0" fmla="*/ 1 w 72"/>
                  <a:gd name="T1" fmla="*/ 0 h 31"/>
                  <a:gd name="T2" fmla="*/ 1 w 72"/>
                  <a:gd name="T3" fmla="*/ 0 h 31"/>
                  <a:gd name="T4" fmla="*/ 1 w 72"/>
                  <a:gd name="T5" fmla="*/ 0 h 31"/>
                  <a:gd name="T6" fmla="*/ 1 w 72"/>
                  <a:gd name="T7" fmla="*/ 0 h 31"/>
                  <a:gd name="T8" fmla="*/ 1 w 72"/>
                  <a:gd name="T9" fmla="*/ 0 h 31"/>
                  <a:gd name="T10" fmla="*/ 1 w 72"/>
                  <a:gd name="T11" fmla="*/ 0 h 31"/>
                  <a:gd name="T12" fmla="*/ 1 w 72"/>
                  <a:gd name="T13" fmla="*/ 0 h 31"/>
                  <a:gd name="T14" fmla="*/ 0 w 72"/>
                  <a:gd name="T15" fmla="*/ 0 h 31"/>
                  <a:gd name="T16" fmla="*/ 1 w 72"/>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2"/>
                  <a:gd name="T28" fmla="*/ 0 h 31"/>
                  <a:gd name="T29" fmla="*/ 72 w 72"/>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53" name="Freeform 223"/>
              <p:cNvSpPr>
                <a:spLocks/>
              </p:cNvSpPr>
              <p:nvPr/>
            </p:nvSpPr>
            <p:spPr bwMode="auto">
              <a:xfrm>
                <a:off x="786" y="3546"/>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nvGrpSpPr>
              <p:cNvPr id="12454" name="Group 224"/>
              <p:cNvGrpSpPr>
                <a:grpSpLocks/>
              </p:cNvGrpSpPr>
              <p:nvPr/>
            </p:nvGrpSpPr>
            <p:grpSpPr bwMode="auto">
              <a:xfrm>
                <a:off x="790" y="3547"/>
                <a:ext cx="49" cy="23"/>
                <a:chOff x="790" y="3547"/>
                <a:chExt cx="49" cy="23"/>
              </a:xfrm>
            </p:grpSpPr>
            <p:sp>
              <p:nvSpPr>
                <p:cNvPr id="12707" name="Freeform 225"/>
                <p:cNvSpPr>
                  <a:spLocks/>
                </p:cNvSpPr>
                <p:nvPr/>
              </p:nvSpPr>
              <p:spPr bwMode="auto">
                <a:xfrm>
                  <a:off x="790" y="3547"/>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08" name="Freeform 226"/>
                <p:cNvSpPr>
                  <a:spLocks/>
                </p:cNvSpPr>
                <p:nvPr/>
              </p:nvSpPr>
              <p:spPr bwMode="auto">
                <a:xfrm>
                  <a:off x="795" y="3548"/>
                  <a:ext cx="37" cy="10"/>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29"/>
                    <a:gd name="T29" fmla="*/ 73 w 73"/>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09" name="Freeform 227"/>
                <p:cNvSpPr>
                  <a:spLocks/>
                </p:cNvSpPr>
                <p:nvPr/>
              </p:nvSpPr>
              <p:spPr bwMode="auto">
                <a:xfrm>
                  <a:off x="798" y="3558"/>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55" name="Group 228"/>
              <p:cNvGrpSpPr>
                <a:grpSpLocks/>
              </p:cNvGrpSpPr>
              <p:nvPr/>
            </p:nvGrpSpPr>
            <p:grpSpPr bwMode="auto">
              <a:xfrm>
                <a:off x="803" y="3560"/>
                <a:ext cx="49" cy="22"/>
                <a:chOff x="803" y="3560"/>
                <a:chExt cx="49" cy="22"/>
              </a:xfrm>
            </p:grpSpPr>
            <p:sp>
              <p:nvSpPr>
                <p:cNvPr id="12704" name="Freeform 229"/>
                <p:cNvSpPr>
                  <a:spLocks/>
                </p:cNvSpPr>
                <p:nvPr/>
              </p:nvSpPr>
              <p:spPr bwMode="auto">
                <a:xfrm>
                  <a:off x="803" y="3560"/>
                  <a:ext cx="12" cy="22"/>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 name="T15" fmla="*/ 0 w 24"/>
                    <a:gd name="T16" fmla="*/ 0 h 68"/>
                    <a:gd name="T17" fmla="*/ 24 w 24"/>
                    <a:gd name="T18" fmla="*/ 68 h 68"/>
                  </a:gdLst>
                  <a:ahLst/>
                  <a:cxnLst>
                    <a:cxn ang="T10">
                      <a:pos x="T0" y="T1"/>
                    </a:cxn>
                    <a:cxn ang="T11">
                      <a:pos x="T2" y="T3"/>
                    </a:cxn>
                    <a:cxn ang="T12">
                      <a:pos x="T4" y="T5"/>
                    </a:cxn>
                    <a:cxn ang="T13">
                      <a:pos x="T6" y="T7"/>
                    </a:cxn>
                    <a:cxn ang="T14">
                      <a:pos x="T8" y="T9"/>
                    </a:cxn>
                  </a:cxnLst>
                  <a:rect l="T15" t="T16" r="T17" b="T18"/>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05" name="Freeform 230"/>
                <p:cNvSpPr>
                  <a:spLocks/>
                </p:cNvSpPr>
                <p:nvPr/>
              </p:nvSpPr>
              <p:spPr bwMode="auto">
                <a:xfrm>
                  <a:off x="808" y="3560"/>
                  <a:ext cx="36"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2"/>
                    <a:gd name="T28" fmla="*/ 0 h 29"/>
                    <a:gd name="T29" fmla="*/ 72 w 72"/>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06" name="Freeform 231"/>
                <p:cNvSpPr>
                  <a:spLocks/>
                </p:cNvSpPr>
                <p:nvPr/>
              </p:nvSpPr>
              <p:spPr bwMode="auto">
                <a:xfrm>
                  <a:off x="811" y="3571"/>
                  <a:ext cx="41" cy="11"/>
                </a:xfrm>
                <a:custGeom>
                  <a:avLst/>
                  <a:gdLst>
                    <a:gd name="T0" fmla="*/ 0 w 83"/>
                    <a:gd name="T1" fmla="*/ 0 h 35"/>
                    <a:gd name="T2" fmla="*/ 0 w 83"/>
                    <a:gd name="T3" fmla="*/ 0 h 35"/>
                    <a:gd name="T4" fmla="*/ 0 w 83"/>
                    <a:gd name="T5" fmla="*/ 0 h 35"/>
                    <a:gd name="T6" fmla="*/ 0 w 83"/>
                    <a:gd name="T7" fmla="*/ 0 h 35"/>
                    <a:gd name="T8" fmla="*/ 0 w 83"/>
                    <a:gd name="T9" fmla="*/ 0 h 35"/>
                    <a:gd name="T10" fmla="*/ 0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 name="T21" fmla="*/ 0 w 83"/>
                    <a:gd name="T22" fmla="*/ 0 h 35"/>
                    <a:gd name="T23" fmla="*/ 83 w 83"/>
                    <a:gd name="T24" fmla="*/ 35 h 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56" name="Group 232"/>
              <p:cNvGrpSpPr>
                <a:grpSpLocks/>
              </p:cNvGrpSpPr>
              <p:nvPr/>
            </p:nvGrpSpPr>
            <p:grpSpPr bwMode="auto">
              <a:xfrm>
                <a:off x="815" y="3572"/>
                <a:ext cx="50" cy="23"/>
                <a:chOff x="815" y="3572"/>
                <a:chExt cx="50" cy="23"/>
              </a:xfrm>
            </p:grpSpPr>
            <p:sp>
              <p:nvSpPr>
                <p:cNvPr id="12701" name="Freeform 233"/>
                <p:cNvSpPr>
                  <a:spLocks/>
                </p:cNvSpPr>
                <p:nvPr/>
              </p:nvSpPr>
              <p:spPr bwMode="auto">
                <a:xfrm>
                  <a:off x="815" y="3572"/>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02" name="Freeform 234"/>
                <p:cNvSpPr>
                  <a:spLocks/>
                </p:cNvSpPr>
                <p:nvPr/>
              </p:nvSpPr>
              <p:spPr bwMode="auto">
                <a:xfrm>
                  <a:off x="820" y="3573"/>
                  <a:ext cx="37" cy="9"/>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29"/>
                    <a:gd name="T29" fmla="*/ 75 w 75"/>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03" name="Freeform 235"/>
                <p:cNvSpPr>
                  <a:spLocks/>
                </p:cNvSpPr>
                <p:nvPr/>
              </p:nvSpPr>
              <p:spPr bwMode="auto">
                <a:xfrm>
                  <a:off x="824" y="3583"/>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57" name="Group 236"/>
              <p:cNvGrpSpPr>
                <a:grpSpLocks/>
              </p:cNvGrpSpPr>
              <p:nvPr/>
            </p:nvGrpSpPr>
            <p:grpSpPr bwMode="auto">
              <a:xfrm>
                <a:off x="828" y="3585"/>
                <a:ext cx="49" cy="23"/>
                <a:chOff x="828" y="3585"/>
                <a:chExt cx="49" cy="23"/>
              </a:xfrm>
            </p:grpSpPr>
            <p:sp>
              <p:nvSpPr>
                <p:cNvPr id="12698" name="Freeform 237"/>
                <p:cNvSpPr>
                  <a:spLocks/>
                </p:cNvSpPr>
                <p:nvPr/>
              </p:nvSpPr>
              <p:spPr bwMode="auto">
                <a:xfrm>
                  <a:off x="828" y="3585"/>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99" name="Freeform 238"/>
                <p:cNvSpPr>
                  <a:spLocks/>
                </p:cNvSpPr>
                <p:nvPr/>
              </p:nvSpPr>
              <p:spPr bwMode="auto">
                <a:xfrm>
                  <a:off x="833" y="3586"/>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29"/>
                    <a:gd name="T29" fmla="*/ 75 w 75"/>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00" name="Freeform 239"/>
                <p:cNvSpPr>
                  <a:spLocks/>
                </p:cNvSpPr>
                <p:nvPr/>
              </p:nvSpPr>
              <p:spPr bwMode="auto">
                <a:xfrm>
                  <a:off x="837" y="3596"/>
                  <a:ext cx="40" cy="12"/>
                </a:xfrm>
                <a:custGeom>
                  <a:avLst/>
                  <a:gdLst>
                    <a:gd name="T0" fmla="*/ 0 w 80"/>
                    <a:gd name="T1" fmla="*/ 0 h 36"/>
                    <a:gd name="T2" fmla="*/ 1 w 80"/>
                    <a:gd name="T3" fmla="*/ 0 h 36"/>
                    <a:gd name="T4" fmla="*/ 1 w 80"/>
                    <a:gd name="T5" fmla="*/ 0 h 36"/>
                    <a:gd name="T6" fmla="*/ 1 w 80"/>
                    <a:gd name="T7" fmla="*/ 0 h 36"/>
                    <a:gd name="T8" fmla="*/ 1 w 80"/>
                    <a:gd name="T9" fmla="*/ 0 h 36"/>
                    <a:gd name="T10" fmla="*/ 1 w 80"/>
                    <a:gd name="T11" fmla="*/ 0 h 36"/>
                    <a:gd name="T12" fmla="*/ 0 w 80"/>
                    <a:gd name="T13" fmla="*/ 0 h 36"/>
                    <a:gd name="T14" fmla="*/ 0 60000 65536"/>
                    <a:gd name="T15" fmla="*/ 0 60000 65536"/>
                    <a:gd name="T16" fmla="*/ 0 60000 65536"/>
                    <a:gd name="T17" fmla="*/ 0 60000 65536"/>
                    <a:gd name="T18" fmla="*/ 0 60000 65536"/>
                    <a:gd name="T19" fmla="*/ 0 60000 65536"/>
                    <a:gd name="T20" fmla="*/ 0 60000 65536"/>
                    <a:gd name="T21" fmla="*/ 0 w 80"/>
                    <a:gd name="T22" fmla="*/ 0 h 36"/>
                    <a:gd name="T23" fmla="*/ 80 w 80"/>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58" name="Group 240"/>
              <p:cNvGrpSpPr>
                <a:grpSpLocks/>
              </p:cNvGrpSpPr>
              <p:nvPr/>
            </p:nvGrpSpPr>
            <p:grpSpPr bwMode="auto">
              <a:xfrm>
                <a:off x="840" y="3600"/>
                <a:ext cx="100" cy="73"/>
                <a:chOff x="840" y="3600"/>
                <a:chExt cx="100" cy="73"/>
              </a:xfrm>
            </p:grpSpPr>
            <p:grpSp>
              <p:nvGrpSpPr>
                <p:cNvPr id="12678" name="Group 241"/>
                <p:cNvGrpSpPr>
                  <a:grpSpLocks/>
                </p:cNvGrpSpPr>
                <p:nvPr/>
              </p:nvGrpSpPr>
              <p:grpSpPr bwMode="auto">
                <a:xfrm>
                  <a:off x="840" y="3600"/>
                  <a:ext cx="49" cy="23"/>
                  <a:chOff x="840" y="3600"/>
                  <a:chExt cx="49" cy="23"/>
                </a:xfrm>
              </p:grpSpPr>
              <p:sp>
                <p:nvSpPr>
                  <p:cNvPr id="12695" name="Freeform 242"/>
                  <p:cNvSpPr>
                    <a:spLocks/>
                  </p:cNvSpPr>
                  <p:nvPr/>
                </p:nvSpPr>
                <p:spPr bwMode="auto">
                  <a:xfrm>
                    <a:off x="840" y="3600"/>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 name="T15" fmla="*/ 0 w 25"/>
                      <a:gd name="T16" fmla="*/ 0 h 70"/>
                      <a:gd name="T17" fmla="*/ 25 w 25"/>
                      <a:gd name="T18" fmla="*/ 70 h 70"/>
                    </a:gdLst>
                    <a:ahLst/>
                    <a:cxnLst>
                      <a:cxn ang="T10">
                        <a:pos x="T0" y="T1"/>
                      </a:cxn>
                      <a:cxn ang="T11">
                        <a:pos x="T2" y="T3"/>
                      </a:cxn>
                      <a:cxn ang="T12">
                        <a:pos x="T4" y="T5"/>
                      </a:cxn>
                      <a:cxn ang="T13">
                        <a:pos x="T6" y="T7"/>
                      </a:cxn>
                      <a:cxn ang="T14">
                        <a:pos x="T8" y="T9"/>
                      </a:cxn>
                    </a:cxnLst>
                    <a:rect l="T15" t="T16" r="T17" b="T18"/>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96" name="Freeform 243"/>
                  <p:cNvSpPr>
                    <a:spLocks/>
                  </p:cNvSpPr>
                  <p:nvPr/>
                </p:nvSpPr>
                <p:spPr bwMode="auto">
                  <a:xfrm>
                    <a:off x="845" y="3600"/>
                    <a:ext cx="37" cy="11"/>
                  </a:xfrm>
                  <a:custGeom>
                    <a:avLst/>
                    <a:gdLst>
                      <a:gd name="T0" fmla="*/ 0 w 75"/>
                      <a:gd name="T1" fmla="*/ 0 h 31"/>
                      <a:gd name="T2" fmla="*/ 0 w 75"/>
                      <a:gd name="T3" fmla="*/ 0 h 31"/>
                      <a:gd name="T4" fmla="*/ 0 w 75"/>
                      <a:gd name="T5" fmla="*/ 0 h 31"/>
                      <a:gd name="T6" fmla="*/ 0 w 75"/>
                      <a:gd name="T7" fmla="*/ 0 h 31"/>
                      <a:gd name="T8" fmla="*/ 0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1"/>
                      <a:gd name="T29" fmla="*/ 75 w 75"/>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97" name="Freeform 244"/>
                  <p:cNvSpPr>
                    <a:spLocks/>
                  </p:cNvSpPr>
                  <p:nvPr/>
                </p:nvSpPr>
                <p:spPr bwMode="auto">
                  <a:xfrm>
                    <a:off x="848" y="3611"/>
                    <a:ext cx="41" cy="12"/>
                  </a:xfrm>
                  <a:custGeom>
                    <a:avLst/>
                    <a:gdLst>
                      <a:gd name="T0" fmla="*/ 0 w 82"/>
                      <a:gd name="T1" fmla="*/ 0 h 38"/>
                      <a:gd name="T2" fmla="*/ 1 w 82"/>
                      <a:gd name="T3" fmla="*/ 0 h 38"/>
                      <a:gd name="T4" fmla="*/ 1 w 82"/>
                      <a:gd name="T5" fmla="*/ 0 h 38"/>
                      <a:gd name="T6" fmla="*/ 1 w 82"/>
                      <a:gd name="T7" fmla="*/ 0 h 38"/>
                      <a:gd name="T8" fmla="*/ 1 w 82"/>
                      <a:gd name="T9" fmla="*/ 0 h 38"/>
                      <a:gd name="T10" fmla="*/ 1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 name="T21" fmla="*/ 0 w 82"/>
                      <a:gd name="T22" fmla="*/ 0 h 38"/>
                      <a:gd name="T23" fmla="*/ 82 w 82"/>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679" name="Group 245"/>
                <p:cNvGrpSpPr>
                  <a:grpSpLocks/>
                </p:cNvGrpSpPr>
                <p:nvPr/>
              </p:nvGrpSpPr>
              <p:grpSpPr bwMode="auto">
                <a:xfrm>
                  <a:off x="853" y="3612"/>
                  <a:ext cx="48" cy="23"/>
                  <a:chOff x="853" y="3612"/>
                  <a:chExt cx="48" cy="23"/>
                </a:xfrm>
              </p:grpSpPr>
              <p:sp>
                <p:nvSpPr>
                  <p:cNvPr id="12692" name="Freeform 246"/>
                  <p:cNvSpPr>
                    <a:spLocks/>
                  </p:cNvSpPr>
                  <p:nvPr/>
                </p:nvSpPr>
                <p:spPr bwMode="auto">
                  <a:xfrm>
                    <a:off x="853"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 name="T15" fmla="*/ 0 w 25"/>
                      <a:gd name="T16" fmla="*/ 0 h 69"/>
                      <a:gd name="T17" fmla="*/ 25 w 25"/>
                      <a:gd name="T18" fmla="*/ 69 h 69"/>
                    </a:gdLst>
                    <a:ahLst/>
                    <a:cxnLst>
                      <a:cxn ang="T10">
                        <a:pos x="T0" y="T1"/>
                      </a:cxn>
                      <a:cxn ang="T11">
                        <a:pos x="T2" y="T3"/>
                      </a:cxn>
                      <a:cxn ang="T12">
                        <a:pos x="T4" y="T5"/>
                      </a:cxn>
                      <a:cxn ang="T13">
                        <a:pos x="T6" y="T7"/>
                      </a:cxn>
                      <a:cxn ang="T14">
                        <a:pos x="T8" y="T9"/>
                      </a:cxn>
                    </a:cxnLst>
                    <a:rect l="T15" t="T16" r="T17" b="T18"/>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93" name="Freeform 247"/>
                  <p:cNvSpPr>
                    <a:spLocks/>
                  </p:cNvSpPr>
                  <p:nvPr/>
                </p:nvSpPr>
                <p:spPr bwMode="auto">
                  <a:xfrm>
                    <a:off x="857" y="3613"/>
                    <a:ext cx="37" cy="10"/>
                  </a:xfrm>
                  <a:custGeom>
                    <a:avLst/>
                    <a:gdLst>
                      <a:gd name="T0" fmla="*/ 1 w 73"/>
                      <a:gd name="T1" fmla="*/ 0 h 32"/>
                      <a:gd name="T2" fmla="*/ 1 w 73"/>
                      <a:gd name="T3" fmla="*/ 0 h 32"/>
                      <a:gd name="T4" fmla="*/ 1 w 73"/>
                      <a:gd name="T5" fmla="*/ 0 h 32"/>
                      <a:gd name="T6" fmla="*/ 1 w 73"/>
                      <a:gd name="T7" fmla="*/ 0 h 32"/>
                      <a:gd name="T8" fmla="*/ 1 w 73"/>
                      <a:gd name="T9" fmla="*/ 0 h 32"/>
                      <a:gd name="T10" fmla="*/ 1 w 73"/>
                      <a:gd name="T11" fmla="*/ 0 h 32"/>
                      <a:gd name="T12" fmla="*/ 1 w 73"/>
                      <a:gd name="T13" fmla="*/ 0 h 32"/>
                      <a:gd name="T14" fmla="*/ 0 w 73"/>
                      <a:gd name="T15" fmla="*/ 0 h 32"/>
                      <a:gd name="T16" fmla="*/ 1 w 73"/>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32"/>
                      <a:gd name="T29" fmla="*/ 73 w 73"/>
                      <a:gd name="T30" fmla="*/ 32 h 3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94" name="Freeform 248"/>
                  <p:cNvSpPr>
                    <a:spLocks/>
                  </p:cNvSpPr>
                  <p:nvPr/>
                </p:nvSpPr>
                <p:spPr bwMode="auto">
                  <a:xfrm>
                    <a:off x="860" y="3623"/>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680" name="Group 249"/>
                <p:cNvGrpSpPr>
                  <a:grpSpLocks/>
                </p:cNvGrpSpPr>
                <p:nvPr/>
              </p:nvGrpSpPr>
              <p:grpSpPr bwMode="auto">
                <a:xfrm>
                  <a:off x="865" y="3625"/>
                  <a:ext cx="49" cy="23"/>
                  <a:chOff x="865" y="3625"/>
                  <a:chExt cx="49" cy="23"/>
                </a:xfrm>
              </p:grpSpPr>
              <p:sp>
                <p:nvSpPr>
                  <p:cNvPr id="12689" name="Freeform 250"/>
                  <p:cNvSpPr>
                    <a:spLocks/>
                  </p:cNvSpPr>
                  <p:nvPr/>
                </p:nvSpPr>
                <p:spPr bwMode="auto">
                  <a:xfrm>
                    <a:off x="865" y="362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90" name="Freeform 251"/>
                  <p:cNvSpPr>
                    <a:spLocks/>
                  </p:cNvSpPr>
                  <p:nvPr/>
                </p:nvSpPr>
                <p:spPr bwMode="auto">
                  <a:xfrm>
                    <a:off x="870" y="3626"/>
                    <a:ext cx="37" cy="9"/>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29"/>
                      <a:gd name="T29" fmla="*/ 73 w 73"/>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91" name="Freeform 252"/>
                  <p:cNvSpPr>
                    <a:spLocks/>
                  </p:cNvSpPr>
                  <p:nvPr/>
                </p:nvSpPr>
                <p:spPr bwMode="auto">
                  <a:xfrm>
                    <a:off x="873" y="3636"/>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681" name="Group 253"/>
                <p:cNvGrpSpPr>
                  <a:grpSpLocks/>
                </p:cNvGrpSpPr>
                <p:nvPr/>
              </p:nvGrpSpPr>
              <p:grpSpPr bwMode="auto">
                <a:xfrm>
                  <a:off x="878" y="3638"/>
                  <a:ext cx="49" cy="22"/>
                  <a:chOff x="878" y="3638"/>
                  <a:chExt cx="49" cy="22"/>
                </a:xfrm>
              </p:grpSpPr>
              <p:sp>
                <p:nvSpPr>
                  <p:cNvPr id="12686" name="Freeform 254"/>
                  <p:cNvSpPr>
                    <a:spLocks/>
                  </p:cNvSpPr>
                  <p:nvPr/>
                </p:nvSpPr>
                <p:spPr bwMode="auto">
                  <a:xfrm>
                    <a:off x="878" y="3638"/>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87" name="Freeform 255"/>
                  <p:cNvSpPr>
                    <a:spLocks/>
                  </p:cNvSpPr>
                  <p:nvPr/>
                </p:nvSpPr>
                <p:spPr bwMode="auto">
                  <a:xfrm>
                    <a:off x="883" y="3638"/>
                    <a:ext cx="36"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2"/>
                      <a:gd name="T28" fmla="*/ 0 h 30"/>
                      <a:gd name="T29" fmla="*/ 72 w 72"/>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88" name="Freeform 256"/>
                  <p:cNvSpPr>
                    <a:spLocks/>
                  </p:cNvSpPr>
                  <p:nvPr/>
                </p:nvSpPr>
                <p:spPr bwMode="auto">
                  <a:xfrm>
                    <a:off x="886" y="3648"/>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682" name="Group 257"/>
                <p:cNvGrpSpPr>
                  <a:grpSpLocks/>
                </p:cNvGrpSpPr>
                <p:nvPr/>
              </p:nvGrpSpPr>
              <p:grpSpPr bwMode="auto">
                <a:xfrm>
                  <a:off x="890" y="3651"/>
                  <a:ext cx="50" cy="22"/>
                  <a:chOff x="890" y="3651"/>
                  <a:chExt cx="50" cy="22"/>
                </a:xfrm>
              </p:grpSpPr>
              <p:sp>
                <p:nvSpPr>
                  <p:cNvPr id="12683" name="Freeform 258"/>
                  <p:cNvSpPr>
                    <a:spLocks/>
                  </p:cNvSpPr>
                  <p:nvPr/>
                </p:nvSpPr>
                <p:spPr bwMode="auto">
                  <a:xfrm>
                    <a:off x="890" y="3651"/>
                    <a:ext cx="13" cy="22"/>
                  </a:xfrm>
                  <a:custGeom>
                    <a:avLst/>
                    <a:gdLst>
                      <a:gd name="T0" fmla="*/ 1 w 25"/>
                      <a:gd name="T1" fmla="*/ 0 h 67"/>
                      <a:gd name="T2" fmla="*/ 0 w 25"/>
                      <a:gd name="T3" fmla="*/ 0 h 67"/>
                      <a:gd name="T4" fmla="*/ 1 w 25"/>
                      <a:gd name="T5" fmla="*/ 0 h 67"/>
                      <a:gd name="T6" fmla="*/ 1 w 25"/>
                      <a:gd name="T7" fmla="*/ 0 h 67"/>
                      <a:gd name="T8" fmla="*/ 1 w 25"/>
                      <a:gd name="T9" fmla="*/ 0 h 67"/>
                      <a:gd name="T10" fmla="*/ 0 60000 65536"/>
                      <a:gd name="T11" fmla="*/ 0 60000 65536"/>
                      <a:gd name="T12" fmla="*/ 0 60000 65536"/>
                      <a:gd name="T13" fmla="*/ 0 60000 65536"/>
                      <a:gd name="T14" fmla="*/ 0 60000 65536"/>
                      <a:gd name="T15" fmla="*/ 0 w 25"/>
                      <a:gd name="T16" fmla="*/ 0 h 67"/>
                      <a:gd name="T17" fmla="*/ 25 w 25"/>
                      <a:gd name="T18" fmla="*/ 67 h 67"/>
                    </a:gdLst>
                    <a:ahLst/>
                    <a:cxnLst>
                      <a:cxn ang="T10">
                        <a:pos x="T0" y="T1"/>
                      </a:cxn>
                      <a:cxn ang="T11">
                        <a:pos x="T2" y="T3"/>
                      </a:cxn>
                      <a:cxn ang="T12">
                        <a:pos x="T4" y="T5"/>
                      </a:cxn>
                      <a:cxn ang="T13">
                        <a:pos x="T6" y="T7"/>
                      </a:cxn>
                      <a:cxn ang="T14">
                        <a:pos x="T8" y="T9"/>
                      </a:cxn>
                    </a:cxnLst>
                    <a:rect l="T15" t="T16" r="T17" b="T18"/>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84" name="Freeform 259"/>
                  <p:cNvSpPr>
                    <a:spLocks/>
                  </p:cNvSpPr>
                  <p:nvPr/>
                </p:nvSpPr>
                <p:spPr bwMode="auto">
                  <a:xfrm>
                    <a:off x="895" y="3651"/>
                    <a:ext cx="37" cy="10"/>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29"/>
                      <a:gd name="T29" fmla="*/ 73 w 73"/>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85" name="Freeform 260"/>
                  <p:cNvSpPr>
                    <a:spLocks/>
                  </p:cNvSpPr>
                  <p:nvPr/>
                </p:nvSpPr>
                <p:spPr bwMode="auto">
                  <a:xfrm>
                    <a:off x="899" y="3662"/>
                    <a:ext cx="41" cy="11"/>
                  </a:xfrm>
                  <a:custGeom>
                    <a:avLst/>
                    <a:gdLst>
                      <a:gd name="T0" fmla="*/ 0 w 83"/>
                      <a:gd name="T1" fmla="*/ 0 h 35"/>
                      <a:gd name="T2" fmla="*/ 0 w 83"/>
                      <a:gd name="T3" fmla="*/ 0 h 35"/>
                      <a:gd name="T4" fmla="*/ 0 w 83"/>
                      <a:gd name="T5" fmla="*/ 0 h 35"/>
                      <a:gd name="T6" fmla="*/ 0 w 83"/>
                      <a:gd name="T7" fmla="*/ 0 h 35"/>
                      <a:gd name="T8" fmla="*/ 0 w 83"/>
                      <a:gd name="T9" fmla="*/ 0 h 35"/>
                      <a:gd name="T10" fmla="*/ 0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 name="T21" fmla="*/ 0 w 83"/>
                      <a:gd name="T22" fmla="*/ 0 h 35"/>
                      <a:gd name="T23" fmla="*/ 83 w 83"/>
                      <a:gd name="T24" fmla="*/ 35 h 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grpSp>
            <p:nvGrpSpPr>
              <p:cNvPr id="12459" name="Group 261"/>
              <p:cNvGrpSpPr>
                <a:grpSpLocks/>
              </p:cNvGrpSpPr>
              <p:nvPr/>
            </p:nvGrpSpPr>
            <p:grpSpPr bwMode="auto">
              <a:xfrm>
                <a:off x="903" y="3665"/>
                <a:ext cx="99" cy="74"/>
                <a:chOff x="903" y="3665"/>
                <a:chExt cx="99" cy="74"/>
              </a:xfrm>
            </p:grpSpPr>
            <p:grpSp>
              <p:nvGrpSpPr>
                <p:cNvPr id="12658" name="Group 262"/>
                <p:cNvGrpSpPr>
                  <a:grpSpLocks/>
                </p:cNvGrpSpPr>
                <p:nvPr/>
              </p:nvGrpSpPr>
              <p:grpSpPr bwMode="auto">
                <a:xfrm>
                  <a:off x="903" y="3665"/>
                  <a:ext cx="49" cy="23"/>
                  <a:chOff x="903" y="3665"/>
                  <a:chExt cx="49" cy="23"/>
                </a:xfrm>
              </p:grpSpPr>
              <p:sp>
                <p:nvSpPr>
                  <p:cNvPr id="12675" name="Freeform 263"/>
                  <p:cNvSpPr>
                    <a:spLocks/>
                  </p:cNvSpPr>
                  <p:nvPr/>
                </p:nvSpPr>
                <p:spPr bwMode="auto">
                  <a:xfrm>
                    <a:off x="903" y="3665"/>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 name="T15" fmla="*/ 0 w 25"/>
                      <a:gd name="T16" fmla="*/ 0 h 69"/>
                      <a:gd name="T17" fmla="*/ 25 w 25"/>
                      <a:gd name="T18" fmla="*/ 69 h 69"/>
                    </a:gdLst>
                    <a:ahLst/>
                    <a:cxnLst>
                      <a:cxn ang="T10">
                        <a:pos x="T0" y="T1"/>
                      </a:cxn>
                      <a:cxn ang="T11">
                        <a:pos x="T2" y="T3"/>
                      </a:cxn>
                      <a:cxn ang="T12">
                        <a:pos x="T4" y="T5"/>
                      </a:cxn>
                      <a:cxn ang="T13">
                        <a:pos x="T6" y="T7"/>
                      </a:cxn>
                      <a:cxn ang="T14">
                        <a:pos x="T8" y="T9"/>
                      </a:cxn>
                    </a:cxnLst>
                    <a:rect l="T15" t="T16" r="T17" b="T18"/>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76" name="Freeform 264"/>
                  <p:cNvSpPr>
                    <a:spLocks/>
                  </p:cNvSpPr>
                  <p:nvPr/>
                </p:nvSpPr>
                <p:spPr bwMode="auto">
                  <a:xfrm>
                    <a:off x="907" y="3666"/>
                    <a:ext cx="37" cy="10"/>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31"/>
                      <a:gd name="T29" fmla="*/ 73 w 73"/>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77" name="Freeform 265"/>
                  <p:cNvSpPr>
                    <a:spLocks/>
                  </p:cNvSpPr>
                  <p:nvPr/>
                </p:nvSpPr>
                <p:spPr bwMode="auto">
                  <a:xfrm>
                    <a:off x="911" y="3676"/>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659" name="Group 266"/>
                <p:cNvGrpSpPr>
                  <a:grpSpLocks/>
                </p:cNvGrpSpPr>
                <p:nvPr/>
              </p:nvGrpSpPr>
              <p:grpSpPr bwMode="auto">
                <a:xfrm>
                  <a:off x="914" y="3678"/>
                  <a:ext cx="49" cy="23"/>
                  <a:chOff x="914" y="3678"/>
                  <a:chExt cx="49" cy="23"/>
                </a:xfrm>
              </p:grpSpPr>
              <p:sp>
                <p:nvSpPr>
                  <p:cNvPr id="12672" name="Freeform 267"/>
                  <p:cNvSpPr>
                    <a:spLocks/>
                  </p:cNvSpPr>
                  <p:nvPr/>
                </p:nvSpPr>
                <p:spPr bwMode="auto">
                  <a:xfrm>
                    <a:off x="914" y="3678"/>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 name="T15" fmla="*/ 0 w 25"/>
                      <a:gd name="T16" fmla="*/ 0 h 70"/>
                      <a:gd name="T17" fmla="*/ 25 w 25"/>
                      <a:gd name="T18" fmla="*/ 70 h 70"/>
                    </a:gdLst>
                    <a:ahLst/>
                    <a:cxnLst>
                      <a:cxn ang="T10">
                        <a:pos x="T0" y="T1"/>
                      </a:cxn>
                      <a:cxn ang="T11">
                        <a:pos x="T2" y="T3"/>
                      </a:cxn>
                      <a:cxn ang="T12">
                        <a:pos x="T4" y="T5"/>
                      </a:cxn>
                      <a:cxn ang="T13">
                        <a:pos x="T6" y="T7"/>
                      </a:cxn>
                      <a:cxn ang="T14">
                        <a:pos x="T8" y="T9"/>
                      </a:cxn>
                    </a:cxnLst>
                    <a:rect l="T15" t="T16" r="T17" b="T18"/>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73" name="Freeform 268"/>
                  <p:cNvSpPr>
                    <a:spLocks/>
                  </p:cNvSpPr>
                  <p:nvPr/>
                </p:nvSpPr>
                <p:spPr bwMode="auto">
                  <a:xfrm>
                    <a:off x="919" y="3678"/>
                    <a:ext cx="38" cy="10"/>
                  </a:xfrm>
                  <a:custGeom>
                    <a:avLst/>
                    <a:gdLst>
                      <a:gd name="T0" fmla="*/ 1 w 75"/>
                      <a:gd name="T1" fmla="*/ 0 h 30"/>
                      <a:gd name="T2" fmla="*/ 1 w 75"/>
                      <a:gd name="T3" fmla="*/ 0 h 30"/>
                      <a:gd name="T4" fmla="*/ 1 w 75"/>
                      <a:gd name="T5" fmla="*/ 0 h 30"/>
                      <a:gd name="T6" fmla="*/ 1 w 75"/>
                      <a:gd name="T7" fmla="*/ 0 h 30"/>
                      <a:gd name="T8" fmla="*/ 1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0"/>
                      <a:gd name="T29" fmla="*/ 75 w 75"/>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74" name="Freeform 269"/>
                  <p:cNvSpPr>
                    <a:spLocks/>
                  </p:cNvSpPr>
                  <p:nvPr/>
                </p:nvSpPr>
                <p:spPr bwMode="auto">
                  <a:xfrm>
                    <a:off x="922" y="3688"/>
                    <a:ext cx="41" cy="13"/>
                  </a:xfrm>
                  <a:custGeom>
                    <a:avLst/>
                    <a:gdLst>
                      <a:gd name="T0" fmla="*/ 0 w 81"/>
                      <a:gd name="T1" fmla="*/ 0 h 38"/>
                      <a:gd name="T2" fmla="*/ 1 w 81"/>
                      <a:gd name="T3" fmla="*/ 0 h 38"/>
                      <a:gd name="T4" fmla="*/ 1 w 81"/>
                      <a:gd name="T5" fmla="*/ 0 h 38"/>
                      <a:gd name="T6" fmla="*/ 1 w 81"/>
                      <a:gd name="T7" fmla="*/ 0 h 38"/>
                      <a:gd name="T8" fmla="*/ 1 w 81"/>
                      <a:gd name="T9" fmla="*/ 0 h 38"/>
                      <a:gd name="T10" fmla="*/ 1 w 81"/>
                      <a:gd name="T11" fmla="*/ 0 h 38"/>
                      <a:gd name="T12" fmla="*/ 0 w 81"/>
                      <a:gd name="T13" fmla="*/ 0 h 38"/>
                      <a:gd name="T14" fmla="*/ 0 60000 65536"/>
                      <a:gd name="T15" fmla="*/ 0 60000 65536"/>
                      <a:gd name="T16" fmla="*/ 0 60000 65536"/>
                      <a:gd name="T17" fmla="*/ 0 60000 65536"/>
                      <a:gd name="T18" fmla="*/ 0 60000 65536"/>
                      <a:gd name="T19" fmla="*/ 0 60000 65536"/>
                      <a:gd name="T20" fmla="*/ 0 60000 65536"/>
                      <a:gd name="T21" fmla="*/ 0 w 81"/>
                      <a:gd name="T22" fmla="*/ 0 h 38"/>
                      <a:gd name="T23" fmla="*/ 81 w 81"/>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660" name="Group 270"/>
                <p:cNvGrpSpPr>
                  <a:grpSpLocks/>
                </p:cNvGrpSpPr>
                <p:nvPr/>
              </p:nvGrpSpPr>
              <p:grpSpPr bwMode="auto">
                <a:xfrm>
                  <a:off x="928" y="3690"/>
                  <a:ext cx="48" cy="23"/>
                  <a:chOff x="928" y="3690"/>
                  <a:chExt cx="48" cy="23"/>
                </a:xfrm>
              </p:grpSpPr>
              <p:sp>
                <p:nvSpPr>
                  <p:cNvPr id="12669" name="Freeform 271"/>
                  <p:cNvSpPr>
                    <a:spLocks/>
                  </p:cNvSpPr>
                  <p:nvPr/>
                </p:nvSpPr>
                <p:spPr bwMode="auto">
                  <a:xfrm>
                    <a:off x="928" y="3690"/>
                    <a:ext cx="12" cy="23"/>
                  </a:xfrm>
                  <a:custGeom>
                    <a:avLst/>
                    <a:gdLst>
                      <a:gd name="T0" fmla="*/ 0 w 25"/>
                      <a:gd name="T1" fmla="*/ 0 h 70"/>
                      <a:gd name="T2" fmla="*/ 0 w 25"/>
                      <a:gd name="T3" fmla="*/ 0 h 70"/>
                      <a:gd name="T4" fmla="*/ 0 w 25"/>
                      <a:gd name="T5" fmla="*/ 0 h 70"/>
                      <a:gd name="T6" fmla="*/ 0 w 25"/>
                      <a:gd name="T7" fmla="*/ 0 h 70"/>
                      <a:gd name="T8" fmla="*/ 0 w 25"/>
                      <a:gd name="T9" fmla="*/ 0 h 70"/>
                      <a:gd name="T10" fmla="*/ 0 60000 65536"/>
                      <a:gd name="T11" fmla="*/ 0 60000 65536"/>
                      <a:gd name="T12" fmla="*/ 0 60000 65536"/>
                      <a:gd name="T13" fmla="*/ 0 60000 65536"/>
                      <a:gd name="T14" fmla="*/ 0 60000 65536"/>
                      <a:gd name="T15" fmla="*/ 0 w 25"/>
                      <a:gd name="T16" fmla="*/ 0 h 70"/>
                      <a:gd name="T17" fmla="*/ 25 w 25"/>
                      <a:gd name="T18" fmla="*/ 70 h 70"/>
                    </a:gdLst>
                    <a:ahLst/>
                    <a:cxnLst>
                      <a:cxn ang="T10">
                        <a:pos x="T0" y="T1"/>
                      </a:cxn>
                      <a:cxn ang="T11">
                        <a:pos x="T2" y="T3"/>
                      </a:cxn>
                      <a:cxn ang="T12">
                        <a:pos x="T4" y="T5"/>
                      </a:cxn>
                      <a:cxn ang="T13">
                        <a:pos x="T6" y="T7"/>
                      </a:cxn>
                      <a:cxn ang="T14">
                        <a:pos x="T8" y="T9"/>
                      </a:cxn>
                    </a:cxnLst>
                    <a:rect l="T15" t="T16" r="T17" b="T18"/>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70" name="Freeform 272"/>
                  <p:cNvSpPr>
                    <a:spLocks/>
                  </p:cNvSpPr>
                  <p:nvPr/>
                </p:nvSpPr>
                <p:spPr bwMode="auto">
                  <a:xfrm>
                    <a:off x="932" y="3691"/>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1"/>
                      <a:gd name="T29" fmla="*/ 75 w 75"/>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71" name="Freeform 273"/>
                  <p:cNvSpPr>
                    <a:spLocks/>
                  </p:cNvSpPr>
                  <p:nvPr/>
                </p:nvSpPr>
                <p:spPr bwMode="auto">
                  <a:xfrm>
                    <a:off x="935" y="3701"/>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661" name="Group 274"/>
                <p:cNvGrpSpPr>
                  <a:grpSpLocks/>
                </p:cNvGrpSpPr>
                <p:nvPr/>
              </p:nvGrpSpPr>
              <p:grpSpPr bwMode="auto">
                <a:xfrm>
                  <a:off x="940" y="3703"/>
                  <a:ext cx="49" cy="23"/>
                  <a:chOff x="940" y="3703"/>
                  <a:chExt cx="49" cy="23"/>
                </a:xfrm>
              </p:grpSpPr>
              <p:sp>
                <p:nvSpPr>
                  <p:cNvPr id="12666" name="Freeform 275"/>
                  <p:cNvSpPr>
                    <a:spLocks/>
                  </p:cNvSpPr>
                  <p:nvPr/>
                </p:nvSpPr>
                <p:spPr bwMode="auto">
                  <a:xfrm>
                    <a:off x="940" y="370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67" name="Freeform 276"/>
                  <p:cNvSpPr>
                    <a:spLocks/>
                  </p:cNvSpPr>
                  <p:nvPr/>
                </p:nvSpPr>
                <p:spPr bwMode="auto">
                  <a:xfrm>
                    <a:off x="945" y="3703"/>
                    <a:ext cx="37" cy="10"/>
                  </a:xfrm>
                  <a:custGeom>
                    <a:avLst/>
                    <a:gdLst>
                      <a:gd name="T0" fmla="*/ 0 w 75"/>
                      <a:gd name="T1" fmla="*/ 0 h 30"/>
                      <a:gd name="T2" fmla="*/ 0 w 75"/>
                      <a:gd name="T3" fmla="*/ 0 h 30"/>
                      <a:gd name="T4" fmla="*/ 0 w 75"/>
                      <a:gd name="T5" fmla="*/ 0 h 30"/>
                      <a:gd name="T6" fmla="*/ 0 w 75"/>
                      <a:gd name="T7" fmla="*/ 0 h 30"/>
                      <a:gd name="T8" fmla="*/ 0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0"/>
                      <a:gd name="T29" fmla="*/ 75 w 75"/>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68" name="Freeform 277"/>
                  <p:cNvSpPr>
                    <a:spLocks/>
                  </p:cNvSpPr>
                  <p:nvPr/>
                </p:nvSpPr>
                <p:spPr bwMode="auto">
                  <a:xfrm>
                    <a:off x="948" y="3714"/>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662" name="Group 278"/>
                <p:cNvGrpSpPr>
                  <a:grpSpLocks/>
                </p:cNvGrpSpPr>
                <p:nvPr/>
              </p:nvGrpSpPr>
              <p:grpSpPr bwMode="auto">
                <a:xfrm>
                  <a:off x="953" y="3716"/>
                  <a:ext cx="49" cy="23"/>
                  <a:chOff x="953" y="3716"/>
                  <a:chExt cx="49" cy="23"/>
                </a:xfrm>
              </p:grpSpPr>
              <p:sp>
                <p:nvSpPr>
                  <p:cNvPr id="12663" name="Freeform 279"/>
                  <p:cNvSpPr>
                    <a:spLocks/>
                  </p:cNvSpPr>
                  <p:nvPr/>
                </p:nvSpPr>
                <p:spPr bwMode="auto">
                  <a:xfrm>
                    <a:off x="953" y="3716"/>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 name="T15" fmla="*/ 0 w 23"/>
                      <a:gd name="T16" fmla="*/ 0 h 68"/>
                      <a:gd name="T17" fmla="*/ 23 w 23"/>
                      <a:gd name="T18" fmla="*/ 68 h 68"/>
                    </a:gdLst>
                    <a:ahLst/>
                    <a:cxnLst>
                      <a:cxn ang="T10">
                        <a:pos x="T0" y="T1"/>
                      </a:cxn>
                      <a:cxn ang="T11">
                        <a:pos x="T2" y="T3"/>
                      </a:cxn>
                      <a:cxn ang="T12">
                        <a:pos x="T4" y="T5"/>
                      </a:cxn>
                      <a:cxn ang="T13">
                        <a:pos x="T6" y="T7"/>
                      </a:cxn>
                      <a:cxn ang="T14">
                        <a:pos x="T8" y="T9"/>
                      </a:cxn>
                    </a:cxnLst>
                    <a:rect l="T15" t="T16" r="T17" b="T18"/>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64" name="Freeform 280"/>
                  <p:cNvSpPr>
                    <a:spLocks/>
                  </p:cNvSpPr>
                  <p:nvPr/>
                </p:nvSpPr>
                <p:spPr bwMode="auto">
                  <a:xfrm>
                    <a:off x="958" y="3717"/>
                    <a:ext cx="37" cy="9"/>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29"/>
                      <a:gd name="T29" fmla="*/ 75 w 75"/>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65" name="Freeform 281"/>
                  <p:cNvSpPr>
                    <a:spLocks/>
                  </p:cNvSpPr>
                  <p:nvPr/>
                </p:nvSpPr>
                <p:spPr bwMode="auto">
                  <a:xfrm>
                    <a:off x="961" y="3727"/>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grpSp>
            <p:nvGrpSpPr>
              <p:cNvPr id="12460" name="Group 282"/>
              <p:cNvGrpSpPr>
                <a:grpSpLocks/>
              </p:cNvGrpSpPr>
              <p:nvPr/>
            </p:nvGrpSpPr>
            <p:grpSpPr bwMode="auto">
              <a:xfrm>
                <a:off x="963" y="3727"/>
                <a:ext cx="49" cy="23"/>
                <a:chOff x="963" y="3727"/>
                <a:chExt cx="49" cy="23"/>
              </a:xfrm>
            </p:grpSpPr>
            <p:sp>
              <p:nvSpPr>
                <p:cNvPr id="12655" name="Freeform 283"/>
                <p:cNvSpPr>
                  <a:spLocks/>
                </p:cNvSpPr>
                <p:nvPr/>
              </p:nvSpPr>
              <p:spPr bwMode="auto">
                <a:xfrm>
                  <a:off x="963" y="3727"/>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 name="T15" fmla="*/ 0 w 25"/>
                    <a:gd name="T16" fmla="*/ 0 h 69"/>
                    <a:gd name="T17" fmla="*/ 25 w 25"/>
                    <a:gd name="T18" fmla="*/ 69 h 69"/>
                  </a:gdLst>
                  <a:ahLst/>
                  <a:cxnLst>
                    <a:cxn ang="T10">
                      <a:pos x="T0" y="T1"/>
                    </a:cxn>
                    <a:cxn ang="T11">
                      <a:pos x="T2" y="T3"/>
                    </a:cxn>
                    <a:cxn ang="T12">
                      <a:pos x="T4" y="T5"/>
                    </a:cxn>
                    <a:cxn ang="T13">
                      <a:pos x="T6" y="T7"/>
                    </a:cxn>
                    <a:cxn ang="T14">
                      <a:pos x="T8" y="T9"/>
                    </a:cxn>
                  </a:cxnLst>
                  <a:rect l="T15" t="T16" r="T17" b="T18"/>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56" name="Freeform 284"/>
                <p:cNvSpPr>
                  <a:spLocks/>
                </p:cNvSpPr>
                <p:nvPr/>
              </p:nvSpPr>
              <p:spPr bwMode="auto">
                <a:xfrm>
                  <a:off x="968" y="3728"/>
                  <a:ext cx="37" cy="10"/>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31"/>
                    <a:gd name="T29" fmla="*/ 73 w 73"/>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57" name="Freeform 285"/>
                <p:cNvSpPr>
                  <a:spLocks/>
                </p:cNvSpPr>
                <p:nvPr/>
              </p:nvSpPr>
              <p:spPr bwMode="auto">
                <a:xfrm>
                  <a:off x="972" y="3738"/>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61" name="Group 286"/>
              <p:cNvGrpSpPr>
                <a:grpSpLocks/>
              </p:cNvGrpSpPr>
              <p:nvPr/>
            </p:nvGrpSpPr>
            <p:grpSpPr bwMode="auto">
              <a:xfrm>
                <a:off x="976" y="3740"/>
                <a:ext cx="50" cy="22"/>
                <a:chOff x="976" y="3740"/>
                <a:chExt cx="50" cy="22"/>
              </a:xfrm>
            </p:grpSpPr>
            <p:sp>
              <p:nvSpPr>
                <p:cNvPr id="12652" name="Freeform 287"/>
                <p:cNvSpPr>
                  <a:spLocks/>
                </p:cNvSpPr>
                <p:nvPr/>
              </p:nvSpPr>
              <p:spPr bwMode="auto">
                <a:xfrm>
                  <a:off x="976" y="3740"/>
                  <a:ext cx="12" cy="22"/>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 name="T15" fmla="*/ 0 w 23"/>
                    <a:gd name="T16" fmla="*/ 0 h 68"/>
                    <a:gd name="T17" fmla="*/ 23 w 23"/>
                    <a:gd name="T18" fmla="*/ 68 h 68"/>
                  </a:gdLst>
                  <a:ahLst/>
                  <a:cxnLst>
                    <a:cxn ang="T10">
                      <a:pos x="T0" y="T1"/>
                    </a:cxn>
                    <a:cxn ang="T11">
                      <a:pos x="T2" y="T3"/>
                    </a:cxn>
                    <a:cxn ang="T12">
                      <a:pos x="T4" y="T5"/>
                    </a:cxn>
                    <a:cxn ang="T13">
                      <a:pos x="T6" y="T7"/>
                    </a:cxn>
                    <a:cxn ang="T14">
                      <a:pos x="T8" y="T9"/>
                    </a:cxn>
                  </a:cxnLst>
                  <a:rect l="T15" t="T16" r="T17" b="T18"/>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53" name="Freeform 288"/>
                <p:cNvSpPr>
                  <a:spLocks/>
                </p:cNvSpPr>
                <p:nvPr/>
              </p:nvSpPr>
              <p:spPr bwMode="auto">
                <a:xfrm>
                  <a:off x="980" y="3740"/>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1"/>
                    <a:gd name="T29" fmla="*/ 75 w 75"/>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54" name="Freeform 289"/>
                <p:cNvSpPr>
                  <a:spLocks/>
                </p:cNvSpPr>
                <p:nvPr/>
              </p:nvSpPr>
              <p:spPr bwMode="auto">
                <a:xfrm>
                  <a:off x="984" y="3750"/>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62" name="Group 290"/>
              <p:cNvGrpSpPr>
                <a:grpSpLocks/>
              </p:cNvGrpSpPr>
              <p:nvPr/>
            </p:nvGrpSpPr>
            <p:grpSpPr bwMode="auto">
              <a:xfrm>
                <a:off x="761" y="3560"/>
                <a:ext cx="50" cy="22"/>
                <a:chOff x="761" y="3560"/>
                <a:chExt cx="50" cy="22"/>
              </a:xfrm>
            </p:grpSpPr>
            <p:sp>
              <p:nvSpPr>
                <p:cNvPr id="12649" name="Freeform 291"/>
                <p:cNvSpPr>
                  <a:spLocks/>
                </p:cNvSpPr>
                <p:nvPr/>
              </p:nvSpPr>
              <p:spPr bwMode="auto">
                <a:xfrm>
                  <a:off x="761" y="3560"/>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50" name="Freeform 292"/>
                <p:cNvSpPr>
                  <a:spLocks/>
                </p:cNvSpPr>
                <p:nvPr/>
              </p:nvSpPr>
              <p:spPr bwMode="auto">
                <a:xfrm>
                  <a:off x="767" y="3560"/>
                  <a:ext cx="36" cy="10"/>
                </a:xfrm>
                <a:custGeom>
                  <a:avLst/>
                  <a:gdLst>
                    <a:gd name="T0" fmla="*/ 0 w 73"/>
                    <a:gd name="T1" fmla="*/ 0 h 29"/>
                    <a:gd name="T2" fmla="*/ 0 w 73"/>
                    <a:gd name="T3" fmla="*/ 0 h 29"/>
                    <a:gd name="T4" fmla="*/ 0 w 73"/>
                    <a:gd name="T5" fmla="*/ 0 h 29"/>
                    <a:gd name="T6" fmla="*/ 0 w 73"/>
                    <a:gd name="T7" fmla="*/ 0 h 29"/>
                    <a:gd name="T8" fmla="*/ 0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29"/>
                    <a:gd name="T29" fmla="*/ 73 w 73"/>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51" name="Freeform 293"/>
                <p:cNvSpPr>
                  <a:spLocks/>
                </p:cNvSpPr>
                <p:nvPr/>
              </p:nvSpPr>
              <p:spPr bwMode="auto">
                <a:xfrm>
                  <a:off x="769" y="3571"/>
                  <a:ext cx="42" cy="11"/>
                </a:xfrm>
                <a:custGeom>
                  <a:avLst/>
                  <a:gdLst>
                    <a:gd name="T0" fmla="*/ 0 w 83"/>
                    <a:gd name="T1" fmla="*/ 0 h 35"/>
                    <a:gd name="T2" fmla="*/ 1 w 83"/>
                    <a:gd name="T3" fmla="*/ 0 h 35"/>
                    <a:gd name="T4" fmla="*/ 1 w 83"/>
                    <a:gd name="T5" fmla="*/ 0 h 35"/>
                    <a:gd name="T6" fmla="*/ 1 w 83"/>
                    <a:gd name="T7" fmla="*/ 0 h 35"/>
                    <a:gd name="T8" fmla="*/ 1 w 83"/>
                    <a:gd name="T9" fmla="*/ 0 h 35"/>
                    <a:gd name="T10" fmla="*/ 1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 name="T21" fmla="*/ 0 w 83"/>
                    <a:gd name="T22" fmla="*/ 0 h 35"/>
                    <a:gd name="T23" fmla="*/ 83 w 83"/>
                    <a:gd name="T24" fmla="*/ 35 h 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63" name="Group 294"/>
              <p:cNvGrpSpPr>
                <a:grpSpLocks/>
              </p:cNvGrpSpPr>
              <p:nvPr/>
            </p:nvGrpSpPr>
            <p:grpSpPr bwMode="auto">
              <a:xfrm>
                <a:off x="774" y="3572"/>
                <a:ext cx="49" cy="23"/>
                <a:chOff x="774" y="3572"/>
                <a:chExt cx="49" cy="23"/>
              </a:xfrm>
            </p:grpSpPr>
            <p:sp>
              <p:nvSpPr>
                <p:cNvPr id="12646" name="Freeform 295"/>
                <p:cNvSpPr>
                  <a:spLocks/>
                </p:cNvSpPr>
                <p:nvPr/>
              </p:nvSpPr>
              <p:spPr bwMode="auto">
                <a:xfrm>
                  <a:off x="774" y="3572"/>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47" name="Freeform 296"/>
                <p:cNvSpPr>
                  <a:spLocks/>
                </p:cNvSpPr>
                <p:nvPr/>
              </p:nvSpPr>
              <p:spPr bwMode="auto">
                <a:xfrm>
                  <a:off x="778" y="3573"/>
                  <a:ext cx="38" cy="9"/>
                </a:xfrm>
                <a:custGeom>
                  <a:avLst/>
                  <a:gdLst>
                    <a:gd name="T0" fmla="*/ 1 w 75"/>
                    <a:gd name="T1" fmla="*/ 0 h 29"/>
                    <a:gd name="T2" fmla="*/ 1 w 75"/>
                    <a:gd name="T3" fmla="*/ 0 h 29"/>
                    <a:gd name="T4" fmla="*/ 1 w 75"/>
                    <a:gd name="T5" fmla="*/ 0 h 29"/>
                    <a:gd name="T6" fmla="*/ 1 w 75"/>
                    <a:gd name="T7" fmla="*/ 0 h 29"/>
                    <a:gd name="T8" fmla="*/ 1 w 75"/>
                    <a:gd name="T9" fmla="*/ 0 h 29"/>
                    <a:gd name="T10" fmla="*/ 1 w 75"/>
                    <a:gd name="T11" fmla="*/ 0 h 29"/>
                    <a:gd name="T12" fmla="*/ 1 w 75"/>
                    <a:gd name="T13" fmla="*/ 0 h 29"/>
                    <a:gd name="T14" fmla="*/ 0 w 75"/>
                    <a:gd name="T15" fmla="*/ 0 h 29"/>
                    <a:gd name="T16" fmla="*/ 1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29"/>
                    <a:gd name="T29" fmla="*/ 75 w 75"/>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48" name="Freeform 297"/>
                <p:cNvSpPr>
                  <a:spLocks/>
                </p:cNvSpPr>
                <p:nvPr/>
              </p:nvSpPr>
              <p:spPr bwMode="auto">
                <a:xfrm>
                  <a:off x="782" y="3583"/>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 name="T21" fmla="*/ 0 w 81"/>
                    <a:gd name="T22" fmla="*/ 0 h 36"/>
                    <a:gd name="T23" fmla="*/ 81 w 81"/>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64" name="Group 298"/>
              <p:cNvGrpSpPr>
                <a:grpSpLocks/>
              </p:cNvGrpSpPr>
              <p:nvPr/>
            </p:nvGrpSpPr>
            <p:grpSpPr bwMode="auto">
              <a:xfrm>
                <a:off x="787" y="3585"/>
                <a:ext cx="49" cy="23"/>
                <a:chOff x="787" y="3585"/>
                <a:chExt cx="49" cy="23"/>
              </a:xfrm>
            </p:grpSpPr>
            <p:sp>
              <p:nvSpPr>
                <p:cNvPr id="12643" name="Freeform 299"/>
                <p:cNvSpPr>
                  <a:spLocks/>
                </p:cNvSpPr>
                <p:nvPr/>
              </p:nvSpPr>
              <p:spPr bwMode="auto">
                <a:xfrm>
                  <a:off x="787" y="3585"/>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 name="T15" fmla="*/ 0 w 24"/>
                    <a:gd name="T16" fmla="*/ 0 h 68"/>
                    <a:gd name="T17" fmla="*/ 24 w 24"/>
                    <a:gd name="T18" fmla="*/ 68 h 68"/>
                  </a:gdLst>
                  <a:ahLst/>
                  <a:cxnLst>
                    <a:cxn ang="T10">
                      <a:pos x="T0" y="T1"/>
                    </a:cxn>
                    <a:cxn ang="T11">
                      <a:pos x="T2" y="T3"/>
                    </a:cxn>
                    <a:cxn ang="T12">
                      <a:pos x="T4" y="T5"/>
                    </a:cxn>
                    <a:cxn ang="T13">
                      <a:pos x="T6" y="T7"/>
                    </a:cxn>
                    <a:cxn ang="T14">
                      <a:pos x="T8" y="T9"/>
                    </a:cxn>
                  </a:cxnLst>
                  <a:rect l="T15" t="T16" r="T17" b="T18"/>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44" name="Freeform 300"/>
                <p:cNvSpPr>
                  <a:spLocks/>
                </p:cNvSpPr>
                <p:nvPr/>
              </p:nvSpPr>
              <p:spPr bwMode="auto">
                <a:xfrm>
                  <a:off x="792" y="3586"/>
                  <a:ext cx="36" cy="10"/>
                </a:xfrm>
                <a:custGeom>
                  <a:avLst/>
                  <a:gdLst>
                    <a:gd name="T0" fmla="*/ 0 w 74"/>
                    <a:gd name="T1" fmla="*/ 0 h 29"/>
                    <a:gd name="T2" fmla="*/ 0 w 74"/>
                    <a:gd name="T3" fmla="*/ 0 h 29"/>
                    <a:gd name="T4" fmla="*/ 0 w 74"/>
                    <a:gd name="T5" fmla="*/ 0 h 29"/>
                    <a:gd name="T6" fmla="*/ 0 w 74"/>
                    <a:gd name="T7" fmla="*/ 0 h 29"/>
                    <a:gd name="T8" fmla="*/ 0 w 74"/>
                    <a:gd name="T9" fmla="*/ 0 h 29"/>
                    <a:gd name="T10" fmla="*/ 0 w 74"/>
                    <a:gd name="T11" fmla="*/ 0 h 29"/>
                    <a:gd name="T12" fmla="*/ 0 w 74"/>
                    <a:gd name="T13" fmla="*/ 0 h 29"/>
                    <a:gd name="T14" fmla="*/ 0 w 74"/>
                    <a:gd name="T15" fmla="*/ 0 h 29"/>
                    <a:gd name="T16" fmla="*/ 0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29"/>
                    <a:gd name="T29" fmla="*/ 74 w 74"/>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45" name="Freeform 301"/>
                <p:cNvSpPr>
                  <a:spLocks/>
                </p:cNvSpPr>
                <p:nvPr/>
              </p:nvSpPr>
              <p:spPr bwMode="auto">
                <a:xfrm>
                  <a:off x="795" y="3596"/>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 name="T21" fmla="*/ 0 w 81"/>
                    <a:gd name="T22" fmla="*/ 0 h 36"/>
                    <a:gd name="T23" fmla="*/ 81 w 81"/>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65" name="Group 302"/>
              <p:cNvGrpSpPr>
                <a:grpSpLocks/>
              </p:cNvGrpSpPr>
              <p:nvPr/>
            </p:nvGrpSpPr>
            <p:grpSpPr bwMode="auto">
              <a:xfrm>
                <a:off x="799" y="3600"/>
                <a:ext cx="99" cy="73"/>
                <a:chOff x="799" y="3600"/>
                <a:chExt cx="99" cy="73"/>
              </a:xfrm>
            </p:grpSpPr>
            <p:grpSp>
              <p:nvGrpSpPr>
                <p:cNvPr id="12623" name="Group 303"/>
                <p:cNvGrpSpPr>
                  <a:grpSpLocks/>
                </p:cNvGrpSpPr>
                <p:nvPr/>
              </p:nvGrpSpPr>
              <p:grpSpPr bwMode="auto">
                <a:xfrm>
                  <a:off x="799" y="3600"/>
                  <a:ext cx="48" cy="23"/>
                  <a:chOff x="799" y="3600"/>
                  <a:chExt cx="48" cy="23"/>
                </a:xfrm>
              </p:grpSpPr>
              <p:sp>
                <p:nvSpPr>
                  <p:cNvPr id="12640" name="Freeform 304"/>
                  <p:cNvSpPr>
                    <a:spLocks/>
                  </p:cNvSpPr>
                  <p:nvPr/>
                </p:nvSpPr>
                <p:spPr bwMode="auto">
                  <a:xfrm>
                    <a:off x="799" y="3600"/>
                    <a:ext cx="12" cy="23"/>
                  </a:xfrm>
                  <a:custGeom>
                    <a:avLst/>
                    <a:gdLst>
                      <a:gd name="T0" fmla="*/ 0 w 25"/>
                      <a:gd name="T1" fmla="*/ 0 h 70"/>
                      <a:gd name="T2" fmla="*/ 0 w 25"/>
                      <a:gd name="T3" fmla="*/ 0 h 70"/>
                      <a:gd name="T4" fmla="*/ 0 w 25"/>
                      <a:gd name="T5" fmla="*/ 0 h 70"/>
                      <a:gd name="T6" fmla="*/ 0 w 25"/>
                      <a:gd name="T7" fmla="*/ 0 h 70"/>
                      <a:gd name="T8" fmla="*/ 0 w 25"/>
                      <a:gd name="T9" fmla="*/ 0 h 70"/>
                      <a:gd name="T10" fmla="*/ 0 60000 65536"/>
                      <a:gd name="T11" fmla="*/ 0 60000 65536"/>
                      <a:gd name="T12" fmla="*/ 0 60000 65536"/>
                      <a:gd name="T13" fmla="*/ 0 60000 65536"/>
                      <a:gd name="T14" fmla="*/ 0 60000 65536"/>
                      <a:gd name="T15" fmla="*/ 0 w 25"/>
                      <a:gd name="T16" fmla="*/ 0 h 70"/>
                      <a:gd name="T17" fmla="*/ 25 w 25"/>
                      <a:gd name="T18" fmla="*/ 70 h 70"/>
                    </a:gdLst>
                    <a:ahLst/>
                    <a:cxnLst>
                      <a:cxn ang="T10">
                        <a:pos x="T0" y="T1"/>
                      </a:cxn>
                      <a:cxn ang="T11">
                        <a:pos x="T2" y="T3"/>
                      </a:cxn>
                      <a:cxn ang="T12">
                        <a:pos x="T4" y="T5"/>
                      </a:cxn>
                      <a:cxn ang="T13">
                        <a:pos x="T6" y="T7"/>
                      </a:cxn>
                      <a:cxn ang="T14">
                        <a:pos x="T8" y="T9"/>
                      </a:cxn>
                    </a:cxnLst>
                    <a:rect l="T15" t="T16" r="T17" b="T18"/>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41" name="Freeform 305"/>
                  <p:cNvSpPr>
                    <a:spLocks/>
                  </p:cNvSpPr>
                  <p:nvPr/>
                </p:nvSpPr>
                <p:spPr bwMode="auto">
                  <a:xfrm>
                    <a:off x="803" y="3600"/>
                    <a:ext cx="38" cy="11"/>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1"/>
                      <a:gd name="T29" fmla="*/ 75 w 75"/>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42" name="Freeform 306"/>
                  <p:cNvSpPr>
                    <a:spLocks/>
                  </p:cNvSpPr>
                  <p:nvPr/>
                </p:nvSpPr>
                <p:spPr bwMode="auto">
                  <a:xfrm>
                    <a:off x="807" y="3611"/>
                    <a:ext cx="40" cy="12"/>
                  </a:xfrm>
                  <a:custGeom>
                    <a:avLst/>
                    <a:gdLst>
                      <a:gd name="T0" fmla="*/ 0 w 82"/>
                      <a:gd name="T1" fmla="*/ 0 h 38"/>
                      <a:gd name="T2" fmla="*/ 0 w 82"/>
                      <a:gd name="T3" fmla="*/ 0 h 38"/>
                      <a:gd name="T4" fmla="*/ 0 w 82"/>
                      <a:gd name="T5" fmla="*/ 0 h 38"/>
                      <a:gd name="T6" fmla="*/ 0 w 82"/>
                      <a:gd name="T7" fmla="*/ 0 h 38"/>
                      <a:gd name="T8" fmla="*/ 0 w 82"/>
                      <a:gd name="T9" fmla="*/ 0 h 38"/>
                      <a:gd name="T10" fmla="*/ 0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 name="T21" fmla="*/ 0 w 82"/>
                      <a:gd name="T22" fmla="*/ 0 h 38"/>
                      <a:gd name="T23" fmla="*/ 82 w 82"/>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624" name="Group 307"/>
                <p:cNvGrpSpPr>
                  <a:grpSpLocks/>
                </p:cNvGrpSpPr>
                <p:nvPr/>
              </p:nvGrpSpPr>
              <p:grpSpPr bwMode="auto">
                <a:xfrm>
                  <a:off x="811" y="3612"/>
                  <a:ext cx="48" cy="23"/>
                  <a:chOff x="811" y="3612"/>
                  <a:chExt cx="48" cy="23"/>
                </a:xfrm>
              </p:grpSpPr>
              <p:sp>
                <p:nvSpPr>
                  <p:cNvPr id="12637" name="Freeform 308"/>
                  <p:cNvSpPr>
                    <a:spLocks/>
                  </p:cNvSpPr>
                  <p:nvPr/>
                </p:nvSpPr>
                <p:spPr bwMode="auto">
                  <a:xfrm>
                    <a:off x="811"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 name="T15" fmla="*/ 0 w 25"/>
                      <a:gd name="T16" fmla="*/ 0 h 69"/>
                      <a:gd name="T17" fmla="*/ 25 w 25"/>
                      <a:gd name="T18" fmla="*/ 69 h 69"/>
                    </a:gdLst>
                    <a:ahLst/>
                    <a:cxnLst>
                      <a:cxn ang="T10">
                        <a:pos x="T0" y="T1"/>
                      </a:cxn>
                      <a:cxn ang="T11">
                        <a:pos x="T2" y="T3"/>
                      </a:cxn>
                      <a:cxn ang="T12">
                        <a:pos x="T4" y="T5"/>
                      </a:cxn>
                      <a:cxn ang="T13">
                        <a:pos x="T6" y="T7"/>
                      </a:cxn>
                      <a:cxn ang="T14">
                        <a:pos x="T8" y="T9"/>
                      </a:cxn>
                    </a:cxnLst>
                    <a:rect l="T15" t="T16" r="T17" b="T18"/>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38" name="Freeform 309"/>
                  <p:cNvSpPr>
                    <a:spLocks/>
                  </p:cNvSpPr>
                  <p:nvPr/>
                </p:nvSpPr>
                <p:spPr bwMode="auto">
                  <a:xfrm>
                    <a:off x="815" y="3613"/>
                    <a:ext cx="38" cy="10"/>
                  </a:xfrm>
                  <a:custGeom>
                    <a:avLst/>
                    <a:gdLst>
                      <a:gd name="T0" fmla="*/ 1 w 75"/>
                      <a:gd name="T1" fmla="*/ 0 h 32"/>
                      <a:gd name="T2" fmla="*/ 1 w 75"/>
                      <a:gd name="T3" fmla="*/ 0 h 32"/>
                      <a:gd name="T4" fmla="*/ 1 w 75"/>
                      <a:gd name="T5" fmla="*/ 0 h 32"/>
                      <a:gd name="T6" fmla="*/ 1 w 75"/>
                      <a:gd name="T7" fmla="*/ 0 h 32"/>
                      <a:gd name="T8" fmla="*/ 1 w 75"/>
                      <a:gd name="T9" fmla="*/ 0 h 32"/>
                      <a:gd name="T10" fmla="*/ 1 w 75"/>
                      <a:gd name="T11" fmla="*/ 0 h 32"/>
                      <a:gd name="T12" fmla="*/ 1 w 75"/>
                      <a:gd name="T13" fmla="*/ 0 h 32"/>
                      <a:gd name="T14" fmla="*/ 0 w 75"/>
                      <a:gd name="T15" fmla="*/ 0 h 32"/>
                      <a:gd name="T16" fmla="*/ 1 w 75"/>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2"/>
                      <a:gd name="T29" fmla="*/ 75 w 75"/>
                      <a:gd name="T30" fmla="*/ 32 h 3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39" name="Freeform 310"/>
                  <p:cNvSpPr>
                    <a:spLocks/>
                  </p:cNvSpPr>
                  <p:nvPr/>
                </p:nvSpPr>
                <p:spPr bwMode="auto">
                  <a:xfrm>
                    <a:off x="819" y="3623"/>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625" name="Group 311"/>
                <p:cNvGrpSpPr>
                  <a:grpSpLocks/>
                </p:cNvGrpSpPr>
                <p:nvPr/>
              </p:nvGrpSpPr>
              <p:grpSpPr bwMode="auto">
                <a:xfrm>
                  <a:off x="823" y="3625"/>
                  <a:ext cx="49" cy="23"/>
                  <a:chOff x="823" y="3625"/>
                  <a:chExt cx="49" cy="23"/>
                </a:xfrm>
              </p:grpSpPr>
              <p:sp>
                <p:nvSpPr>
                  <p:cNvPr id="12634" name="Freeform 312"/>
                  <p:cNvSpPr>
                    <a:spLocks/>
                  </p:cNvSpPr>
                  <p:nvPr/>
                </p:nvSpPr>
                <p:spPr bwMode="auto">
                  <a:xfrm>
                    <a:off x="823" y="3625"/>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35" name="Freeform 313"/>
                  <p:cNvSpPr>
                    <a:spLocks/>
                  </p:cNvSpPr>
                  <p:nvPr/>
                </p:nvSpPr>
                <p:spPr bwMode="auto">
                  <a:xfrm>
                    <a:off x="828" y="3626"/>
                    <a:ext cx="37" cy="9"/>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29"/>
                      <a:gd name="T29" fmla="*/ 73 w 73"/>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36" name="Freeform 314"/>
                  <p:cNvSpPr>
                    <a:spLocks/>
                  </p:cNvSpPr>
                  <p:nvPr/>
                </p:nvSpPr>
                <p:spPr bwMode="auto">
                  <a:xfrm>
                    <a:off x="832" y="3636"/>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626" name="Group 315"/>
                <p:cNvGrpSpPr>
                  <a:grpSpLocks/>
                </p:cNvGrpSpPr>
                <p:nvPr/>
              </p:nvGrpSpPr>
              <p:grpSpPr bwMode="auto">
                <a:xfrm>
                  <a:off x="836" y="3638"/>
                  <a:ext cx="50" cy="22"/>
                  <a:chOff x="836" y="3638"/>
                  <a:chExt cx="50" cy="22"/>
                </a:xfrm>
              </p:grpSpPr>
              <p:sp>
                <p:nvSpPr>
                  <p:cNvPr id="12631" name="Freeform 316"/>
                  <p:cNvSpPr>
                    <a:spLocks/>
                  </p:cNvSpPr>
                  <p:nvPr/>
                </p:nvSpPr>
                <p:spPr bwMode="auto">
                  <a:xfrm>
                    <a:off x="836" y="3638"/>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32" name="Freeform 317"/>
                  <p:cNvSpPr>
                    <a:spLocks/>
                  </p:cNvSpPr>
                  <p:nvPr/>
                </p:nvSpPr>
                <p:spPr bwMode="auto">
                  <a:xfrm>
                    <a:off x="842" y="3638"/>
                    <a:ext cx="36"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2"/>
                      <a:gd name="T28" fmla="*/ 0 h 30"/>
                      <a:gd name="T29" fmla="*/ 72 w 72"/>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33" name="Freeform 318"/>
                  <p:cNvSpPr>
                    <a:spLocks/>
                  </p:cNvSpPr>
                  <p:nvPr/>
                </p:nvSpPr>
                <p:spPr bwMode="auto">
                  <a:xfrm>
                    <a:off x="844" y="3648"/>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627" name="Group 319"/>
                <p:cNvGrpSpPr>
                  <a:grpSpLocks/>
                </p:cNvGrpSpPr>
                <p:nvPr/>
              </p:nvGrpSpPr>
              <p:grpSpPr bwMode="auto">
                <a:xfrm>
                  <a:off x="849" y="3651"/>
                  <a:ext cx="49" cy="22"/>
                  <a:chOff x="849" y="3651"/>
                  <a:chExt cx="49" cy="22"/>
                </a:xfrm>
              </p:grpSpPr>
              <p:sp>
                <p:nvSpPr>
                  <p:cNvPr id="12628" name="Freeform 320"/>
                  <p:cNvSpPr>
                    <a:spLocks/>
                  </p:cNvSpPr>
                  <p:nvPr/>
                </p:nvSpPr>
                <p:spPr bwMode="auto">
                  <a:xfrm>
                    <a:off x="849" y="3651"/>
                    <a:ext cx="12" cy="22"/>
                  </a:xfrm>
                  <a:custGeom>
                    <a:avLst/>
                    <a:gdLst>
                      <a:gd name="T0" fmla="*/ 0 w 25"/>
                      <a:gd name="T1" fmla="*/ 0 h 67"/>
                      <a:gd name="T2" fmla="*/ 0 w 25"/>
                      <a:gd name="T3" fmla="*/ 0 h 67"/>
                      <a:gd name="T4" fmla="*/ 0 w 25"/>
                      <a:gd name="T5" fmla="*/ 0 h 67"/>
                      <a:gd name="T6" fmla="*/ 0 w 25"/>
                      <a:gd name="T7" fmla="*/ 0 h 67"/>
                      <a:gd name="T8" fmla="*/ 0 w 25"/>
                      <a:gd name="T9" fmla="*/ 0 h 67"/>
                      <a:gd name="T10" fmla="*/ 0 60000 65536"/>
                      <a:gd name="T11" fmla="*/ 0 60000 65536"/>
                      <a:gd name="T12" fmla="*/ 0 60000 65536"/>
                      <a:gd name="T13" fmla="*/ 0 60000 65536"/>
                      <a:gd name="T14" fmla="*/ 0 60000 65536"/>
                      <a:gd name="T15" fmla="*/ 0 w 25"/>
                      <a:gd name="T16" fmla="*/ 0 h 67"/>
                      <a:gd name="T17" fmla="*/ 25 w 25"/>
                      <a:gd name="T18" fmla="*/ 67 h 67"/>
                    </a:gdLst>
                    <a:ahLst/>
                    <a:cxnLst>
                      <a:cxn ang="T10">
                        <a:pos x="T0" y="T1"/>
                      </a:cxn>
                      <a:cxn ang="T11">
                        <a:pos x="T2" y="T3"/>
                      </a:cxn>
                      <a:cxn ang="T12">
                        <a:pos x="T4" y="T5"/>
                      </a:cxn>
                      <a:cxn ang="T13">
                        <a:pos x="T6" y="T7"/>
                      </a:cxn>
                      <a:cxn ang="T14">
                        <a:pos x="T8" y="T9"/>
                      </a:cxn>
                    </a:cxnLst>
                    <a:rect l="T15" t="T16" r="T17" b="T18"/>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29" name="Freeform 321"/>
                  <p:cNvSpPr>
                    <a:spLocks/>
                  </p:cNvSpPr>
                  <p:nvPr/>
                </p:nvSpPr>
                <p:spPr bwMode="auto">
                  <a:xfrm>
                    <a:off x="854" y="3651"/>
                    <a:ext cx="37" cy="10"/>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29"/>
                      <a:gd name="T29" fmla="*/ 74 w 74"/>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30" name="Freeform 322"/>
                  <p:cNvSpPr>
                    <a:spLocks/>
                  </p:cNvSpPr>
                  <p:nvPr/>
                </p:nvSpPr>
                <p:spPr bwMode="auto">
                  <a:xfrm>
                    <a:off x="857" y="3662"/>
                    <a:ext cx="41" cy="11"/>
                  </a:xfrm>
                  <a:custGeom>
                    <a:avLst/>
                    <a:gdLst>
                      <a:gd name="T0" fmla="*/ 0 w 81"/>
                      <a:gd name="T1" fmla="*/ 0 h 35"/>
                      <a:gd name="T2" fmla="*/ 1 w 81"/>
                      <a:gd name="T3" fmla="*/ 0 h 35"/>
                      <a:gd name="T4" fmla="*/ 1 w 81"/>
                      <a:gd name="T5" fmla="*/ 0 h 35"/>
                      <a:gd name="T6" fmla="*/ 1 w 81"/>
                      <a:gd name="T7" fmla="*/ 0 h 35"/>
                      <a:gd name="T8" fmla="*/ 1 w 81"/>
                      <a:gd name="T9" fmla="*/ 0 h 35"/>
                      <a:gd name="T10" fmla="*/ 1 w 81"/>
                      <a:gd name="T11" fmla="*/ 0 h 35"/>
                      <a:gd name="T12" fmla="*/ 0 w 81"/>
                      <a:gd name="T13" fmla="*/ 0 h 35"/>
                      <a:gd name="T14" fmla="*/ 0 60000 65536"/>
                      <a:gd name="T15" fmla="*/ 0 60000 65536"/>
                      <a:gd name="T16" fmla="*/ 0 60000 65536"/>
                      <a:gd name="T17" fmla="*/ 0 60000 65536"/>
                      <a:gd name="T18" fmla="*/ 0 60000 65536"/>
                      <a:gd name="T19" fmla="*/ 0 60000 65536"/>
                      <a:gd name="T20" fmla="*/ 0 60000 65536"/>
                      <a:gd name="T21" fmla="*/ 0 w 81"/>
                      <a:gd name="T22" fmla="*/ 0 h 35"/>
                      <a:gd name="T23" fmla="*/ 81 w 81"/>
                      <a:gd name="T24" fmla="*/ 35 h 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grpSp>
            <p:nvGrpSpPr>
              <p:cNvPr id="12466" name="Group 323"/>
              <p:cNvGrpSpPr>
                <a:grpSpLocks/>
              </p:cNvGrpSpPr>
              <p:nvPr/>
            </p:nvGrpSpPr>
            <p:grpSpPr bwMode="auto">
              <a:xfrm>
                <a:off x="861" y="3665"/>
                <a:ext cx="99" cy="74"/>
                <a:chOff x="861" y="3665"/>
                <a:chExt cx="99" cy="74"/>
              </a:xfrm>
            </p:grpSpPr>
            <p:grpSp>
              <p:nvGrpSpPr>
                <p:cNvPr id="12603" name="Group 324"/>
                <p:cNvGrpSpPr>
                  <a:grpSpLocks/>
                </p:cNvGrpSpPr>
                <p:nvPr/>
              </p:nvGrpSpPr>
              <p:grpSpPr bwMode="auto">
                <a:xfrm>
                  <a:off x="861" y="3665"/>
                  <a:ext cx="50" cy="23"/>
                  <a:chOff x="861" y="3665"/>
                  <a:chExt cx="50" cy="23"/>
                </a:xfrm>
              </p:grpSpPr>
              <p:sp>
                <p:nvSpPr>
                  <p:cNvPr id="12620" name="Freeform 325"/>
                  <p:cNvSpPr>
                    <a:spLocks/>
                  </p:cNvSpPr>
                  <p:nvPr/>
                </p:nvSpPr>
                <p:spPr bwMode="auto">
                  <a:xfrm>
                    <a:off x="861" y="3665"/>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 name="T15" fmla="*/ 0 w 25"/>
                      <a:gd name="T16" fmla="*/ 0 h 69"/>
                      <a:gd name="T17" fmla="*/ 25 w 25"/>
                      <a:gd name="T18" fmla="*/ 69 h 69"/>
                    </a:gdLst>
                    <a:ahLst/>
                    <a:cxnLst>
                      <a:cxn ang="T10">
                        <a:pos x="T0" y="T1"/>
                      </a:cxn>
                      <a:cxn ang="T11">
                        <a:pos x="T2" y="T3"/>
                      </a:cxn>
                      <a:cxn ang="T12">
                        <a:pos x="T4" y="T5"/>
                      </a:cxn>
                      <a:cxn ang="T13">
                        <a:pos x="T6" y="T7"/>
                      </a:cxn>
                      <a:cxn ang="T14">
                        <a:pos x="T8" y="T9"/>
                      </a:cxn>
                    </a:cxnLst>
                    <a:rect l="T15" t="T16" r="T17" b="T18"/>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21" name="Freeform 326"/>
                  <p:cNvSpPr>
                    <a:spLocks/>
                  </p:cNvSpPr>
                  <p:nvPr/>
                </p:nvSpPr>
                <p:spPr bwMode="auto">
                  <a:xfrm>
                    <a:off x="865" y="3666"/>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1"/>
                      <a:gd name="T29" fmla="*/ 75 w 75"/>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22" name="Freeform 327"/>
                  <p:cNvSpPr>
                    <a:spLocks/>
                  </p:cNvSpPr>
                  <p:nvPr/>
                </p:nvSpPr>
                <p:spPr bwMode="auto">
                  <a:xfrm>
                    <a:off x="869" y="3676"/>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604" name="Group 328"/>
                <p:cNvGrpSpPr>
                  <a:grpSpLocks/>
                </p:cNvGrpSpPr>
                <p:nvPr/>
              </p:nvGrpSpPr>
              <p:grpSpPr bwMode="auto">
                <a:xfrm>
                  <a:off x="873" y="3678"/>
                  <a:ext cx="49" cy="23"/>
                  <a:chOff x="873" y="3678"/>
                  <a:chExt cx="49" cy="23"/>
                </a:xfrm>
              </p:grpSpPr>
              <p:sp>
                <p:nvSpPr>
                  <p:cNvPr id="12617" name="Freeform 329"/>
                  <p:cNvSpPr>
                    <a:spLocks/>
                  </p:cNvSpPr>
                  <p:nvPr/>
                </p:nvSpPr>
                <p:spPr bwMode="auto">
                  <a:xfrm>
                    <a:off x="873" y="3678"/>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 name="T15" fmla="*/ 0 w 25"/>
                      <a:gd name="T16" fmla="*/ 0 h 70"/>
                      <a:gd name="T17" fmla="*/ 25 w 25"/>
                      <a:gd name="T18" fmla="*/ 70 h 70"/>
                    </a:gdLst>
                    <a:ahLst/>
                    <a:cxnLst>
                      <a:cxn ang="T10">
                        <a:pos x="T0" y="T1"/>
                      </a:cxn>
                      <a:cxn ang="T11">
                        <a:pos x="T2" y="T3"/>
                      </a:cxn>
                      <a:cxn ang="T12">
                        <a:pos x="T4" y="T5"/>
                      </a:cxn>
                      <a:cxn ang="T13">
                        <a:pos x="T6" y="T7"/>
                      </a:cxn>
                      <a:cxn ang="T14">
                        <a:pos x="T8" y="T9"/>
                      </a:cxn>
                    </a:cxnLst>
                    <a:rect l="T15" t="T16" r="T17" b="T18"/>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18" name="Freeform 330"/>
                  <p:cNvSpPr>
                    <a:spLocks/>
                  </p:cNvSpPr>
                  <p:nvPr/>
                </p:nvSpPr>
                <p:spPr bwMode="auto">
                  <a:xfrm>
                    <a:off x="878" y="3678"/>
                    <a:ext cx="37" cy="10"/>
                  </a:xfrm>
                  <a:custGeom>
                    <a:avLst/>
                    <a:gdLst>
                      <a:gd name="T0" fmla="*/ 0 w 75"/>
                      <a:gd name="T1" fmla="*/ 0 h 30"/>
                      <a:gd name="T2" fmla="*/ 0 w 75"/>
                      <a:gd name="T3" fmla="*/ 0 h 30"/>
                      <a:gd name="T4" fmla="*/ 0 w 75"/>
                      <a:gd name="T5" fmla="*/ 0 h 30"/>
                      <a:gd name="T6" fmla="*/ 0 w 75"/>
                      <a:gd name="T7" fmla="*/ 0 h 30"/>
                      <a:gd name="T8" fmla="*/ 0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0"/>
                      <a:gd name="T29" fmla="*/ 75 w 75"/>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19" name="Freeform 331"/>
                  <p:cNvSpPr>
                    <a:spLocks/>
                  </p:cNvSpPr>
                  <p:nvPr/>
                </p:nvSpPr>
                <p:spPr bwMode="auto">
                  <a:xfrm>
                    <a:off x="880" y="3688"/>
                    <a:ext cx="42" cy="13"/>
                  </a:xfrm>
                  <a:custGeom>
                    <a:avLst/>
                    <a:gdLst>
                      <a:gd name="T0" fmla="*/ 0 w 82"/>
                      <a:gd name="T1" fmla="*/ 0 h 38"/>
                      <a:gd name="T2" fmla="*/ 1 w 82"/>
                      <a:gd name="T3" fmla="*/ 0 h 38"/>
                      <a:gd name="T4" fmla="*/ 1 w 82"/>
                      <a:gd name="T5" fmla="*/ 0 h 38"/>
                      <a:gd name="T6" fmla="*/ 1 w 82"/>
                      <a:gd name="T7" fmla="*/ 0 h 38"/>
                      <a:gd name="T8" fmla="*/ 1 w 82"/>
                      <a:gd name="T9" fmla="*/ 0 h 38"/>
                      <a:gd name="T10" fmla="*/ 1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 name="T21" fmla="*/ 0 w 82"/>
                      <a:gd name="T22" fmla="*/ 0 h 38"/>
                      <a:gd name="T23" fmla="*/ 82 w 82"/>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605" name="Group 332"/>
                <p:cNvGrpSpPr>
                  <a:grpSpLocks/>
                </p:cNvGrpSpPr>
                <p:nvPr/>
              </p:nvGrpSpPr>
              <p:grpSpPr bwMode="auto">
                <a:xfrm>
                  <a:off x="886" y="3690"/>
                  <a:ext cx="49" cy="23"/>
                  <a:chOff x="886" y="3690"/>
                  <a:chExt cx="49" cy="23"/>
                </a:xfrm>
              </p:grpSpPr>
              <p:sp>
                <p:nvSpPr>
                  <p:cNvPr id="12614" name="Freeform 333"/>
                  <p:cNvSpPr>
                    <a:spLocks/>
                  </p:cNvSpPr>
                  <p:nvPr/>
                </p:nvSpPr>
                <p:spPr bwMode="auto">
                  <a:xfrm>
                    <a:off x="886" y="3690"/>
                    <a:ext cx="12" cy="23"/>
                  </a:xfrm>
                  <a:custGeom>
                    <a:avLst/>
                    <a:gdLst>
                      <a:gd name="T0" fmla="*/ 1 w 24"/>
                      <a:gd name="T1" fmla="*/ 0 h 70"/>
                      <a:gd name="T2" fmla="*/ 0 w 24"/>
                      <a:gd name="T3" fmla="*/ 0 h 70"/>
                      <a:gd name="T4" fmla="*/ 1 w 24"/>
                      <a:gd name="T5" fmla="*/ 0 h 70"/>
                      <a:gd name="T6" fmla="*/ 1 w 24"/>
                      <a:gd name="T7" fmla="*/ 0 h 70"/>
                      <a:gd name="T8" fmla="*/ 1 w 24"/>
                      <a:gd name="T9" fmla="*/ 0 h 70"/>
                      <a:gd name="T10" fmla="*/ 0 60000 65536"/>
                      <a:gd name="T11" fmla="*/ 0 60000 65536"/>
                      <a:gd name="T12" fmla="*/ 0 60000 65536"/>
                      <a:gd name="T13" fmla="*/ 0 60000 65536"/>
                      <a:gd name="T14" fmla="*/ 0 60000 65536"/>
                      <a:gd name="T15" fmla="*/ 0 w 24"/>
                      <a:gd name="T16" fmla="*/ 0 h 70"/>
                      <a:gd name="T17" fmla="*/ 24 w 24"/>
                      <a:gd name="T18" fmla="*/ 70 h 70"/>
                    </a:gdLst>
                    <a:ahLst/>
                    <a:cxnLst>
                      <a:cxn ang="T10">
                        <a:pos x="T0" y="T1"/>
                      </a:cxn>
                      <a:cxn ang="T11">
                        <a:pos x="T2" y="T3"/>
                      </a:cxn>
                      <a:cxn ang="T12">
                        <a:pos x="T4" y="T5"/>
                      </a:cxn>
                      <a:cxn ang="T13">
                        <a:pos x="T6" y="T7"/>
                      </a:cxn>
                      <a:cxn ang="T14">
                        <a:pos x="T8" y="T9"/>
                      </a:cxn>
                    </a:cxnLst>
                    <a:rect l="T15" t="T16" r="T17" b="T18"/>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15" name="Freeform 334"/>
                  <p:cNvSpPr>
                    <a:spLocks/>
                  </p:cNvSpPr>
                  <p:nvPr/>
                </p:nvSpPr>
                <p:spPr bwMode="auto">
                  <a:xfrm>
                    <a:off x="890" y="3691"/>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1"/>
                      <a:gd name="T29" fmla="*/ 75 w 75"/>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16" name="Freeform 335"/>
                  <p:cNvSpPr>
                    <a:spLocks/>
                  </p:cNvSpPr>
                  <p:nvPr/>
                </p:nvSpPr>
                <p:spPr bwMode="auto">
                  <a:xfrm>
                    <a:off x="893" y="3701"/>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606" name="Group 336"/>
                <p:cNvGrpSpPr>
                  <a:grpSpLocks/>
                </p:cNvGrpSpPr>
                <p:nvPr/>
              </p:nvGrpSpPr>
              <p:grpSpPr bwMode="auto">
                <a:xfrm>
                  <a:off x="899" y="3703"/>
                  <a:ext cx="48" cy="23"/>
                  <a:chOff x="899" y="3703"/>
                  <a:chExt cx="48" cy="23"/>
                </a:xfrm>
              </p:grpSpPr>
              <p:sp>
                <p:nvSpPr>
                  <p:cNvPr id="12611" name="Freeform 337"/>
                  <p:cNvSpPr>
                    <a:spLocks/>
                  </p:cNvSpPr>
                  <p:nvPr/>
                </p:nvSpPr>
                <p:spPr bwMode="auto">
                  <a:xfrm>
                    <a:off x="899" y="3703"/>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12" name="Freeform 338"/>
                  <p:cNvSpPr>
                    <a:spLocks/>
                  </p:cNvSpPr>
                  <p:nvPr/>
                </p:nvSpPr>
                <p:spPr bwMode="auto">
                  <a:xfrm>
                    <a:off x="903" y="3703"/>
                    <a:ext cx="38" cy="10"/>
                  </a:xfrm>
                  <a:custGeom>
                    <a:avLst/>
                    <a:gdLst>
                      <a:gd name="T0" fmla="*/ 1 w 75"/>
                      <a:gd name="T1" fmla="*/ 0 h 30"/>
                      <a:gd name="T2" fmla="*/ 1 w 75"/>
                      <a:gd name="T3" fmla="*/ 0 h 30"/>
                      <a:gd name="T4" fmla="*/ 1 w 75"/>
                      <a:gd name="T5" fmla="*/ 0 h 30"/>
                      <a:gd name="T6" fmla="*/ 1 w 75"/>
                      <a:gd name="T7" fmla="*/ 0 h 30"/>
                      <a:gd name="T8" fmla="*/ 1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0"/>
                      <a:gd name="T29" fmla="*/ 75 w 75"/>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13" name="Freeform 339"/>
                  <p:cNvSpPr>
                    <a:spLocks/>
                  </p:cNvSpPr>
                  <p:nvPr/>
                </p:nvSpPr>
                <p:spPr bwMode="auto">
                  <a:xfrm>
                    <a:off x="907" y="3714"/>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607" name="Group 340"/>
                <p:cNvGrpSpPr>
                  <a:grpSpLocks/>
                </p:cNvGrpSpPr>
                <p:nvPr/>
              </p:nvGrpSpPr>
              <p:grpSpPr bwMode="auto">
                <a:xfrm>
                  <a:off x="912" y="3716"/>
                  <a:ext cx="48" cy="23"/>
                  <a:chOff x="912" y="3716"/>
                  <a:chExt cx="48" cy="23"/>
                </a:xfrm>
              </p:grpSpPr>
              <p:sp>
                <p:nvSpPr>
                  <p:cNvPr id="12608" name="Freeform 341"/>
                  <p:cNvSpPr>
                    <a:spLocks/>
                  </p:cNvSpPr>
                  <p:nvPr/>
                </p:nvSpPr>
                <p:spPr bwMode="auto">
                  <a:xfrm>
                    <a:off x="912" y="3716"/>
                    <a:ext cx="11" cy="23"/>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 name="T15" fmla="*/ 0 w 22"/>
                      <a:gd name="T16" fmla="*/ 0 h 68"/>
                      <a:gd name="T17" fmla="*/ 22 w 22"/>
                      <a:gd name="T18" fmla="*/ 68 h 68"/>
                    </a:gdLst>
                    <a:ahLst/>
                    <a:cxnLst>
                      <a:cxn ang="T10">
                        <a:pos x="T0" y="T1"/>
                      </a:cxn>
                      <a:cxn ang="T11">
                        <a:pos x="T2" y="T3"/>
                      </a:cxn>
                      <a:cxn ang="T12">
                        <a:pos x="T4" y="T5"/>
                      </a:cxn>
                      <a:cxn ang="T13">
                        <a:pos x="T6" y="T7"/>
                      </a:cxn>
                      <a:cxn ang="T14">
                        <a:pos x="T8" y="T9"/>
                      </a:cxn>
                    </a:cxnLst>
                    <a:rect l="T15" t="T16" r="T17" b="T18"/>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09" name="Freeform 342"/>
                  <p:cNvSpPr>
                    <a:spLocks/>
                  </p:cNvSpPr>
                  <p:nvPr/>
                </p:nvSpPr>
                <p:spPr bwMode="auto">
                  <a:xfrm>
                    <a:off x="916" y="3717"/>
                    <a:ext cx="37" cy="9"/>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29"/>
                      <a:gd name="T29" fmla="*/ 74 w 74"/>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10" name="Freeform 343"/>
                  <p:cNvSpPr>
                    <a:spLocks/>
                  </p:cNvSpPr>
                  <p:nvPr/>
                </p:nvSpPr>
                <p:spPr bwMode="auto">
                  <a:xfrm>
                    <a:off x="919" y="3727"/>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grpSp>
            <p:nvGrpSpPr>
              <p:cNvPr id="12467" name="Group 344"/>
              <p:cNvGrpSpPr>
                <a:grpSpLocks/>
              </p:cNvGrpSpPr>
              <p:nvPr/>
            </p:nvGrpSpPr>
            <p:grpSpPr bwMode="auto">
              <a:xfrm>
                <a:off x="922" y="3727"/>
                <a:ext cx="49" cy="23"/>
                <a:chOff x="922" y="3727"/>
                <a:chExt cx="49" cy="23"/>
              </a:xfrm>
            </p:grpSpPr>
            <p:sp>
              <p:nvSpPr>
                <p:cNvPr id="12600" name="Freeform 345"/>
                <p:cNvSpPr>
                  <a:spLocks/>
                </p:cNvSpPr>
                <p:nvPr/>
              </p:nvSpPr>
              <p:spPr bwMode="auto">
                <a:xfrm>
                  <a:off x="922" y="3727"/>
                  <a:ext cx="12" cy="23"/>
                </a:xfrm>
                <a:custGeom>
                  <a:avLst/>
                  <a:gdLst>
                    <a:gd name="T0" fmla="*/ 1 w 24"/>
                    <a:gd name="T1" fmla="*/ 0 h 69"/>
                    <a:gd name="T2" fmla="*/ 0 w 24"/>
                    <a:gd name="T3" fmla="*/ 0 h 69"/>
                    <a:gd name="T4" fmla="*/ 1 w 24"/>
                    <a:gd name="T5" fmla="*/ 0 h 69"/>
                    <a:gd name="T6" fmla="*/ 1 w 24"/>
                    <a:gd name="T7" fmla="*/ 0 h 69"/>
                    <a:gd name="T8" fmla="*/ 1 w 24"/>
                    <a:gd name="T9" fmla="*/ 0 h 69"/>
                    <a:gd name="T10" fmla="*/ 0 60000 65536"/>
                    <a:gd name="T11" fmla="*/ 0 60000 65536"/>
                    <a:gd name="T12" fmla="*/ 0 60000 65536"/>
                    <a:gd name="T13" fmla="*/ 0 60000 65536"/>
                    <a:gd name="T14" fmla="*/ 0 60000 65536"/>
                    <a:gd name="T15" fmla="*/ 0 w 24"/>
                    <a:gd name="T16" fmla="*/ 0 h 69"/>
                    <a:gd name="T17" fmla="*/ 24 w 24"/>
                    <a:gd name="T18" fmla="*/ 69 h 69"/>
                  </a:gdLst>
                  <a:ahLst/>
                  <a:cxnLst>
                    <a:cxn ang="T10">
                      <a:pos x="T0" y="T1"/>
                    </a:cxn>
                    <a:cxn ang="T11">
                      <a:pos x="T2" y="T3"/>
                    </a:cxn>
                    <a:cxn ang="T12">
                      <a:pos x="T4" y="T5"/>
                    </a:cxn>
                    <a:cxn ang="T13">
                      <a:pos x="T6" y="T7"/>
                    </a:cxn>
                    <a:cxn ang="T14">
                      <a:pos x="T8" y="T9"/>
                    </a:cxn>
                  </a:cxnLst>
                  <a:rect l="T15" t="T16" r="T17" b="T18"/>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01" name="Freeform 346"/>
                <p:cNvSpPr>
                  <a:spLocks/>
                </p:cNvSpPr>
                <p:nvPr/>
              </p:nvSpPr>
              <p:spPr bwMode="auto">
                <a:xfrm>
                  <a:off x="927" y="3728"/>
                  <a:ext cx="36" cy="10"/>
                </a:xfrm>
                <a:custGeom>
                  <a:avLst/>
                  <a:gdLst>
                    <a:gd name="T0" fmla="*/ 1 w 72"/>
                    <a:gd name="T1" fmla="*/ 0 h 31"/>
                    <a:gd name="T2" fmla="*/ 1 w 72"/>
                    <a:gd name="T3" fmla="*/ 0 h 31"/>
                    <a:gd name="T4" fmla="*/ 1 w 72"/>
                    <a:gd name="T5" fmla="*/ 0 h 31"/>
                    <a:gd name="T6" fmla="*/ 1 w 72"/>
                    <a:gd name="T7" fmla="*/ 0 h 31"/>
                    <a:gd name="T8" fmla="*/ 1 w 72"/>
                    <a:gd name="T9" fmla="*/ 0 h 31"/>
                    <a:gd name="T10" fmla="*/ 1 w 72"/>
                    <a:gd name="T11" fmla="*/ 0 h 31"/>
                    <a:gd name="T12" fmla="*/ 1 w 72"/>
                    <a:gd name="T13" fmla="*/ 0 h 31"/>
                    <a:gd name="T14" fmla="*/ 0 w 72"/>
                    <a:gd name="T15" fmla="*/ 0 h 31"/>
                    <a:gd name="T16" fmla="*/ 1 w 72"/>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2"/>
                    <a:gd name="T28" fmla="*/ 0 h 31"/>
                    <a:gd name="T29" fmla="*/ 72 w 72"/>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02" name="Freeform 347"/>
                <p:cNvSpPr>
                  <a:spLocks/>
                </p:cNvSpPr>
                <p:nvPr/>
              </p:nvSpPr>
              <p:spPr bwMode="auto">
                <a:xfrm>
                  <a:off x="930" y="3738"/>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68" name="Group 348"/>
              <p:cNvGrpSpPr>
                <a:grpSpLocks/>
              </p:cNvGrpSpPr>
              <p:nvPr/>
            </p:nvGrpSpPr>
            <p:grpSpPr bwMode="auto">
              <a:xfrm>
                <a:off x="895" y="3526"/>
                <a:ext cx="44" cy="23"/>
                <a:chOff x="895" y="3526"/>
                <a:chExt cx="44" cy="23"/>
              </a:xfrm>
            </p:grpSpPr>
            <p:sp>
              <p:nvSpPr>
                <p:cNvPr id="12597" name="Freeform 349"/>
                <p:cNvSpPr>
                  <a:spLocks/>
                </p:cNvSpPr>
                <p:nvPr/>
              </p:nvSpPr>
              <p:spPr bwMode="auto">
                <a:xfrm>
                  <a:off x="895" y="3526"/>
                  <a:ext cx="19" cy="23"/>
                </a:xfrm>
                <a:custGeom>
                  <a:avLst/>
                  <a:gdLst>
                    <a:gd name="T0" fmla="*/ 1 w 38"/>
                    <a:gd name="T1" fmla="*/ 0 h 69"/>
                    <a:gd name="T2" fmla="*/ 0 w 38"/>
                    <a:gd name="T3" fmla="*/ 0 h 69"/>
                    <a:gd name="T4" fmla="*/ 1 w 38"/>
                    <a:gd name="T5" fmla="*/ 0 h 69"/>
                    <a:gd name="T6" fmla="*/ 1 w 38"/>
                    <a:gd name="T7" fmla="*/ 0 h 69"/>
                    <a:gd name="T8" fmla="*/ 1 w 38"/>
                    <a:gd name="T9" fmla="*/ 0 h 69"/>
                    <a:gd name="T10" fmla="*/ 0 60000 65536"/>
                    <a:gd name="T11" fmla="*/ 0 60000 65536"/>
                    <a:gd name="T12" fmla="*/ 0 60000 65536"/>
                    <a:gd name="T13" fmla="*/ 0 60000 65536"/>
                    <a:gd name="T14" fmla="*/ 0 60000 65536"/>
                    <a:gd name="T15" fmla="*/ 0 w 38"/>
                    <a:gd name="T16" fmla="*/ 0 h 69"/>
                    <a:gd name="T17" fmla="*/ 38 w 38"/>
                    <a:gd name="T18" fmla="*/ 69 h 69"/>
                  </a:gdLst>
                  <a:ahLst/>
                  <a:cxnLst>
                    <a:cxn ang="T10">
                      <a:pos x="T0" y="T1"/>
                    </a:cxn>
                    <a:cxn ang="T11">
                      <a:pos x="T2" y="T3"/>
                    </a:cxn>
                    <a:cxn ang="T12">
                      <a:pos x="T4" y="T5"/>
                    </a:cxn>
                    <a:cxn ang="T13">
                      <a:pos x="T6" y="T7"/>
                    </a:cxn>
                    <a:cxn ang="T14">
                      <a:pos x="T8" y="T9"/>
                    </a:cxn>
                  </a:cxnLst>
                  <a:rect l="T15" t="T16" r="T17" b="T18"/>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98" name="Freeform 350"/>
                <p:cNvSpPr>
                  <a:spLocks/>
                </p:cNvSpPr>
                <p:nvPr/>
              </p:nvSpPr>
              <p:spPr bwMode="auto">
                <a:xfrm>
                  <a:off x="901" y="3526"/>
                  <a:ext cx="33" cy="12"/>
                </a:xfrm>
                <a:custGeom>
                  <a:avLst/>
                  <a:gdLst>
                    <a:gd name="T0" fmla="*/ 0 w 64"/>
                    <a:gd name="T1" fmla="*/ 0 h 35"/>
                    <a:gd name="T2" fmla="*/ 1 w 64"/>
                    <a:gd name="T3" fmla="*/ 0 h 35"/>
                    <a:gd name="T4" fmla="*/ 1 w 64"/>
                    <a:gd name="T5" fmla="*/ 0 h 35"/>
                    <a:gd name="T6" fmla="*/ 1 w 64"/>
                    <a:gd name="T7" fmla="*/ 0 h 35"/>
                    <a:gd name="T8" fmla="*/ 0 w 64"/>
                    <a:gd name="T9" fmla="*/ 0 h 35"/>
                    <a:gd name="T10" fmla="*/ 0 60000 65536"/>
                    <a:gd name="T11" fmla="*/ 0 60000 65536"/>
                    <a:gd name="T12" fmla="*/ 0 60000 65536"/>
                    <a:gd name="T13" fmla="*/ 0 60000 65536"/>
                    <a:gd name="T14" fmla="*/ 0 60000 65536"/>
                    <a:gd name="T15" fmla="*/ 0 w 64"/>
                    <a:gd name="T16" fmla="*/ 0 h 35"/>
                    <a:gd name="T17" fmla="*/ 64 w 64"/>
                    <a:gd name="T18" fmla="*/ 35 h 35"/>
                  </a:gdLst>
                  <a:ahLst/>
                  <a:cxnLst>
                    <a:cxn ang="T10">
                      <a:pos x="T0" y="T1"/>
                    </a:cxn>
                    <a:cxn ang="T11">
                      <a:pos x="T2" y="T3"/>
                    </a:cxn>
                    <a:cxn ang="T12">
                      <a:pos x="T4" y="T5"/>
                    </a:cxn>
                    <a:cxn ang="T13">
                      <a:pos x="T6" y="T7"/>
                    </a:cxn>
                    <a:cxn ang="T14">
                      <a:pos x="T8" y="T9"/>
                    </a:cxn>
                  </a:cxnLst>
                  <a:rect l="T15" t="T16" r="T17" b="T18"/>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99" name="Freeform 351"/>
                <p:cNvSpPr>
                  <a:spLocks/>
                </p:cNvSpPr>
                <p:nvPr/>
              </p:nvSpPr>
              <p:spPr bwMode="auto">
                <a:xfrm>
                  <a:off x="907" y="3538"/>
                  <a:ext cx="32" cy="11"/>
                </a:xfrm>
                <a:custGeom>
                  <a:avLst/>
                  <a:gdLst>
                    <a:gd name="T0" fmla="*/ 0 w 65"/>
                    <a:gd name="T1" fmla="*/ 0 h 31"/>
                    <a:gd name="T2" fmla="*/ 0 w 65"/>
                    <a:gd name="T3" fmla="*/ 0 h 31"/>
                    <a:gd name="T4" fmla="*/ 0 w 65"/>
                    <a:gd name="T5" fmla="*/ 0 h 31"/>
                    <a:gd name="T6" fmla="*/ 0 w 65"/>
                    <a:gd name="T7" fmla="*/ 0 h 31"/>
                    <a:gd name="T8" fmla="*/ 0 w 65"/>
                    <a:gd name="T9" fmla="*/ 0 h 31"/>
                    <a:gd name="T10" fmla="*/ 0 60000 65536"/>
                    <a:gd name="T11" fmla="*/ 0 60000 65536"/>
                    <a:gd name="T12" fmla="*/ 0 60000 65536"/>
                    <a:gd name="T13" fmla="*/ 0 60000 65536"/>
                    <a:gd name="T14" fmla="*/ 0 60000 65536"/>
                    <a:gd name="T15" fmla="*/ 0 w 65"/>
                    <a:gd name="T16" fmla="*/ 0 h 31"/>
                    <a:gd name="T17" fmla="*/ 65 w 65"/>
                    <a:gd name="T18" fmla="*/ 31 h 31"/>
                  </a:gdLst>
                  <a:ahLst/>
                  <a:cxnLst>
                    <a:cxn ang="T10">
                      <a:pos x="T0" y="T1"/>
                    </a:cxn>
                    <a:cxn ang="T11">
                      <a:pos x="T2" y="T3"/>
                    </a:cxn>
                    <a:cxn ang="T12">
                      <a:pos x="T4" y="T5"/>
                    </a:cxn>
                    <a:cxn ang="T13">
                      <a:pos x="T6" y="T7"/>
                    </a:cxn>
                    <a:cxn ang="T14">
                      <a:pos x="T8" y="T9"/>
                    </a:cxn>
                  </a:cxnLst>
                  <a:rect l="T15" t="T16" r="T17" b="T18"/>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69" name="Group 352"/>
              <p:cNvGrpSpPr>
                <a:grpSpLocks/>
              </p:cNvGrpSpPr>
              <p:nvPr/>
            </p:nvGrpSpPr>
            <p:grpSpPr bwMode="auto">
              <a:xfrm>
                <a:off x="907" y="3540"/>
                <a:ext cx="45" cy="22"/>
                <a:chOff x="907" y="3540"/>
                <a:chExt cx="45" cy="22"/>
              </a:xfrm>
            </p:grpSpPr>
            <p:sp>
              <p:nvSpPr>
                <p:cNvPr id="12594" name="Freeform 353"/>
                <p:cNvSpPr>
                  <a:spLocks/>
                </p:cNvSpPr>
                <p:nvPr/>
              </p:nvSpPr>
              <p:spPr bwMode="auto">
                <a:xfrm>
                  <a:off x="907" y="3540"/>
                  <a:ext cx="20" cy="22"/>
                </a:xfrm>
                <a:custGeom>
                  <a:avLst/>
                  <a:gdLst>
                    <a:gd name="T0" fmla="*/ 1 w 39"/>
                    <a:gd name="T1" fmla="*/ 0 h 68"/>
                    <a:gd name="T2" fmla="*/ 0 w 39"/>
                    <a:gd name="T3" fmla="*/ 0 h 68"/>
                    <a:gd name="T4" fmla="*/ 1 w 39"/>
                    <a:gd name="T5" fmla="*/ 0 h 68"/>
                    <a:gd name="T6" fmla="*/ 1 w 39"/>
                    <a:gd name="T7" fmla="*/ 0 h 68"/>
                    <a:gd name="T8" fmla="*/ 1 w 39"/>
                    <a:gd name="T9" fmla="*/ 0 h 68"/>
                    <a:gd name="T10" fmla="*/ 0 60000 65536"/>
                    <a:gd name="T11" fmla="*/ 0 60000 65536"/>
                    <a:gd name="T12" fmla="*/ 0 60000 65536"/>
                    <a:gd name="T13" fmla="*/ 0 60000 65536"/>
                    <a:gd name="T14" fmla="*/ 0 60000 65536"/>
                    <a:gd name="T15" fmla="*/ 0 w 39"/>
                    <a:gd name="T16" fmla="*/ 0 h 68"/>
                    <a:gd name="T17" fmla="*/ 39 w 39"/>
                    <a:gd name="T18" fmla="*/ 68 h 68"/>
                  </a:gdLst>
                  <a:ahLst/>
                  <a:cxnLst>
                    <a:cxn ang="T10">
                      <a:pos x="T0" y="T1"/>
                    </a:cxn>
                    <a:cxn ang="T11">
                      <a:pos x="T2" y="T3"/>
                    </a:cxn>
                    <a:cxn ang="T12">
                      <a:pos x="T4" y="T5"/>
                    </a:cxn>
                    <a:cxn ang="T13">
                      <a:pos x="T6" y="T7"/>
                    </a:cxn>
                    <a:cxn ang="T14">
                      <a:pos x="T8" y="T9"/>
                    </a:cxn>
                  </a:cxnLst>
                  <a:rect l="T15" t="T16" r="T17" b="T18"/>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95" name="Freeform 354"/>
                <p:cNvSpPr>
                  <a:spLocks/>
                </p:cNvSpPr>
                <p:nvPr/>
              </p:nvSpPr>
              <p:spPr bwMode="auto">
                <a:xfrm>
                  <a:off x="914" y="3540"/>
                  <a:ext cx="32"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 name="T15" fmla="*/ 0 w 64"/>
                    <a:gd name="T16" fmla="*/ 0 h 34"/>
                    <a:gd name="T17" fmla="*/ 64 w 64"/>
                    <a:gd name="T18" fmla="*/ 34 h 34"/>
                  </a:gdLst>
                  <a:ahLst/>
                  <a:cxnLst>
                    <a:cxn ang="T10">
                      <a:pos x="T0" y="T1"/>
                    </a:cxn>
                    <a:cxn ang="T11">
                      <a:pos x="T2" y="T3"/>
                    </a:cxn>
                    <a:cxn ang="T12">
                      <a:pos x="T4" y="T5"/>
                    </a:cxn>
                    <a:cxn ang="T13">
                      <a:pos x="T6" y="T7"/>
                    </a:cxn>
                    <a:cxn ang="T14">
                      <a:pos x="T8" y="T9"/>
                    </a:cxn>
                  </a:cxnLst>
                  <a:rect l="T15" t="T16" r="T17" b="T18"/>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96" name="Freeform 355"/>
                <p:cNvSpPr>
                  <a:spLocks/>
                </p:cNvSpPr>
                <p:nvPr/>
              </p:nvSpPr>
              <p:spPr bwMode="auto">
                <a:xfrm>
                  <a:off x="919" y="3552"/>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 name="T15" fmla="*/ 0 w 66"/>
                    <a:gd name="T16" fmla="*/ 0 h 30"/>
                    <a:gd name="T17" fmla="*/ 66 w 66"/>
                    <a:gd name="T18" fmla="*/ 30 h 30"/>
                  </a:gdLst>
                  <a:ahLst/>
                  <a:cxnLst>
                    <a:cxn ang="T10">
                      <a:pos x="T0" y="T1"/>
                    </a:cxn>
                    <a:cxn ang="T11">
                      <a:pos x="T2" y="T3"/>
                    </a:cxn>
                    <a:cxn ang="T12">
                      <a:pos x="T4" y="T5"/>
                    </a:cxn>
                    <a:cxn ang="T13">
                      <a:pos x="T6" y="T7"/>
                    </a:cxn>
                    <a:cxn ang="T14">
                      <a:pos x="T8" y="T9"/>
                    </a:cxn>
                  </a:cxnLst>
                  <a:rect l="T15" t="T16" r="T17" b="T18"/>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70" name="Group 356"/>
              <p:cNvGrpSpPr>
                <a:grpSpLocks/>
              </p:cNvGrpSpPr>
              <p:nvPr/>
            </p:nvGrpSpPr>
            <p:grpSpPr bwMode="auto">
              <a:xfrm>
                <a:off x="920" y="3553"/>
                <a:ext cx="45" cy="23"/>
                <a:chOff x="920" y="3553"/>
                <a:chExt cx="45" cy="23"/>
              </a:xfrm>
            </p:grpSpPr>
            <p:sp>
              <p:nvSpPr>
                <p:cNvPr id="12591" name="Freeform 357"/>
                <p:cNvSpPr>
                  <a:spLocks/>
                </p:cNvSpPr>
                <p:nvPr/>
              </p:nvSpPr>
              <p:spPr bwMode="auto">
                <a:xfrm>
                  <a:off x="920" y="3553"/>
                  <a:ext cx="20" cy="23"/>
                </a:xfrm>
                <a:custGeom>
                  <a:avLst/>
                  <a:gdLst>
                    <a:gd name="T0" fmla="*/ 0 w 41"/>
                    <a:gd name="T1" fmla="*/ 0 h 68"/>
                    <a:gd name="T2" fmla="*/ 0 w 41"/>
                    <a:gd name="T3" fmla="*/ 0 h 68"/>
                    <a:gd name="T4" fmla="*/ 0 w 41"/>
                    <a:gd name="T5" fmla="*/ 0 h 68"/>
                    <a:gd name="T6" fmla="*/ 0 w 41"/>
                    <a:gd name="T7" fmla="*/ 0 h 68"/>
                    <a:gd name="T8" fmla="*/ 0 w 41"/>
                    <a:gd name="T9" fmla="*/ 0 h 68"/>
                    <a:gd name="T10" fmla="*/ 0 60000 65536"/>
                    <a:gd name="T11" fmla="*/ 0 60000 65536"/>
                    <a:gd name="T12" fmla="*/ 0 60000 65536"/>
                    <a:gd name="T13" fmla="*/ 0 60000 65536"/>
                    <a:gd name="T14" fmla="*/ 0 60000 65536"/>
                    <a:gd name="T15" fmla="*/ 0 w 41"/>
                    <a:gd name="T16" fmla="*/ 0 h 68"/>
                    <a:gd name="T17" fmla="*/ 41 w 41"/>
                    <a:gd name="T18" fmla="*/ 68 h 68"/>
                  </a:gdLst>
                  <a:ahLst/>
                  <a:cxnLst>
                    <a:cxn ang="T10">
                      <a:pos x="T0" y="T1"/>
                    </a:cxn>
                    <a:cxn ang="T11">
                      <a:pos x="T2" y="T3"/>
                    </a:cxn>
                    <a:cxn ang="T12">
                      <a:pos x="T4" y="T5"/>
                    </a:cxn>
                    <a:cxn ang="T13">
                      <a:pos x="T6" y="T7"/>
                    </a:cxn>
                    <a:cxn ang="T14">
                      <a:pos x="T8" y="T9"/>
                    </a:cxn>
                  </a:cxnLst>
                  <a:rect l="T15" t="T16" r="T17" b="T18"/>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92" name="Freeform 358"/>
                <p:cNvSpPr>
                  <a:spLocks/>
                </p:cNvSpPr>
                <p:nvPr/>
              </p:nvSpPr>
              <p:spPr bwMode="auto">
                <a:xfrm>
                  <a:off x="927" y="3554"/>
                  <a:ext cx="32" cy="11"/>
                </a:xfrm>
                <a:custGeom>
                  <a:avLst/>
                  <a:gdLst>
                    <a:gd name="T0" fmla="*/ 0 w 63"/>
                    <a:gd name="T1" fmla="*/ 0 h 33"/>
                    <a:gd name="T2" fmla="*/ 1 w 63"/>
                    <a:gd name="T3" fmla="*/ 0 h 33"/>
                    <a:gd name="T4" fmla="*/ 1 w 63"/>
                    <a:gd name="T5" fmla="*/ 0 h 33"/>
                    <a:gd name="T6" fmla="*/ 1 w 63"/>
                    <a:gd name="T7" fmla="*/ 0 h 33"/>
                    <a:gd name="T8" fmla="*/ 0 w 63"/>
                    <a:gd name="T9" fmla="*/ 0 h 33"/>
                    <a:gd name="T10" fmla="*/ 0 60000 65536"/>
                    <a:gd name="T11" fmla="*/ 0 60000 65536"/>
                    <a:gd name="T12" fmla="*/ 0 60000 65536"/>
                    <a:gd name="T13" fmla="*/ 0 60000 65536"/>
                    <a:gd name="T14" fmla="*/ 0 60000 65536"/>
                    <a:gd name="T15" fmla="*/ 0 w 63"/>
                    <a:gd name="T16" fmla="*/ 0 h 33"/>
                    <a:gd name="T17" fmla="*/ 63 w 63"/>
                    <a:gd name="T18" fmla="*/ 33 h 33"/>
                  </a:gdLst>
                  <a:ahLst/>
                  <a:cxnLst>
                    <a:cxn ang="T10">
                      <a:pos x="T0" y="T1"/>
                    </a:cxn>
                    <a:cxn ang="T11">
                      <a:pos x="T2" y="T3"/>
                    </a:cxn>
                    <a:cxn ang="T12">
                      <a:pos x="T4" y="T5"/>
                    </a:cxn>
                    <a:cxn ang="T13">
                      <a:pos x="T6" y="T7"/>
                    </a:cxn>
                    <a:cxn ang="T14">
                      <a:pos x="T8" y="T9"/>
                    </a:cxn>
                  </a:cxnLst>
                  <a:rect l="T15" t="T16" r="T17" b="T18"/>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93" name="Freeform 359"/>
                <p:cNvSpPr>
                  <a:spLocks/>
                </p:cNvSpPr>
                <p:nvPr/>
              </p:nvSpPr>
              <p:spPr bwMode="auto">
                <a:xfrm>
                  <a:off x="932" y="3566"/>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 name="T15" fmla="*/ 0 w 66"/>
                    <a:gd name="T16" fmla="*/ 0 h 30"/>
                    <a:gd name="T17" fmla="*/ 66 w 66"/>
                    <a:gd name="T18" fmla="*/ 30 h 30"/>
                  </a:gdLst>
                  <a:ahLst/>
                  <a:cxnLst>
                    <a:cxn ang="T10">
                      <a:pos x="T0" y="T1"/>
                    </a:cxn>
                    <a:cxn ang="T11">
                      <a:pos x="T2" y="T3"/>
                    </a:cxn>
                    <a:cxn ang="T12">
                      <a:pos x="T4" y="T5"/>
                    </a:cxn>
                    <a:cxn ang="T13">
                      <a:pos x="T6" y="T7"/>
                    </a:cxn>
                    <a:cxn ang="T14">
                      <a:pos x="T8" y="T9"/>
                    </a:cxn>
                  </a:cxnLst>
                  <a:rect l="T15" t="T16" r="T17" b="T18"/>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71" name="Group 360"/>
              <p:cNvGrpSpPr>
                <a:grpSpLocks/>
              </p:cNvGrpSpPr>
              <p:nvPr/>
            </p:nvGrpSpPr>
            <p:grpSpPr bwMode="auto">
              <a:xfrm>
                <a:off x="934" y="3566"/>
                <a:ext cx="44" cy="23"/>
                <a:chOff x="934" y="3566"/>
                <a:chExt cx="44" cy="23"/>
              </a:xfrm>
            </p:grpSpPr>
            <p:sp>
              <p:nvSpPr>
                <p:cNvPr id="12588" name="Freeform 361"/>
                <p:cNvSpPr>
                  <a:spLocks/>
                </p:cNvSpPr>
                <p:nvPr/>
              </p:nvSpPr>
              <p:spPr bwMode="auto">
                <a:xfrm>
                  <a:off x="934" y="3566"/>
                  <a:ext cx="19" cy="23"/>
                </a:xfrm>
                <a:custGeom>
                  <a:avLst/>
                  <a:gdLst>
                    <a:gd name="T0" fmla="*/ 0 w 40"/>
                    <a:gd name="T1" fmla="*/ 0 h 68"/>
                    <a:gd name="T2" fmla="*/ 0 w 40"/>
                    <a:gd name="T3" fmla="*/ 0 h 68"/>
                    <a:gd name="T4" fmla="*/ 0 w 40"/>
                    <a:gd name="T5" fmla="*/ 0 h 68"/>
                    <a:gd name="T6" fmla="*/ 0 w 40"/>
                    <a:gd name="T7" fmla="*/ 0 h 68"/>
                    <a:gd name="T8" fmla="*/ 0 w 40"/>
                    <a:gd name="T9" fmla="*/ 0 h 68"/>
                    <a:gd name="T10" fmla="*/ 0 60000 65536"/>
                    <a:gd name="T11" fmla="*/ 0 60000 65536"/>
                    <a:gd name="T12" fmla="*/ 0 60000 65536"/>
                    <a:gd name="T13" fmla="*/ 0 60000 65536"/>
                    <a:gd name="T14" fmla="*/ 0 60000 65536"/>
                    <a:gd name="T15" fmla="*/ 0 w 40"/>
                    <a:gd name="T16" fmla="*/ 0 h 68"/>
                    <a:gd name="T17" fmla="*/ 40 w 40"/>
                    <a:gd name="T18" fmla="*/ 68 h 68"/>
                  </a:gdLst>
                  <a:ahLst/>
                  <a:cxnLst>
                    <a:cxn ang="T10">
                      <a:pos x="T0" y="T1"/>
                    </a:cxn>
                    <a:cxn ang="T11">
                      <a:pos x="T2" y="T3"/>
                    </a:cxn>
                    <a:cxn ang="T12">
                      <a:pos x="T4" y="T5"/>
                    </a:cxn>
                    <a:cxn ang="T13">
                      <a:pos x="T6" y="T7"/>
                    </a:cxn>
                    <a:cxn ang="T14">
                      <a:pos x="T8" y="T9"/>
                    </a:cxn>
                  </a:cxnLst>
                  <a:rect l="T15" t="T16" r="T17" b="T18"/>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89" name="Freeform 362"/>
                <p:cNvSpPr>
                  <a:spLocks/>
                </p:cNvSpPr>
                <p:nvPr/>
              </p:nvSpPr>
              <p:spPr bwMode="auto">
                <a:xfrm>
                  <a:off x="940" y="3567"/>
                  <a:ext cx="32" cy="11"/>
                </a:xfrm>
                <a:custGeom>
                  <a:avLst/>
                  <a:gdLst>
                    <a:gd name="T0" fmla="*/ 0 w 65"/>
                    <a:gd name="T1" fmla="*/ 0 h 35"/>
                    <a:gd name="T2" fmla="*/ 0 w 65"/>
                    <a:gd name="T3" fmla="*/ 0 h 35"/>
                    <a:gd name="T4" fmla="*/ 0 w 65"/>
                    <a:gd name="T5" fmla="*/ 0 h 35"/>
                    <a:gd name="T6" fmla="*/ 0 w 65"/>
                    <a:gd name="T7" fmla="*/ 0 h 35"/>
                    <a:gd name="T8" fmla="*/ 0 w 65"/>
                    <a:gd name="T9" fmla="*/ 0 h 35"/>
                    <a:gd name="T10" fmla="*/ 0 60000 65536"/>
                    <a:gd name="T11" fmla="*/ 0 60000 65536"/>
                    <a:gd name="T12" fmla="*/ 0 60000 65536"/>
                    <a:gd name="T13" fmla="*/ 0 60000 65536"/>
                    <a:gd name="T14" fmla="*/ 0 60000 65536"/>
                    <a:gd name="T15" fmla="*/ 0 w 65"/>
                    <a:gd name="T16" fmla="*/ 0 h 35"/>
                    <a:gd name="T17" fmla="*/ 65 w 65"/>
                    <a:gd name="T18" fmla="*/ 35 h 35"/>
                  </a:gdLst>
                  <a:ahLst/>
                  <a:cxnLst>
                    <a:cxn ang="T10">
                      <a:pos x="T0" y="T1"/>
                    </a:cxn>
                    <a:cxn ang="T11">
                      <a:pos x="T2" y="T3"/>
                    </a:cxn>
                    <a:cxn ang="T12">
                      <a:pos x="T4" y="T5"/>
                    </a:cxn>
                    <a:cxn ang="T13">
                      <a:pos x="T6" y="T7"/>
                    </a:cxn>
                    <a:cxn ang="T14">
                      <a:pos x="T8" y="T9"/>
                    </a:cxn>
                  </a:cxnLst>
                  <a:rect l="T15" t="T16" r="T17" b="T18"/>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90" name="Freeform 363"/>
                <p:cNvSpPr>
                  <a:spLocks/>
                </p:cNvSpPr>
                <p:nvPr/>
              </p:nvSpPr>
              <p:spPr bwMode="auto">
                <a:xfrm>
                  <a:off x="945" y="3579"/>
                  <a:ext cx="33" cy="9"/>
                </a:xfrm>
                <a:custGeom>
                  <a:avLst/>
                  <a:gdLst>
                    <a:gd name="T0" fmla="*/ 0 w 65"/>
                    <a:gd name="T1" fmla="*/ 0 h 28"/>
                    <a:gd name="T2" fmla="*/ 1 w 65"/>
                    <a:gd name="T3" fmla="*/ 0 h 28"/>
                    <a:gd name="T4" fmla="*/ 1 w 65"/>
                    <a:gd name="T5" fmla="*/ 0 h 28"/>
                    <a:gd name="T6" fmla="*/ 1 w 65"/>
                    <a:gd name="T7" fmla="*/ 0 h 28"/>
                    <a:gd name="T8" fmla="*/ 0 w 65"/>
                    <a:gd name="T9" fmla="*/ 0 h 28"/>
                    <a:gd name="T10" fmla="*/ 0 60000 65536"/>
                    <a:gd name="T11" fmla="*/ 0 60000 65536"/>
                    <a:gd name="T12" fmla="*/ 0 60000 65536"/>
                    <a:gd name="T13" fmla="*/ 0 60000 65536"/>
                    <a:gd name="T14" fmla="*/ 0 60000 65536"/>
                    <a:gd name="T15" fmla="*/ 0 w 65"/>
                    <a:gd name="T16" fmla="*/ 0 h 28"/>
                    <a:gd name="T17" fmla="*/ 65 w 65"/>
                    <a:gd name="T18" fmla="*/ 28 h 28"/>
                  </a:gdLst>
                  <a:ahLst/>
                  <a:cxnLst>
                    <a:cxn ang="T10">
                      <a:pos x="T0" y="T1"/>
                    </a:cxn>
                    <a:cxn ang="T11">
                      <a:pos x="T2" y="T3"/>
                    </a:cxn>
                    <a:cxn ang="T12">
                      <a:pos x="T4" y="T5"/>
                    </a:cxn>
                    <a:cxn ang="T13">
                      <a:pos x="T6" y="T7"/>
                    </a:cxn>
                    <a:cxn ang="T14">
                      <a:pos x="T8" y="T9"/>
                    </a:cxn>
                  </a:cxnLst>
                  <a:rect l="T15" t="T16" r="T17" b="T18"/>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72" name="Group 364"/>
              <p:cNvGrpSpPr>
                <a:grpSpLocks/>
              </p:cNvGrpSpPr>
              <p:nvPr/>
            </p:nvGrpSpPr>
            <p:grpSpPr bwMode="auto">
              <a:xfrm>
                <a:off x="949" y="3579"/>
                <a:ext cx="83" cy="63"/>
                <a:chOff x="949" y="3579"/>
                <a:chExt cx="83" cy="63"/>
              </a:xfrm>
            </p:grpSpPr>
            <p:grpSp>
              <p:nvGrpSpPr>
                <p:cNvPr id="12572" name="Group 365"/>
                <p:cNvGrpSpPr>
                  <a:grpSpLocks/>
                </p:cNvGrpSpPr>
                <p:nvPr/>
              </p:nvGrpSpPr>
              <p:grpSpPr bwMode="auto">
                <a:xfrm>
                  <a:off x="949" y="3579"/>
                  <a:ext cx="44" cy="23"/>
                  <a:chOff x="949" y="3579"/>
                  <a:chExt cx="44" cy="23"/>
                </a:xfrm>
              </p:grpSpPr>
              <p:sp>
                <p:nvSpPr>
                  <p:cNvPr id="12585" name="Freeform 366"/>
                  <p:cNvSpPr>
                    <a:spLocks/>
                  </p:cNvSpPr>
                  <p:nvPr/>
                </p:nvSpPr>
                <p:spPr bwMode="auto">
                  <a:xfrm>
                    <a:off x="949" y="3579"/>
                    <a:ext cx="19" cy="23"/>
                  </a:xfrm>
                  <a:custGeom>
                    <a:avLst/>
                    <a:gdLst>
                      <a:gd name="T0" fmla="*/ 1 w 38"/>
                      <a:gd name="T1" fmla="*/ 0 h 68"/>
                      <a:gd name="T2" fmla="*/ 0 w 38"/>
                      <a:gd name="T3" fmla="*/ 0 h 68"/>
                      <a:gd name="T4" fmla="*/ 1 w 38"/>
                      <a:gd name="T5" fmla="*/ 0 h 68"/>
                      <a:gd name="T6" fmla="*/ 1 w 38"/>
                      <a:gd name="T7" fmla="*/ 0 h 68"/>
                      <a:gd name="T8" fmla="*/ 1 w 38"/>
                      <a:gd name="T9" fmla="*/ 0 h 68"/>
                      <a:gd name="T10" fmla="*/ 0 60000 65536"/>
                      <a:gd name="T11" fmla="*/ 0 60000 65536"/>
                      <a:gd name="T12" fmla="*/ 0 60000 65536"/>
                      <a:gd name="T13" fmla="*/ 0 60000 65536"/>
                      <a:gd name="T14" fmla="*/ 0 60000 65536"/>
                      <a:gd name="T15" fmla="*/ 0 w 38"/>
                      <a:gd name="T16" fmla="*/ 0 h 68"/>
                      <a:gd name="T17" fmla="*/ 38 w 38"/>
                      <a:gd name="T18" fmla="*/ 68 h 68"/>
                    </a:gdLst>
                    <a:ahLst/>
                    <a:cxnLst>
                      <a:cxn ang="T10">
                        <a:pos x="T0" y="T1"/>
                      </a:cxn>
                      <a:cxn ang="T11">
                        <a:pos x="T2" y="T3"/>
                      </a:cxn>
                      <a:cxn ang="T12">
                        <a:pos x="T4" y="T5"/>
                      </a:cxn>
                      <a:cxn ang="T13">
                        <a:pos x="T6" y="T7"/>
                      </a:cxn>
                      <a:cxn ang="T14">
                        <a:pos x="T8" y="T9"/>
                      </a:cxn>
                    </a:cxnLst>
                    <a:rect l="T15" t="T16" r="T17" b="T18"/>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86" name="Freeform 367"/>
                  <p:cNvSpPr>
                    <a:spLocks/>
                  </p:cNvSpPr>
                  <p:nvPr/>
                </p:nvSpPr>
                <p:spPr bwMode="auto">
                  <a:xfrm>
                    <a:off x="955" y="3579"/>
                    <a:ext cx="32" cy="11"/>
                  </a:xfrm>
                  <a:custGeom>
                    <a:avLst/>
                    <a:gdLst>
                      <a:gd name="T0" fmla="*/ 0 w 66"/>
                      <a:gd name="T1" fmla="*/ 0 h 32"/>
                      <a:gd name="T2" fmla="*/ 0 w 66"/>
                      <a:gd name="T3" fmla="*/ 0 h 32"/>
                      <a:gd name="T4" fmla="*/ 0 w 66"/>
                      <a:gd name="T5" fmla="*/ 0 h 32"/>
                      <a:gd name="T6" fmla="*/ 0 w 66"/>
                      <a:gd name="T7" fmla="*/ 0 h 32"/>
                      <a:gd name="T8" fmla="*/ 0 w 66"/>
                      <a:gd name="T9" fmla="*/ 0 h 32"/>
                      <a:gd name="T10" fmla="*/ 0 60000 65536"/>
                      <a:gd name="T11" fmla="*/ 0 60000 65536"/>
                      <a:gd name="T12" fmla="*/ 0 60000 65536"/>
                      <a:gd name="T13" fmla="*/ 0 60000 65536"/>
                      <a:gd name="T14" fmla="*/ 0 60000 65536"/>
                      <a:gd name="T15" fmla="*/ 0 w 66"/>
                      <a:gd name="T16" fmla="*/ 0 h 32"/>
                      <a:gd name="T17" fmla="*/ 66 w 66"/>
                      <a:gd name="T18" fmla="*/ 32 h 32"/>
                    </a:gdLst>
                    <a:ahLst/>
                    <a:cxnLst>
                      <a:cxn ang="T10">
                        <a:pos x="T0" y="T1"/>
                      </a:cxn>
                      <a:cxn ang="T11">
                        <a:pos x="T2" y="T3"/>
                      </a:cxn>
                      <a:cxn ang="T12">
                        <a:pos x="T4" y="T5"/>
                      </a:cxn>
                      <a:cxn ang="T13">
                        <a:pos x="T6" y="T7"/>
                      </a:cxn>
                      <a:cxn ang="T14">
                        <a:pos x="T8" y="T9"/>
                      </a:cxn>
                    </a:cxnLst>
                    <a:rect l="T15" t="T16" r="T17" b="T18"/>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87" name="Freeform 368"/>
                  <p:cNvSpPr>
                    <a:spLocks/>
                  </p:cNvSpPr>
                  <p:nvPr/>
                </p:nvSpPr>
                <p:spPr bwMode="auto">
                  <a:xfrm>
                    <a:off x="960" y="3591"/>
                    <a:ext cx="33" cy="10"/>
                  </a:xfrm>
                  <a:custGeom>
                    <a:avLst/>
                    <a:gdLst>
                      <a:gd name="T0" fmla="*/ 0 w 65"/>
                      <a:gd name="T1" fmla="*/ 0 h 31"/>
                      <a:gd name="T2" fmla="*/ 1 w 65"/>
                      <a:gd name="T3" fmla="*/ 0 h 31"/>
                      <a:gd name="T4" fmla="*/ 1 w 65"/>
                      <a:gd name="T5" fmla="*/ 0 h 31"/>
                      <a:gd name="T6" fmla="*/ 1 w 65"/>
                      <a:gd name="T7" fmla="*/ 0 h 31"/>
                      <a:gd name="T8" fmla="*/ 0 w 65"/>
                      <a:gd name="T9" fmla="*/ 0 h 31"/>
                      <a:gd name="T10" fmla="*/ 0 60000 65536"/>
                      <a:gd name="T11" fmla="*/ 0 60000 65536"/>
                      <a:gd name="T12" fmla="*/ 0 60000 65536"/>
                      <a:gd name="T13" fmla="*/ 0 60000 65536"/>
                      <a:gd name="T14" fmla="*/ 0 60000 65536"/>
                      <a:gd name="T15" fmla="*/ 0 w 65"/>
                      <a:gd name="T16" fmla="*/ 0 h 31"/>
                      <a:gd name="T17" fmla="*/ 65 w 65"/>
                      <a:gd name="T18" fmla="*/ 31 h 31"/>
                    </a:gdLst>
                    <a:ahLst/>
                    <a:cxnLst>
                      <a:cxn ang="T10">
                        <a:pos x="T0" y="T1"/>
                      </a:cxn>
                      <a:cxn ang="T11">
                        <a:pos x="T2" y="T3"/>
                      </a:cxn>
                      <a:cxn ang="T12">
                        <a:pos x="T4" y="T5"/>
                      </a:cxn>
                      <a:cxn ang="T13">
                        <a:pos x="T6" y="T7"/>
                      </a:cxn>
                      <a:cxn ang="T14">
                        <a:pos x="T8" y="T9"/>
                      </a:cxn>
                    </a:cxnLst>
                    <a:rect l="T15" t="T16" r="T17" b="T18"/>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573" name="Group 369"/>
                <p:cNvGrpSpPr>
                  <a:grpSpLocks/>
                </p:cNvGrpSpPr>
                <p:nvPr/>
              </p:nvGrpSpPr>
              <p:grpSpPr bwMode="auto">
                <a:xfrm>
                  <a:off x="961" y="3592"/>
                  <a:ext cx="45" cy="23"/>
                  <a:chOff x="961" y="3592"/>
                  <a:chExt cx="45" cy="23"/>
                </a:xfrm>
              </p:grpSpPr>
              <p:sp>
                <p:nvSpPr>
                  <p:cNvPr id="12582" name="Freeform 370"/>
                  <p:cNvSpPr>
                    <a:spLocks/>
                  </p:cNvSpPr>
                  <p:nvPr/>
                </p:nvSpPr>
                <p:spPr bwMode="auto">
                  <a:xfrm>
                    <a:off x="961" y="3592"/>
                    <a:ext cx="20" cy="23"/>
                  </a:xfrm>
                  <a:custGeom>
                    <a:avLst/>
                    <a:gdLst>
                      <a:gd name="T0" fmla="*/ 1 w 40"/>
                      <a:gd name="T1" fmla="*/ 0 h 69"/>
                      <a:gd name="T2" fmla="*/ 0 w 40"/>
                      <a:gd name="T3" fmla="*/ 0 h 69"/>
                      <a:gd name="T4" fmla="*/ 1 w 40"/>
                      <a:gd name="T5" fmla="*/ 0 h 69"/>
                      <a:gd name="T6" fmla="*/ 1 w 40"/>
                      <a:gd name="T7" fmla="*/ 0 h 69"/>
                      <a:gd name="T8" fmla="*/ 1 w 40"/>
                      <a:gd name="T9" fmla="*/ 0 h 69"/>
                      <a:gd name="T10" fmla="*/ 0 60000 65536"/>
                      <a:gd name="T11" fmla="*/ 0 60000 65536"/>
                      <a:gd name="T12" fmla="*/ 0 60000 65536"/>
                      <a:gd name="T13" fmla="*/ 0 60000 65536"/>
                      <a:gd name="T14" fmla="*/ 0 60000 65536"/>
                      <a:gd name="T15" fmla="*/ 0 w 40"/>
                      <a:gd name="T16" fmla="*/ 0 h 69"/>
                      <a:gd name="T17" fmla="*/ 40 w 40"/>
                      <a:gd name="T18" fmla="*/ 69 h 69"/>
                    </a:gdLst>
                    <a:ahLst/>
                    <a:cxnLst>
                      <a:cxn ang="T10">
                        <a:pos x="T0" y="T1"/>
                      </a:cxn>
                      <a:cxn ang="T11">
                        <a:pos x="T2" y="T3"/>
                      </a:cxn>
                      <a:cxn ang="T12">
                        <a:pos x="T4" y="T5"/>
                      </a:cxn>
                      <a:cxn ang="T13">
                        <a:pos x="T6" y="T7"/>
                      </a:cxn>
                      <a:cxn ang="T14">
                        <a:pos x="T8" y="T9"/>
                      </a:cxn>
                    </a:cxnLst>
                    <a:rect l="T15" t="T16" r="T17" b="T18"/>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83" name="Freeform 371"/>
                  <p:cNvSpPr>
                    <a:spLocks/>
                  </p:cNvSpPr>
                  <p:nvPr/>
                </p:nvSpPr>
                <p:spPr bwMode="auto">
                  <a:xfrm>
                    <a:off x="968" y="3593"/>
                    <a:ext cx="33" cy="11"/>
                  </a:xfrm>
                  <a:custGeom>
                    <a:avLst/>
                    <a:gdLst>
                      <a:gd name="T0" fmla="*/ 0 w 66"/>
                      <a:gd name="T1" fmla="*/ 0 h 35"/>
                      <a:gd name="T2" fmla="*/ 1 w 66"/>
                      <a:gd name="T3" fmla="*/ 0 h 35"/>
                      <a:gd name="T4" fmla="*/ 1 w 66"/>
                      <a:gd name="T5" fmla="*/ 0 h 35"/>
                      <a:gd name="T6" fmla="*/ 1 w 66"/>
                      <a:gd name="T7" fmla="*/ 0 h 35"/>
                      <a:gd name="T8" fmla="*/ 0 w 66"/>
                      <a:gd name="T9" fmla="*/ 0 h 35"/>
                      <a:gd name="T10" fmla="*/ 0 60000 65536"/>
                      <a:gd name="T11" fmla="*/ 0 60000 65536"/>
                      <a:gd name="T12" fmla="*/ 0 60000 65536"/>
                      <a:gd name="T13" fmla="*/ 0 60000 65536"/>
                      <a:gd name="T14" fmla="*/ 0 60000 65536"/>
                      <a:gd name="T15" fmla="*/ 0 w 66"/>
                      <a:gd name="T16" fmla="*/ 0 h 35"/>
                      <a:gd name="T17" fmla="*/ 66 w 66"/>
                      <a:gd name="T18" fmla="*/ 35 h 35"/>
                    </a:gdLst>
                    <a:ahLst/>
                    <a:cxnLst>
                      <a:cxn ang="T10">
                        <a:pos x="T0" y="T1"/>
                      </a:cxn>
                      <a:cxn ang="T11">
                        <a:pos x="T2" y="T3"/>
                      </a:cxn>
                      <a:cxn ang="T12">
                        <a:pos x="T4" y="T5"/>
                      </a:cxn>
                      <a:cxn ang="T13">
                        <a:pos x="T6" y="T7"/>
                      </a:cxn>
                      <a:cxn ang="T14">
                        <a:pos x="T8" y="T9"/>
                      </a:cxn>
                    </a:cxnLst>
                    <a:rect l="T15" t="T16" r="T17" b="T18"/>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84" name="Freeform 372"/>
                  <p:cNvSpPr>
                    <a:spLocks/>
                  </p:cNvSpPr>
                  <p:nvPr/>
                </p:nvSpPr>
                <p:spPr bwMode="auto">
                  <a:xfrm>
                    <a:off x="973" y="3605"/>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 name="T15" fmla="*/ 0 w 66"/>
                      <a:gd name="T16" fmla="*/ 0 h 30"/>
                      <a:gd name="T17" fmla="*/ 66 w 66"/>
                      <a:gd name="T18" fmla="*/ 30 h 30"/>
                    </a:gdLst>
                    <a:ahLst/>
                    <a:cxnLst>
                      <a:cxn ang="T10">
                        <a:pos x="T0" y="T1"/>
                      </a:cxn>
                      <a:cxn ang="T11">
                        <a:pos x="T2" y="T3"/>
                      </a:cxn>
                      <a:cxn ang="T12">
                        <a:pos x="T4" y="T5"/>
                      </a:cxn>
                      <a:cxn ang="T13">
                        <a:pos x="T6" y="T7"/>
                      </a:cxn>
                      <a:cxn ang="T14">
                        <a:pos x="T8" y="T9"/>
                      </a:cxn>
                    </a:cxnLst>
                    <a:rect l="T15" t="T16" r="T17" b="T18"/>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574" name="Group 373"/>
                <p:cNvGrpSpPr>
                  <a:grpSpLocks/>
                </p:cNvGrpSpPr>
                <p:nvPr/>
              </p:nvGrpSpPr>
              <p:grpSpPr bwMode="auto">
                <a:xfrm>
                  <a:off x="974" y="3606"/>
                  <a:ext cx="44" cy="23"/>
                  <a:chOff x="974" y="3606"/>
                  <a:chExt cx="44" cy="23"/>
                </a:xfrm>
              </p:grpSpPr>
              <p:sp>
                <p:nvSpPr>
                  <p:cNvPr id="12579" name="Freeform 374"/>
                  <p:cNvSpPr>
                    <a:spLocks/>
                  </p:cNvSpPr>
                  <p:nvPr/>
                </p:nvSpPr>
                <p:spPr bwMode="auto">
                  <a:xfrm>
                    <a:off x="974" y="3606"/>
                    <a:ext cx="19" cy="23"/>
                  </a:xfrm>
                  <a:custGeom>
                    <a:avLst/>
                    <a:gdLst>
                      <a:gd name="T0" fmla="*/ 0 w 40"/>
                      <a:gd name="T1" fmla="*/ 0 h 68"/>
                      <a:gd name="T2" fmla="*/ 0 w 40"/>
                      <a:gd name="T3" fmla="*/ 0 h 68"/>
                      <a:gd name="T4" fmla="*/ 0 w 40"/>
                      <a:gd name="T5" fmla="*/ 0 h 68"/>
                      <a:gd name="T6" fmla="*/ 0 w 40"/>
                      <a:gd name="T7" fmla="*/ 0 h 68"/>
                      <a:gd name="T8" fmla="*/ 0 w 40"/>
                      <a:gd name="T9" fmla="*/ 0 h 68"/>
                      <a:gd name="T10" fmla="*/ 0 60000 65536"/>
                      <a:gd name="T11" fmla="*/ 0 60000 65536"/>
                      <a:gd name="T12" fmla="*/ 0 60000 65536"/>
                      <a:gd name="T13" fmla="*/ 0 60000 65536"/>
                      <a:gd name="T14" fmla="*/ 0 60000 65536"/>
                      <a:gd name="T15" fmla="*/ 0 w 40"/>
                      <a:gd name="T16" fmla="*/ 0 h 68"/>
                      <a:gd name="T17" fmla="*/ 40 w 40"/>
                      <a:gd name="T18" fmla="*/ 68 h 68"/>
                    </a:gdLst>
                    <a:ahLst/>
                    <a:cxnLst>
                      <a:cxn ang="T10">
                        <a:pos x="T0" y="T1"/>
                      </a:cxn>
                      <a:cxn ang="T11">
                        <a:pos x="T2" y="T3"/>
                      </a:cxn>
                      <a:cxn ang="T12">
                        <a:pos x="T4" y="T5"/>
                      </a:cxn>
                      <a:cxn ang="T13">
                        <a:pos x="T6" y="T7"/>
                      </a:cxn>
                      <a:cxn ang="T14">
                        <a:pos x="T8" y="T9"/>
                      </a:cxn>
                    </a:cxnLst>
                    <a:rect l="T15" t="T16" r="T17" b="T18"/>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80" name="Freeform 375"/>
                  <p:cNvSpPr>
                    <a:spLocks/>
                  </p:cNvSpPr>
                  <p:nvPr/>
                </p:nvSpPr>
                <p:spPr bwMode="auto">
                  <a:xfrm>
                    <a:off x="980" y="3606"/>
                    <a:ext cx="32" cy="12"/>
                  </a:xfrm>
                  <a:custGeom>
                    <a:avLst/>
                    <a:gdLst>
                      <a:gd name="T0" fmla="*/ 0 w 65"/>
                      <a:gd name="T1" fmla="*/ 0 h 35"/>
                      <a:gd name="T2" fmla="*/ 0 w 65"/>
                      <a:gd name="T3" fmla="*/ 0 h 35"/>
                      <a:gd name="T4" fmla="*/ 0 w 65"/>
                      <a:gd name="T5" fmla="*/ 0 h 35"/>
                      <a:gd name="T6" fmla="*/ 0 w 65"/>
                      <a:gd name="T7" fmla="*/ 0 h 35"/>
                      <a:gd name="T8" fmla="*/ 0 w 65"/>
                      <a:gd name="T9" fmla="*/ 0 h 35"/>
                      <a:gd name="T10" fmla="*/ 0 60000 65536"/>
                      <a:gd name="T11" fmla="*/ 0 60000 65536"/>
                      <a:gd name="T12" fmla="*/ 0 60000 65536"/>
                      <a:gd name="T13" fmla="*/ 0 60000 65536"/>
                      <a:gd name="T14" fmla="*/ 0 60000 65536"/>
                      <a:gd name="T15" fmla="*/ 0 w 65"/>
                      <a:gd name="T16" fmla="*/ 0 h 35"/>
                      <a:gd name="T17" fmla="*/ 65 w 65"/>
                      <a:gd name="T18" fmla="*/ 35 h 35"/>
                    </a:gdLst>
                    <a:ahLst/>
                    <a:cxnLst>
                      <a:cxn ang="T10">
                        <a:pos x="T0" y="T1"/>
                      </a:cxn>
                      <a:cxn ang="T11">
                        <a:pos x="T2" y="T3"/>
                      </a:cxn>
                      <a:cxn ang="T12">
                        <a:pos x="T4" y="T5"/>
                      </a:cxn>
                      <a:cxn ang="T13">
                        <a:pos x="T6" y="T7"/>
                      </a:cxn>
                      <a:cxn ang="T14">
                        <a:pos x="T8" y="T9"/>
                      </a:cxn>
                    </a:cxnLst>
                    <a:rect l="T15" t="T16" r="T17" b="T18"/>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81" name="Freeform 376"/>
                  <p:cNvSpPr>
                    <a:spLocks/>
                  </p:cNvSpPr>
                  <p:nvPr/>
                </p:nvSpPr>
                <p:spPr bwMode="auto">
                  <a:xfrm>
                    <a:off x="986" y="3619"/>
                    <a:ext cx="32" cy="9"/>
                  </a:xfrm>
                  <a:custGeom>
                    <a:avLst/>
                    <a:gdLst>
                      <a:gd name="T0" fmla="*/ 0 w 65"/>
                      <a:gd name="T1" fmla="*/ 0 h 29"/>
                      <a:gd name="T2" fmla="*/ 0 w 65"/>
                      <a:gd name="T3" fmla="*/ 0 h 29"/>
                      <a:gd name="T4" fmla="*/ 0 w 65"/>
                      <a:gd name="T5" fmla="*/ 0 h 29"/>
                      <a:gd name="T6" fmla="*/ 0 w 65"/>
                      <a:gd name="T7" fmla="*/ 0 h 29"/>
                      <a:gd name="T8" fmla="*/ 0 w 65"/>
                      <a:gd name="T9" fmla="*/ 0 h 29"/>
                      <a:gd name="T10" fmla="*/ 0 60000 65536"/>
                      <a:gd name="T11" fmla="*/ 0 60000 65536"/>
                      <a:gd name="T12" fmla="*/ 0 60000 65536"/>
                      <a:gd name="T13" fmla="*/ 0 60000 65536"/>
                      <a:gd name="T14" fmla="*/ 0 60000 65536"/>
                      <a:gd name="T15" fmla="*/ 0 w 65"/>
                      <a:gd name="T16" fmla="*/ 0 h 29"/>
                      <a:gd name="T17" fmla="*/ 65 w 65"/>
                      <a:gd name="T18" fmla="*/ 29 h 29"/>
                    </a:gdLst>
                    <a:ahLst/>
                    <a:cxnLst>
                      <a:cxn ang="T10">
                        <a:pos x="T0" y="T1"/>
                      </a:cxn>
                      <a:cxn ang="T11">
                        <a:pos x="T2" y="T3"/>
                      </a:cxn>
                      <a:cxn ang="T12">
                        <a:pos x="T4" y="T5"/>
                      </a:cxn>
                      <a:cxn ang="T13">
                        <a:pos x="T6" y="T7"/>
                      </a:cxn>
                      <a:cxn ang="T14">
                        <a:pos x="T8" y="T9"/>
                      </a:cxn>
                    </a:cxnLst>
                    <a:rect l="T15" t="T16" r="T17" b="T18"/>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575" name="Group 377"/>
                <p:cNvGrpSpPr>
                  <a:grpSpLocks/>
                </p:cNvGrpSpPr>
                <p:nvPr/>
              </p:nvGrpSpPr>
              <p:grpSpPr bwMode="auto">
                <a:xfrm>
                  <a:off x="987" y="3619"/>
                  <a:ext cx="45" cy="23"/>
                  <a:chOff x="987" y="3619"/>
                  <a:chExt cx="45" cy="23"/>
                </a:xfrm>
              </p:grpSpPr>
              <p:sp>
                <p:nvSpPr>
                  <p:cNvPr id="12576" name="Freeform 378"/>
                  <p:cNvSpPr>
                    <a:spLocks/>
                  </p:cNvSpPr>
                  <p:nvPr/>
                </p:nvSpPr>
                <p:spPr bwMode="auto">
                  <a:xfrm>
                    <a:off x="987" y="3619"/>
                    <a:ext cx="20" cy="23"/>
                  </a:xfrm>
                  <a:custGeom>
                    <a:avLst/>
                    <a:gdLst>
                      <a:gd name="T0" fmla="*/ 1 w 39"/>
                      <a:gd name="T1" fmla="*/ 0 h 68"/>
                      <a:gd name="T2" fmla="*/ 0 w 39"/>
                      <a:gd name="T3" fmla="*/ 0 h 68"/>
                      <a:gd name="T4" fmla="*/ 1 w 39"/>
                      <a:gd name="T5" fmla="*/ 0 h 68"/>
                      <a:gd name="T6" fmla="*/ 1 w 39"/>
                      <a:gd name="T7" fmla="*/ 0 h 68"/>
                      <a:gd name="T8" fmla="*/ 1 w 39"/>
                      <a:gd name="T9" fmla="*/ 0 h 68"/>
                      <a:gd name="T10" fmla="*/ 0 60000 65536"/>
                      <a:gd name="T11" fmla="*/ 0 60000 65536"/>
                      <a:gd name="T12" fmla="*/ 0 60000 65536"/>
                      <a:gd name="T13" fmla="*/ 0 60000 65536"/>
                      <a:gd name="T14" fmla="*/ 0 60000 65536"/>
                      <a:gd name="T15" fmla="*/ 0 w 39"/>
                      <a:gd name="T16" fmla="*/ 0 h 68"/>
                      <a:gd name="T17" fmla="*/ 39 w 39"/>
                      <a:gd name="T18" fmla="*/ 68 h 68"/>
                    </a:gdLst>
                    <a:ahLst/>
                    <a:cxnLst>
                      <a:cxn ang="T10">
                        <a:pos x="T0" y="T1"/>
                      </a:cxn>
                      <a:cxn ang="T11">
                        <a:pos x="T2" y="T3"/>
                      </a:cxn>
                      <a:cxn ang="T12">
                        <a:pos x="T4" y="T5"/>
                      </a:cxn>
                      <a:cxn ang="T13">
                        <a:pos x="T6" y="T7"/>
                      </a:cxn>
                      <a:cxn ang="T14">
                        <a:pos x="T8" y="T9"/>
                      </a:cxn>
                    </a:cxnLst>
                    <a:rect l="T15" t="T16" r="T17" b="T18"/>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77" name="Freeform 379"/>
                  <p:cNvSpPr>
                    <a:spLocks/>
                  </p:cNvSpPr>
                  <p:nvPr/>
                </p:nvSpPr>
                <p:spPr bwMode="auto">
                  <a:xfrm>
                    <a:off x="994" y="3620"/>
                    <a:ext cx="32" cy="11"/>
                  </a:xfrm>
                  <a:custGeom>
                    <a:avLst/>
                    <a:gdLst>
                      <a:gd name="T0" fmla="*/ 0 w 64"/>
                      <a:gd name="T1" fmla="*/ 0 h 33"/>
                      <a:gd name="T2" fmla="*/ 1 w 64"/>
                      <a:gd name="T3" fmla="*/ 0 h 33"/>
                      <a:gd name="T4" fmla="*/ 1 w 64"/>
                      <a:gd name="T5" fmla="*/ 0 h 33"/>
                      <a:gd name="T6" fmla="*/ 1 w 64"/>
                      <a:gd name="T7" fmla="*/ 0 h 33"/>
                      <a:gd name="T8" fmla="*/ 0 w 64"/>
                      <a:gd name="T9" fmla="*/ 0 h 33"/>
                      <a:gd name="T10" fmla="*/ 0 60000 65536"/>
                      <a:gd name="T11" fmla="*/ 0 60000 65536"/>
                      <a:gd name="T12" fmla="*/ 0 60000 65536"/>
                      <a:gd name="T13" fmla="*/ 0 60000 65536"/>
                      <a:gd name="T14" fmla="*/ 0 60000 65536"/>
                      <a:gd name="T15" fmla="*/ 0 w 64"/>
                      <a:gd name="T16" fmla="*/ 0 h 33"/>
                      <a:gd name="T17" fmla="*/ 64 w 64"/>
                      <a:gd name="T18" fmla="*/ 33 h 33"/>
                    </a:gdLst>
                    <a:ahLst/>
                    <a:cxnLst>
                      <a:cxn ang="T10">
                        <a:pos x="T0" y="T1"/>
                      </a:cxn>
                      <a:cxn ang="T11">
                        <a:pos x="T2" y="T3"/>
                      </a:cxn>
                      <a:cxn ang="T12">
                        <a:pos x="T4" y="T5"/>
                      </a:cxn>
                      <a:cxn ang="T13">
                        <a:pos x="T6" y="T7"/>
                      </a:cxn>
                      <a:cxn ang="T14">
                        <a:pos x="T8" y="T9"/>
                      </a:cxn>
                    </a:cxnLst>
                    <a:rect l="T15" t="T16" r="T17" b="T18"/>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78" name="Freeform 380"/>
                  <p:cNvSpPr>
                    <a:spLocks/>
                  </p:cNvSpPr>
                  <p:nvPr/>
                </p:nvSpPr>
                <p:spPr bwMode="auto">
                  <a:xfrm>
                    <a:off x="999" y="3632"/>
                    <a:ext cx="33" cy="9"/>
                  </a:xfrm>
                  <a:custGeom>
                    <a:avLst/>
                    <a:gdLst>
                      <a:gd name="T0" fmla="*/ 0 w 65"/>
                      <a:gd name="T1" fmla="*/ 0 h 29"/>
                      <a:gd name="T2" fmla="*/ 1 w 65"/>
                      <a:gd name="T3" fmla="*/ 0 h 29"/>
                      <a:gd name="T4" fmla="*/ 1 w 65"/>
                      <a:gd name="T5" fmla="*/ 0 h 29"/>
                      <a:gd name="T6" fmla="*/ 1 w 65"/>
                      <a:gd name="T7" fmla="*/ 0 h 29"/>
                      <a:gd name="T8" fmla="*/ 0 w 65"/>
                      <a:gd name="T9" fmla="*/ 0 h 29"/>
                      <a:gd name="T10" fmla="*/ 0 60000 65536"/>
                      <a:gd name="T11" fmla="*/ 0 60000 65536"/>
                      <a:gd name="T12" fmla="*/ 0 60000 65536"/>
                      <a:gd name="T13" fmla="*/ 0 60000 65536"/>
                      <a:gd name="T14" fmla="*/ 0 60000 65536"/>
                      <a:gd name="T15" fmla="*/ 0 w 65"/>
                      <a:gd name="T16" fmla="*/ 0 h 29"/>
                      <a:gd name="T17" fmla="*/ 65 w 65"/>
                      <a:gd name="T18" fmla="*/ 29 h 29"/>
                    </a:gdLst>
                    <a:ahLst/>
                    <a:cxnLst>
                      <a:cxn ang="T10">
                        <a:pos x="T0" y="T1"/>
                      </a:cxn>
                      <a:cxn ang="T11">
                        <a:pos x="T2" y="T3"/>
                      </a:cxn>
                      <a:cxn ang="T12">
                        <a:pos x="T4" y="T5"/>
                      </a:cxn>
                      <a:cxn ang="T13">
                        <a:pos x="T6" y="T7"/>
                      </a:cxn>
                      <a:cxn ang="T14">
                        <a:pos x="T8" y="T9"/>
                      </a:cxn>
                    </a:cxnLst>
                    <a:rect l="T15" t="T16" r="T17" b="T18"/>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grpSp>
            <p:nvGrpSpPr>
              <p:cNvPr id="12473" name="Group 381"/>
              <p:cNvGrpSpPr>
                <a:grpSpLocks/>
              </p:cNvGrpSpPr>
              <p:nvPr/>
            </p:nvGrpSpPr>
            <p:grpSpPr bwMode="auto">
              <a:xfrm>
                <a:off x="1002" y="3632"/>
                <a:ext cx="83" cy="63"/>
                <a:chOff x="1002" y="3632"/>
                <a:chExt cx="83" cy="63"/>
              </a:xfrm>
            </p:grpSpPr>
            <p:grpSp>
              <p:nvGrpSpPr>
                <p:cNvPr id="12556" name="Group 382"/>
                <p:cNvGrpSpPr>
                  <a:grpSpLocks/>
                </p:cNvGrpSpPr>
                <p:nvPr/>
              </p:nvGrpSpPr>
              <p:grpSpPr bwMode="auto">
                <a:xfrm>
                  <a:off x="1002" y="3632"/>
                  <a:ext cx="44" cy="22"/>
                  <a:chOff x="1002" y="3632"/>
                  <a:chExt cx="44" cy="22"/>
                </a:xfrm>
              </p:grpSpPr>
              <p:sp>
                <p:nvSpPr>
                  <p:cNvPr id="12569" name="Freeform 383"/>
                  <p:cNvSpPr>
                    <a:spLocks/>
                  </p:cNvSpPr>
                  <p:nvPr/>
                </p:nvSpPr>
                <p:spPr bwMode="auto">
                  <a:xfrm>
                    <a:off x="1002" y="3632"/>
                    <a:ext cx="19" cy="22"/>
                  </a:xfrm>
                  <a:custGeom>
                    <a:avLst/>
                    <a:gdLst>
                      <a:gd name="T0" fmla="*/ 1 w 38"/>
                      <a:gd name="T1" fmla="*/ 0 h 68"/>
                      <a:gd name="T2" fmla="*/ 0 w 38"/>
                      <a:gd name="T3" fmla="*/ 0 h 68"/>
                      <a:gd name="T4" fmla="*/ 1 w 38"/>
                      <a:gd name="T5" fmla="*/ 0 h 68"/>
                      <a:gd name="T6" fmla="*/ 1 w 38"/>
                      <a:gd name="T7" fmla="*/ 0 h 68"/>
                      <a:gd name="T8" fmla="*/ 1 w 38"/>
                      <a:gd name="T9" fmla="*/ 0 h 68"/>
                      <a:gd name="T10" fmla="*/ 0 60000 65536"/>
                      <a:gd name="T11" fmla="*/ 0 60000 65536"/>
                      <a:gd name="T12" fmla="*/ 0 60000 65536"/>
                      <a:gd name="T13" fmla="*/ 0 60000 65536"/>
                      <a:gd name="T14" fmla="*/ 0 60000 65536"/>
                      <a:gd name="T15" fmla="*/ 0 w 38"/>
                      <a:gd name="T16" fmla="*/ 0 h 68"/>
                      <a:gd name="T17" fmla="*/ 38 w 38"/>
                      <a:gd name="T18" fmla="*/ 68 h 68"/>
                    </a:gdLst>
                    <a:ahLst/>
                    <a:cxnLst>
                      <a:cxn ang="T10">
                        <a:pos x="T0" y="T1"/>
                      </a:cxn>
                      <a:cxn ang="T11">
                        <a:pos x="T2" y="T3"/>
                      </a:cxn>
                      <a:cxn ang="T12">
                        <a:pos x="T4" y="T5"/>
                      </a:cxn>
                      <a:cxn ang="T13">
                        <a:pos x="T6" y="T7"/>
                      </a:cxn>
                      <a:cxn ang="T14">
                        <a:pos x="T8" y="T9"/>
                      </a:cxn>
                    </a:cxnLst>
                    <a:rect l="T15" t="T16" r="T17" b="T18"/>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70" name="Freeform 384"/>
                  <p:cNvSpPr>
                    <a:spLocks/>
                  </p:cNvSpPr>
                  <p:nvPr/>
                </p:nvSpPr>
                <p:spPr bwMode="auto">
                  <a:xfrm>
                    <a:off x="1008" y="3632"/>
                    <a:ext cx="33" cy="12"/>
                  </a:xfrm>
                  <a:custGeom>
                    <a:avLst/>
                    <a:gdLst>
                      <a:gd name="T0" fmla="*/ 0 w 65"/>
                      <a:gd name="T1" fmla="*/ 0 h 35"/>
                      <a:gd name="T2" fmla="*/ 1 w 65"/>
                      <a:gd name="T3" fmla="*/ 0 h 35"/>
                      <a:gd name="T4" fmla="*/ 1 w 65"/>
                      <a:gd name="T5" fmla="*/ 0 h 35"/>
                      <a:gd name="T6" fmla="*/ 1 w 65"/>
                      <a:gd name="T7" fmla="*/ 0 h 35"/>
                      <a:gd name="T8" fmla="*/ 0 w 65"/>
                      <a:gd name="T9" fmla="*/ 0 h 35"/>
                      <a:gd name="T10" fmla="*/ 0 60000 65536"/>
                      <a:gd name="T11" fmla="*/ 0 60000 65536"/>
                      <a:gd name="T12" fmla="*/ 0 60000 65536"/>
                      <a:gd name="T13" fmla="*/ 0 60000 65536"/>
                      <a:gd name="T14" fmla="*/ 0 60000 65536"/>
                      <a:gd name="T15" fmla="*/ 0 w 65"/>
                      <a:gd name="T16" fmla="*/ 0 h 35"/>
                      <a:gd name="T17" fmla="*/ 65 w 65"/>
                      <a:gd name="T18" fmla="*/ 35 h 35"/>
                    </a:gdLst>
                    <a:ahLst/>
                    <a:cxnLst>
                      <a:cxn ang="T10">
                        <a:pos x="T0" y="T1"/>
                      </a:cxn>
                      <a:cxn ang="T11">
                        <a:pos x="T2" y="T3"/>
                      </a:cxn>
                      <a:cxn ang="T12">
                        <a:pos x="T4" y="T5"/>
                      </a:cxn>
                      <a:cxn ang="T13">
                        <a:pos x="T6" y="T7"/>
                      </a:cxn>
                      <a:cxn ang="T14">
                        <a:pos x="T8" y="T9"/>
                      </a:cxn>
                    </a:cxnLst>
                    <a:rect l="T15" t="T16" r="T17" b="T18"/>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71" name="Freeform 385"/>
                  <p:cNvSpPr>
                    <a:spLocks/>
                  </p:cNvSpPr>
                  <p:nvPr/>
                </p:nvSpPr>
                <p:spPr bwMode="auto">
                  <a:xfrm>
                    <a:off x="1013" y="3644"/>
                    <a:ext cx="33" cy="10"/>
                  </a:xfrm>
                  <a:custGeom>
                    <a:avLst/>
                    <a:gdLst>
                      <a:gd name="T0" fmla="*/ 0 w 66"/>
                      <a:gd name="T1" fmla="*/ 0 h 28"/>
                      <a:gd name="T2" fmla="*/ 1 w 66"/>
                      <a:gd name="T3" fmla="*/ 0 h 28"/>
                      <a:gd name="T4" fmla="*/ 1 w 66"/>
                      <a:gd name="T5" fmla="*/ 0 h 28"/>
                      <a:gd name="T6" fmla="*/ 1 w 66"/>
                      <a:gd name="T7" fmla="*/ 0 h 28"/>
                      <a:gd name="T8" fmla="*/ 0 w 66"/>
                      <a:gd name="T9" fmla="*/ 0 h 28"/>
                      <a:gd name="T10" fmla="*/ 0 60000 65536"/>
                      <a:gd name="T11" fmla="*/ 0 60000 65536"/>
                      <a:gd name="T12" fmla="*/ 0 60000 65536"/>
                      <a:gd name="T13" fmla="*/ 0 60000 65536"/>
                      <a:gd name="T14" fmla="*/ 0 60000 65536"/>
                      <a:gd name="T15" fmla="*/ 0 w 66"/>
                      <a:gd name="T16" fmla="*/ 0 h 28"/>
                      <a:gd name="T17" fmla="*/ 66 w 66"/>
                      <a:gd name="T18" fmla="*/ 28 h 28"/>
                    </a:gdLst>
                    <a:ahLst/>
                    <a:cxnLst>
                      <a:cxn ang="T10">
                        <a:pos x="T0" y="T1"/>
                      </a:cxn>
                      <a:cxn ang="T11">
                        <a:pos x="T2" y="T3"/>
                      </a:cxn>
                      <a:cxn ang="T12">
                        <a:pos x="T4" y="T5"/>
                      </a:cxn>
                      <a:cxn ang="T13">
                        <a:pos x="T6" y="T7"/>
                      </a:cxn>
                      <a:cxn ang="T14">
                        <a:pos x="T8" y="T9"/>
                      </a:cxn>
                    </a:cxnLst>
                    <a:rect l="T15" t="T16" r="T17" b="T18"/>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557" name="Group 386"/>
                <p:cNvGrpSpPr>
                  <a:grpSpLocks/>
                </p:cNvGrpSpPr>
                <p:nvPr/>
              </p:nvGrpSpPr>
              <p:grpSpPr bwMode="auto">
                <a:xfrm>
                  <a:off x="1014" y="3645"/>
                  <a:ext cx="44" cy="23"/>
                  <a:chOff x="1014" y="3645"/>
                  <a:chExt cx="44" cy="23"/>
                </a:xfrm>
              </p:grpSpPr>
              <p:sp>
                <p:nvSpPr>
                  <p:cNvPr id="12566" name="Freeform 387"/>
                  <p:cNvSpPr>
                    <a:spLocks/>
                  </p:cNvSpPr>
                  <p:nvPr/>
                </p:nvSpPr>
                <p:spPr bwMode="auto">
                  <a:xfrm>
                    <a:off x="1014" y="3645"/>
                    <a:ext cx="19" cy="23"/>
                  </a:xfrm>
                  <a:custGeom>
                    <a:avLst/>
                    <a:gdLst>
                      <a:gd name="T0" fmla="*/ 0 w 40"/>
                      <a:gd name="T1" fmla="*/ 0 h 68"/>
                      <a:gd name="T2" fmla="*/ 0 w 40"/>
                      <a:gd name="T3" fmla="*/ 0 h 68"/>
                      <a:gd name="T4" fmla="*/ 0 w 40"/>
                      <a:gd name="T5" fmla="*/ 0 h 68"/>
                      <a:gd name="T6" fmla="*/ 0 w 40"/>
                      <a:gd name="T7" fmla="*/ 0 h 68"/>
                      <a:gd name="T8" fmla="*/ 0 w 40"/>
                      <a:gd name="T9" fmla="*/ 0 h 68"/>
                      <a:gd name="T10" fmla="*/ 0 60000 65536"/>
                      <a:gd name="T11" fmla="*/ 0 60000 65536"/>
                      <a:gd name="T12" fmla="*/ 0 60000 65536"/>
                      <a:gd name="T13" fmla="*/ 0 60000 65536"/>
                      <a:gd name="T14" fmla="*/ 0 60000 65536"/>
                      <a:gd name="T15" fmla="*/ 0 w 40"/>
                      <a:gd name="T16" fmla="*/ 0 h 68"/>
                      <a:gd name="T17" fmla="*/ 40 w 40"/>
                      <a:gd name="T18" fmla="*/ 68 h 68"/>
                    </a:gdLst>
                    <a:ahLst/>
                    <a:cxnLst>
                      <a:cxn ang="T10">
                        <a:pos x="T0" y="T1"/>
                      </a:cxn>
                      <a:cxn ang="T11">
                        <a:pos x="T2" y="T3"/>
                      </a:cxn>
                      <a:cxn ang="T12">
                        <a:pos x="T4" y="T5"/>
                      </a:cxn>
                      <a:cxn ang="T13">
                        <a:pos x="T6" y="T7"/>
                      </a:cxn>
                      <a:cxn ang="T14">
                        <a:pos x="T8" y="T9"/>
                      </a:cxn>
                    </a:cxnLst>
                    <a:rect l="T15" t="T16" r="T17" b="T18"/>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67" name="Freeform 388"/>
                  <p:cNvSpPr>
                    <a:spLocks/>
                  </p:cNvSpPr>
                  <p:nvPr/>
                </p:nvSpPr>
                <p:spPr bwMode="auto">
                  <a:xfrm>
                    <a:off x="1021" y="3646"/>
                    <a:ext cx="32" cy="11"/>
                  </a:xfrm>
                  <a:custGeom>
                    <a:avLst/>
                    <a:gdLst>
                      <a:gd name="T0" fmla="*/ 0 w 63"/>
                      <a:gd name="T1" fmla="*/ 0 h 33"/>
                      <a:gd name="T2" fmla="*/ 1 w 63"/>
                      <a:gd name="T3" fmla="*/ 0 h 33"/>
                      <a:gd name="T4" fmla="*/ 1 w 63"/>
                      <a:gd name="T5" fmla="*/ 0 h 33"/>
                      <a:gd name="T6" fmla="*/ 1 w 63"/>
                      <a:gd name="T7" fmla="*/ 0 h 33"/>
                      <a:gd name="T8" fmla="*/ 0 w 63"/>
                      <a:gd name="T9" fmla="*/ 0 h 33"/>
                      <a:gd name="T10" fmla="*/ 0 60000 65536"/>
                      <a:gd name="T11" fmla="*/ 0 60000 65536"/>
                      <a:gd name="T12" fmla="*/ 0 60000 65536"/>
                      <a:gd name="T13" fmla="*/ 0 60000 65536"/>
                      <a:gd name="T14" fmla="*/ 0 60000 65536"/>
                      <a:gd name="T15" fmla="*/ 0 w 63"/>
                      <a:gd name="T16" fmla="*/ 0 h 33"/>
                      <a:gd name="T17" fmla="*/ 63 w 63"/>
                      <a:gd name="T18" fmla="*/ 33 h 33"/>
                    </a:gdLst>
                    <a:ahLst/>
                    <a:cxnLst>
                      <a:cxn ang="T10">
                        <a:pos x="T0" y="T1"/>
                      </a:cxn>
                      <a:cxn ang="T11">
                        <a:pos x="T2" y="T3"/>
                      </a:cxn>
                      <a:cxn ang="T12">
                        <a:pos x="T4" y="T5"/>
                      </a:cxn>
                      <a:cxn ang="T13">
                        <a:pos x="T6" y="T7"/>
                      </a:cxn>
                      <a:cxn ang="T14">
                        <a:pos x="T8" y="T9"/>
                      </a:cxn>
                    </a:cxnLst>
                    <a:rect l="T15" t="T16" r="T17" b="T18"/>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68" name="Freeform 389"/>
                  <p:cNvSpPr>
                    <a:spLocks/>
                  </p:cNvSpPr>
                  <p:nvPr/>
                </p:nvSpPr>
                <p:spPr bwMode="auto">
                  <a:xfrm>
                    <a:off x="1026" y="3658"/>
                    <a:ext cx="32" cy="10"/>
                  </a:xfrm>
                  <a:custGeom>
                    <a:avLst/>
                    <a:gdLst>
                      <a:gd name="T0" fmla="*/ 0 w 65"/>
                      <a:gd name="T1" fmla="*/ 0 h 30"/>
                      <a:gd name="T2" fmla="*/ 0 w 65"/>
                      <a:gd name="T3" fmla="*/ 0 h 30"/>
                      <a:gd name="T4" fmla="*/ 0 w 65"/>
                      <a:gd name="T5" fmla="*/ 0 h 30"/>
                      <a:gd name="T6" fmla="*/ 0 w 65"/>
                      <a:gd name="T7" fmla="*/ 0 h 30"/>
                      <a:gd name="T8" fmla="*/ 0 w 65"/>
                      <a:gd name="T9" fmla="*/ 0 h 30"/>
                      <a:gd name="T10" fmla="*/ 0 60000 65536"/>
                      <a:gd name="T11" fmla="*/ 0 60000 65536"/>
                      <a:gd name="T12" fmla="*/ 0 60000 65536"/>
                      <a:gd name="T13" fmla="*/ 0 60000 65536"/>
                      <a:gd name="T14" fmla="*/ 0 60000 65536"/>
                      <a:gd name="T15" fmla="*/ 0 w 65"/>
                      <a:gd name="T16" fmla="*/ 0 h 30"/>
                      <a:gd name="T17" fmla="*/ 65 w 65"/>
                      <a:gd name="T18" fmla="*/ 30 h 30"/>
                    </a:gdLst>
                    <a:ahLst/>
                    <a:cxnLst>
                      <a:cxn ang="T10">
                        <a:pos x="T0" y="T1"/>
                      </a:cxn>
                      <a:cxn ang="T11">
                        <a:pos x="T2" y="T3"/>
                      </a:cxn>
                      <a:cxn ang="T12">
                        <a:pos x="T4" y="T5"/>
                      </a:cxn>
                      <a:cxn ang="T13">
                        <a:pos x="T6" y="T7"/>
                      </a:cxn>
                      <a:cxn ang="T14">
                        <a:pos x="T8" y="T9"/>
                      </a:cxn>
                    </a:cxnLst>
                    <a:rect l="T15" t="T16" r="T17" b="T18"/>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558" name="Group 390"/>
                <p:cNvGrpSpPr>
                  <a:grpSpLocks/>
                </p:cNvGrpSpPr>
                <p:nvPr/>
              </p:nvGrpSpPr>
              <p:grpSpPr bwMode="auto">
                <a:xfrm>
                  <a:off x="1027" y="3659"/>
                  <a:ext cx="45" cy="23"/>
                  <a:chOff x="1027" y="3659"/>
                  <a:chExt cx="45" cy="23"/>
                </a:xfrm>
              </p:grpSpPr>
              <p:sp>
                <p:nvSpPr>
                  <p:cNvPr id="12563" name="Freeform 391"/>
                  <p:cNvSpPr>
                    <a:spLocks/>
                  </p:cNvSpPr>
                  <p:nvPr/>
                </p:nvSpPr>
                <p:spPr bwMode="auto">
                  <a:xfrm>
                    <a:off x="1027" y="3659"/>
                    <a:ext cx="20" cy="23"/>
                  </a:xfrm>
                  <a:custGeom>
                    <a:avLst/>
                    <a:gdLst>
                      <a:gd name="T0" fmla="*/ 1 w 39"/>
                      <a:gd name="T1" fmla="*/ 0 h 70"/>
                      <a:gd name="T2" fmla="*/ 0 w 39"/>
                      <a:gd name="T3" fmla="*/ 0 h 70"/>
                      <a:gd name="T4" fmla="*/ 1 w 39"/>
                      <a:gd name="T5" fmla="*/ 0 h 70"/>
                      <a:gd name="T6" fmla="*/ 1 w 39"/>
                      <a:gd name="T7" fmla="*/ 0 h 70"/>
                      <a:gd name="T8" fmla="*/ 1 w 39"/>
                      <a:gd name="T9" fmla="*/ 0 h 70"/>
                      <a:gd name="T10" fmla="*/ 0 60000 65536"/>
                      <a:gd name="T11" fmla="*/ 0 60000 65536"/>
                      <a:gd name="T12" fmla="*/ 0 60000 65536"/>
                      <a:gd name="T13" fmla="*/ 0 60000 65536"/>
                      <a:gd name="T14" fmla="*/ 0 60000 65536"/>
                      <a:gd name="T15" fmla="*/ 0 w 39"/>
                      <a:gd name="T16" fmla="*/ 0 h 70"/>
                      <a:gd name="T17" fmla="*/ 39 w 39"/>
                      <a:gd name="T18" fmla="*/ 70 h 70"/>
                    </a:gdLst>
                    <a:ahLst/>
                    <a:cxnLst>
                      <a:cxn ang="T10">
                        <a:pos x="T0" y="T1"/>
                      </a:cxn>
                      <a:cxn ang="T11">
                        <a:pos x="T2" y="T3"/>
                      </a:cxn>
                      <a:cxn ang="T12">
                        <a:pos x="T4" y="T5"/>
                      </a:cxn>
                      <a:cxn ang="T13">
                        <a:pos x="T6" y="T7"/>
                      </a:cxn>
                      <a:cxn ang="T14">
                        <a:pos x="T8" y="T9"/>
                      </a:cxn>
                    </a:cxnLst>
                    <a:rect l="T15" t="T16" r="T17" b="T18"/>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64" name="Freeform 392"/>
                  <p:cNvSpPr>
                    <a:spLocks/>
                  </p:cNvSpPr>
                  <p:nvPr/>
                </p:nvSpPr>
                <p:spPr bwMode="auto">
                  <a:xfrm>
                    <a:off x="1033" y="3659"/>
                    <a:ext cx="33"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 name="T15" fmla="*/ 0 w 64"/>
                      <a:gd name="T16" fmla="*/ 0 h 34"/>
                      <a:gd name="T17" fmla="*/ 64 w 64"/>
                      <a:gd name="T18" fmla="*/ 34 h 34"/>
                    </a:gdLst>
                    <a:ahLst/>
                    <a:cxnLst>
                      <a:cxn ang="T10">
                        <a:pos x="T0" y="T1"/>
                      </a:cxn>
                      <a:cxn ang="T11">
                        <a:pos x="T2" y="T3"/>
                      </a:cxn>
                      <a:cxn ang="T12">
                        <a:pos x="T4" y="T5"/>
                      </a:cxn>
                      <a:cxn ang="T13">
                        <a:pos x="T6" y="T7"/>
                      </a:cxn>
                      <a:cxn ang="T14">
                        <a:pos x="T8" y="T9"/>
                      </a:cxn>
                    </a:cxnLst>
                    <a:rect l="T15" t="T16" r="T17" b="T18"/>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65" name="Freeform 393"/>
                  <p:cNvSpPr>
                    <a:spLocks/>
                  </p:cNvSpPr>
                  <p:nvPr/>
                </p:nvSpPr>
                <p:spPr bwMode="auto">
                  <a:xfrm>
                    <a:off x="1039" y="3671"/>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 name="T15" fmla="*/ 0 w 66"/>
                      <a:gd name="T16" fmla="*/ 0 h 30"/>
                      <a:gd name="T17" fmla="*/ 66 w 66"/>
                      <a:gd name="T18" fmla="*/ 30 h 30"/>
                    </a:gdLst>
                    <a:ahLst/>
                    <a:cxnLst>
                      <a:cxn ang="T10">
                        <a:pos x="T0" y="T1"/>
                      </a:cxn>
                      <a:cxn ang="T11">
                        <a:pos x="T2" y="T3"/>
                      </a:cxn>
                      <a:cxn ang="T12">
                        <a:pos x="T4" y="T5"/>
                      </a:cxn>
                      <a:cxn ang="T13">
                        <a:pos x="T6" y="T7"/>
                      </a:cxn>
                      <a:cxn ang="T14">
                        <a:pos x="T8" y="T9"/>
                      </a:cxn>
                    </a:cxnLst>
                    <a:rect l="T15" t="T16" r="T17" b="T18"/>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559" name="Group 394"/>
                <p:cNvGrpSpPr>
                  <a:grpSpLocks/>
                </p:cNvGrpSpPr>
                <p:nvPr/>
              </p:nvGrpSpPr>
              <p:grpSpPr bwMode="auto">
                <a:xfrm>
                  <a:off x="1040" y="3672"/>
                  <a:ext cx="45" cy="23"/>
                  <a:chOff x="1040" y="3672"/>
                  <a:chExt cx="45" cy="23"/>
                </a:xfrm>
              </p:grpSpPr>
              <p:sp>
                <p:nvSpPr>
                  <p:cNvPr id="12560" name="Freeform 395"/>
                  <p:cNvSpPr>
                    <a:spLocks/>
                  </p:cNvSpPr>
                  <p:nvPr/>
                </p:nvSpPr>
                <p:spPr bwMode="auto">
                  <a:xfrm>
                    <a:off x="1040" y="3672"/>
                    <a:ext cx="20" cy="23"/>
                  </a:xfrm>
                  <a:custGeom>
                    <a:avLst/>
                    <a:gdLst>
                      <a:gd name="T0" fmla="*/ 0 w 41"/>
                      <a:gd name="T1" fmla="*/ 0 h 70"/>
                      <a:gd name="T2" fmla="*/ 0 w 41"/>
                      <a:gd name="T3" fmla="*/ 0 h 70"/>
                      <a:gd name="T4" fmla="*/ 0 w 41"/>
                      <a:gd name="T5" fmla="*/ 0 h 70"/>
                      <a:gd name="T6" fmla="*/ 0 w 41"/>
                      <a:gd name="T7" fmla="*/ 0 h 70"/>
                      <a:gd name="T8" fmla="*/ 0 w 41"/>
                      <a:gd name="T9" fmla="*/ 0 h 70"/>
                      <a:gd name="T10" fmla="*/ 0 60000 65536"/>
                      <a:gd name="T11" fmla="*/ 0 60000 65536"/>
                      <a:gd name="T12" fmla="*/ 0 60000 65536"/>
                      <a:gd name="T13" fmla="*/ 0 60000 65536"/>
                      <a:gd name="T14" fmla="*/ 0 60000 65536"/>
                      <a:gd name="T15" fmla="*/ 0 w 41"/>
                      <a:gd name="T16" fmla="*/ 0 h 70"/>
                      <a:gd name="T17" fmla="*/ 41 w 41"/>
                      <a:gd name="T18" fmla="*/ 70 h 70"/>
                    </a:gdLst>
                    <a:ahLst/>
                    <a:cxnLst>
                      <a:cxn ang="T10">
                        <a:pos x="T0" y="T1"/>
                      </a:cxn>
                      <a:cxn ang="T11">
                        <a:pos x="T2" y="T3"/>
                      </a:cxn>
                      <a:cxn ang="T12">
                        <a:pos x="T4" y="T5"/>
                      </a:cxn>
                      <a:cxn ang="T13">
                        <a:pos x="T6" y="T7"/>
                      </a:cxn>
                      <a:cxn ang="T14">
                        <a:pos x="T8" y="T9"/>
                      </a:cxn>
                    </a:cxnLst>
                    <a:rect l="T15" t="T16" r="T17" b="T18"/>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61" name="Freeform 396"/>
                  <p:cNvSpPr>
                    <a:spLocks/>
                  </p:cNvSpPr>
                  <p:nvPr/>
                </p:nvSpPr>
                <p:spPr bwMode="auto">
                  <a:xfrm>
                    <a:off x="1047" y="3672"/>
                    <a:ext cx="32" cy="12"/>
                  </a:xfrm>
                  <a:custGeom>
                    <a:avLst/>
                    <a:gdLst>
                      <a:gd name="T0" fmla="*/ 0 w 65"/>
                      <a:gd name="T1" fmla="*/ 0 h 34"/>
                      <a:gd name="T2" fmla="*/ 0 w 65"/>
                      <a:gd name="T3" fmla="*/ 0 h 34"/>
                      <a:gd name="T4" fmla="*/ 0 w 65"/>
                      <a:gd name="T5" fmla="*/ 0 h 34"/>
                      <a:gd name="T6" fmla="*/ 0 w 65"/>
                      <a:gd name="T7" fmla="*/ 0 h 34"/>
                      <a:gd name="T8" fmla="*/ 0 w 65"/>
                      <a:gd name="T9" fmla="*/ 0 h 34"/>
                      <a:gd name="T10" fmla="*/ 0 60000 65536"/>
                      <a:gd name="T11" fmla="*/ 0 60000 65536"/>
                      <a:gd name="T12" fmla="*/ 0 60000 65536"/>
                      <a:gd name="T13" fmla="*/ 0 60000 65536"/>
                      <a:gd name="T14" fmla="*/ 0 60000 65536"/>
                      <a:gd name="T15" fmla="*/ 0 w 65"/>
                      <a:gd name="T16" fmla="*/ 0 h 34"/>
                      <a:gd name="T17" fmla="*/ 65 w 65"/>
                      <a:gd name="T18" fmla="*/ 34 h 34"/>
                    </a:gdLst>
                    <a:ahLst/>
                    <a:cxnLst>
                      <a:cxn ang="T10">
                        <a:pos x="T0" y="T1"/>
                      </a:cxn>
                      <a:cxn ang="T11">
                        <a:pos x="T2" y="T3"/>
                      </a:cxn>
                      <a:cxn ang="T12">
                        <a:pos x="T4" y="T5"/>
                      </a:cxn>
                      <a:cxn ang="T13">
                        <a:pos x="T6" y="T7"/>
                      </a:cxn>
                      <a:cxn ang="T14">
                        <a:pos x="T8" y="T9"/>
                      </a:cxn>
                    </a:cxnLst>
                    <a:rect l="T15" t="T16" r="T17" b="T18"/>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62" name="Freeform 397"/>
                  <p:cNvSpPr>
                    <a:spLocks/>
                  </p:cNvSpPr>
                  <p:nvPr/>
                </p:nvSpPr>
                <p:spPr bwMode="auto">
                  <a:xfrm>
                    <a:off x="1053" y="3685"/>
                    <a:ext cx="32" cy="9"/>
                  </a:xfrm>
                  <a:custGeom>
                    <a:avLst/>
                    <a:gdLst>
                      <a:gd name="T0" fmla="*/ 0 w 66"/>
                      <a:gd name="T1" fmla="*/ 0 h 28"/>
                      <a:gd name="T2" fmla="*/ 0 w 66"/>
                      <a:gd name="T3" fmla="*/ 0 h 28"/>
                      <a:gd name="T4" fmla="*/ 0 w 66"/>
                      <a:gd name="T5" fmla="*/ 0 h 28"/>
                      <a:gd name="T6" fmla="*/ 0 w 66"/>
                      <a:gd name="T7" fmla="*/ 0 h 28"/>
                      <a:gd name="T8" fmla="*/ 0 w 66"/>
                      <a:gd name="T9" fmla="*/ 0 h 28"/>
                      <a:gd name="T10" fmla="*/ 0 60000 65536"/>
                      <a:gd name="T11" fmla="*/ 0 60000 65536"/>
                      <a:gd name="T12" fmla="*/ 0 60000 65536"/>
                      <a:gd name="T13" fmla="*/ 0 60000 65536"/>
                      <a:gd name="T14" fmla="*/ 0 60000 65536"/>
                      <a:gd name="T15" fmla="*/ 0 w 66"/>
                      <a:gd name="T16" fmla="*/ 0 h 28"/>
                      <a:gd name="T17" fmla="*/ 66 w 66"/>
                      <a:gd name="T18" fmla="*/ 28 h 28"/>
                    </a:gdLst>
                    <a:ahLst/>
                    <a:cxnLst>
                      <a:cxn ang="T10">
                        <a:pos x="T0" y="T1"/>
                      </a:cxn>
                      <a:cxn ang="T11">
                        <a:pos x="T2" y="T3"/>
                      </a:cxn>
                      <a:cxn ang="T12">
                        <a:pos x="T4" y="T5"/>
                      </a:cxn>
                      <a:cxn ang="T13">
                        <a:pos x="T6" y="T7"/>
                      </a:cxn>
                      <a:cxn ang="T14">
                        <a:pos x="T8" y="T9"/>
                      </a:cxn>
                    </a:cxnLst>
                    <a:rect l="T15" t="T16" r="T17" b="T18"/>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grpSp>
            <p:nvGrpSpPr>
              <p:cNvPr id="12474" name="Group 398"/>
              <p:cNvGrpSpPr>
                <a:grpSpLocks/>
              </p:cNvGrpSpPr>
              <p:nvPr/>
            </p:nvGrpSpPr>
            <p:grpSpPr bwMode="auto">
              <a:xfrm>
                <a:off x="1054" y="3685"/>
                <a:ext cx="45" cy="23"/>
                <a:chOff x="1054" y="3685"/>
                <a:chExt cx="45" cy="23"/>
              </a:xfrm>
            </p:grpSpPr>
            <p:sp>
              <p:nvSpPr>
                <p:cNvPr id="12553" name="Freeform 399"/>
                <p:cNvSpPr>
                  <a:spLocks/>
                </p:cNvSpPr>
                <p:nvPr/>
              </p:nvSpPr>
              <p:spPr bwMode="auto">
                <a:xfrm>
                  <a:off x="1054" y="3685"/>
                  <a:ext cx="20" cy="23"/>
                </a:xfrm>
                <a:custGeom>
                  <a:avLst/>
                  <a:gdLst>
                    <a:gd name="T0" fmla="*/ 1 w 39"/>
                    <a:gd name="T1" fmla="*/ 0 h 70"/>
                    <a:gd name="T2" fmla="*/ 0 w 39"/>
                    <a:gd name="T3" fmla="*/ 0 h 70"/>
                    <a:gd name="T4" fmla="*/ 1 w 39"/>
                    <a:gd name="T5" fmla="*/ 0 h 70"/>
                    <a:gd name="T6" fmla="*/ 1 w 39"/>
                    <a:gd name="T7" fmla="*/ 0 h 70"/>
                    <a:gd name="T8" fmla="*/ 1 w 39"/>
                    <a:gd name="T9" fmla="*/ 0 h 70"/>
                    <a:gd name="T10" fmla="*/ 0 60000 65536"/>
                    <a:gd name="T11" fmla="*/ 0 60000 65536"/>
                    <a:gd name="T12" fmla="*/ 0 60000 65536"/>
                    <a:gd name="T13" fmla="*/ 0 60000 65536"/>
                    <a:gd name="T14" fmla="*/ 0 60000 65536"/>
                    <a:gd name="T15" fmla="*/ 0 w 39"/>
                    <a:gd name="T16" fmla="*/ 0 h 70"/>
                    <a:gd name="T17" fmla="*/ 39 w 39"/>
                    <a:gd name="T18" fmla="*/ 70 h 70"/>
                  </a:gdLst>
                  <a:ahLst/>
                  <a:cxnLst>
                    <a:cxn ang="T10">
                      <a:pos x="T0" y="T1"/>
                    </a:cxn>
                    <a:cxn ang="T11">
                      <a:pos x="T2" y="T3"/>
                    </a:cxn>
                    <a:cxn ang="T12">
                      <a:pos x="T4" y="T5"/>
                    </a:cxn>
                    <a:cxn ang="T13">
                      <a:pos x="T6" y="T7"/>
                    </a:cxn>
                    <a:cxn ang="T14">
                      <a:pos x="T8" y="T9"/>
                    </a:cxn>
                  </a:cxnLst>
                  <a:rect l="T15" t="T16" r="T17" b="T18"/>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54" name="Freeform 400"/>
                <p:cNvSpPr>
                  <a:spLocks/>
                </p:cNvSpPr>
                <p:nvPr/>
              </p:nvSpPr>
              <p:spPr bwMode="auto">
                <a:xfrm>
                  <a:off x="1061" y="3685"/>
                  <a:ext cx="32" cy="12"/>
                </a:xfrm>
                <a:custGeom>
                  <a:avLst/>
                  <a:gdLst>
                    <a:gd name="T0" fmla="*/ 0 w 63"/>
                    <a:gd name="T1" fmla="*/ 0 h 35"/>
                    <a:gd name="T2" fmla="*/ 1 w 63"/>
                    <a:gd name="T3" fmla="*/ 0 h 35"/>
                    <a:gd name="T4" fmla="*/ 1 w 63"/>
                    <a:gd name="T5" fmla="*/ 0 h 35"/>
                    <a:gd name="T6" fmla="*/ 1 w 63"/>
                    <a:gd name="T7" fmla="*/ 0 h 35"/>
                    <a:gd name="T8" fmla="*/ 0 w 63"/>
                    <a:gd name="T9" fmla="*/ 0 h 35"/>
                    <a:gd name="T10" fmla="*/ 0 60000 65536"/>
                    <a:gd name="T11" fmla="*/ 0 60000 65536"/>
                    <a:gd name="T12" fmla="*/ 0 60000 65536"/>
                    <a:gd name="T13" fmla="*/ 0 60000 65536"/>
                    <a:gd name="T14" fmla="*/ 0 60000 65536"/>
                    <a:gd name="T15" fmla="*/ 0 w 63"/>
                    <a:gd name="T16" fmla="*/ 0 h 35"/>
                    <a:gd name="T17" fmla="*/ 63 w 63"/>
                    <a:gd name="T18" fmla="*/ 35 h 35"/>
                  </a:gdLst>
                  <a:ahLst/>
                  <a:cxnLst>
                    <a:cxn ang="T10">
                      <a:pos x="T0" y="T1"/>
                    </a:cxn>
                    <a:cxn ang="T11">
                      <a:pos x="T2" y="T3"/>
                    </a:cxn>
                    <a:cxn ang="T12">
                      <a:pos x="T4" y="T5"/>
                    </a:cxn>
                    <a:cxn ang="T13">
                      <a:pos x="T6" y="T7"/>
                    </a:cxn>
                    <a:cxn ang="T14">
                      <a:pos x="T8" y="T9"/>
                    </a:cxn>
                  </a:cxnLst>
                  <a:rect l="T15" t="T16" r="T17" b="T18"/>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55" name="Freeform 401"/>
                <p:cNvSpPr>
                  <a:spLocks/>
                </p:cNvSpPr>
                <p:nvPr/>
              </p:nvSpPr>
              <p:spPr bwMode="auto">
                <a:xfrm>
                  <a:off x="1066" y="3697"/>
                  <a:ext cx="33" cy="10"/>
                </a:xfrm>
                <a:custGeom>
                  <a:avLst/>
                  <a:gdLst>
                    <a:gd name="T0" fmla="*/ 0 w 64"/>
                    <a:gd name="T1" fmla="*/ 0 h 30"/>
                    <a:gd name="T2" fmla="*/ 1 w 64"/>
                    <a:gd name="T3" fmla="*/ 0 h 30"/>
                    <a:gd name="T4" fmla="*/ 1 w 64"/>
                    <a:gd name="T5" fmla="*/ 0 h 30"/>
                    <a:gd name="T6" fmla="*/ 1 w 64"/>
                    <a:gd name="T7" fmla="*/ 0 h 30"/>
                    <a:gd name="T8" fmla="*/ 0 w 64"/>
                    <a:gd name="T9" fmla="*/ 0 h 30"/>
                    <a:gd name="T10" fmla="*/ 0 60000 65536"/>
                    <a:gd name="T11" fmla="*/ 0 60000 65536"/>
                    <a:gd name="T12" fmla="*/ 0 60000 65536"/>
                    <a:gd name="T13" fmla="*/ 0 60000 65536"/>
                    <a:gd name="T14" fmla="*/ 0 60000 65536"/>
                    <a:gd name="T15" fmla="*/ 0 w 64"/>
                    <a:gd name="T16" fmla="*/ 0 h 30"/>
                    <a:gd name="T17" fmla="*/ 64 w 64"/>
                    <a:gd name="T18" fmla="*/ 30 h 30"/>
                  </a:gdLst>
                  <a:ahLst/>
                  <a:cxnLst>
                    <a:cxn ang="T10">
                      <a:pos x="T0" y="T1"/>
                    </a:cxn>
                    <a:cxn ang="T11">
                      <a:pos x="T2" y="T3"/>
                    </a:cxn>
                    <a:cxn ang="T12">
                      <a:pos x="T4" y="T5"/>
                    </a:cxn>
                    <a:cxn ang="T13">
                      <a:pos x="T6" y="T7"/>
                    </a:cxn>
                    <a:cxn ang="T14">
                      <a:pos x="T8" y="T9"/>
                    </a:cxn>
                  </a:cxnLst>
                  <a:rect l="T15" t="T16" r="T17" b="T18"/>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75" name="Group 402"/>
              <p:cNvGrpSpPr>
                <a:grpSpLocks/>
              </p:cNvGrpSpPr>
              <p:nvPr/>
            </p:nvGrpSpPr>
            <p:grpSpPr bwMode="auto">
              <a:xfrm>
                <a:off x="1067" y="3698"/>
                <a:ext cx="45" cy="23"/>
                <a:chOff x="1067" y="3698"/>
                <a:chExt cx="45" cy="23"/>
              </a:xfrm>
            </p:grpSpPr>
            <p:sp>
              <p:nvSpPr>
                <p:cNvPr id="12550" name="Freeform 403"/>
                <p:cNvSpPr>
                  <a:spLocks/>
                </p:cNvSpPr>
                <p:nvPr/>
              </p:nvSpPr>
              <p:spPr bwMode="auto">
                <a:xfrm>
                  <a:off x="1067" y="3698"/>
                  <a:ext cx="20" cy="23"/>
                </a:xfrm>
                <a:custGeom>
                  <a:avLst/>
                  <a:gdLst>
                    <a:gd name="T0" fmla="*/ 1 w 39"/>
                    <a:gd name="T1" fmla="*/ 0 h 69"/>
                    <a:gd name="T2" fmla="*/ 0 w 39"/>
                    <a:gd name="T3" fmla="*/ 0 h 69"/>
                    <a:gd name="T4" fmla="*/ 1 w 39"/>
                    <a:gd name="T5" fmla="*/ 0 h 69"/>
                    <a:gd name="T6" fmla="*/ 1 w 39"/>
                    <a:gd name="T7" fmla="*/ 0 h 69"/>
                    <a:gd name="T8" fmla="*/ 1 w 39"/>
                    <a:gd name="T9" fmla="*/ 0 h 69"/>
                    <a:gd name="T10" fmla="*/ 0 60000 65536"/>
                    <a:gd name="T11" fmla="*/ 0 60000 65536"/>
                    <a:gd name="T12" fmla="*/ 0 60000 65536"/>
                    <a:gd name="T13" fmla="*/ 0 60000 65536"/>
                    <a:gd name="T14" fmla="*/ 0 60000 65536"/>
                    <a:gd name="T15" fmla="*/ 0 w 39"/>
                    <a:gd name="T16" fmla="*/ 0 h 69"/>
                    <a:gd name="T17" fmla="*/ 39 w 39"/>
                    <a:gd name="T18" fmla="*/ 69 h 69"/>
                  </a:gdLst>
                  <a:ahLst/>
                  <a:cxnLst>
                    <a:cxn ang="T10">
                      <a:pos x="T0" y="T1"/>
                    </a:cxn>
                    <a:cxn ang="T11">
                      <a:pos x="T2" y="T3"/>
                    </a:cxn>
                    <a:cxn ang="T12">
                      <a:pos x="T4" y="T5"/>
                    </a:cxn>
                    <a:cxn ang="T13">
                      <a:pos x="T6" y="T7"/>
                    </a:cxn>
                    <a:cxn ang="T14">
                      <a:pos x="T8" y="T9"/>
                    </a:cxn>
                  </a:cxnLst>
                  <a:rect l="T15" t="T16" r="T17" b="T18"/>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51" name="Freeform 404"/>
                <p:cNvSpPr>
                  <a:spLocks/>
                </p:cNvSpPr>
                <p:nvPr/>
              </p:nvSpPr>
              <p:spPr bwMode="auto">
                <a:xfrm>
                  <a:off x="1074" y="3699"/>
                  <a:ext cx="32"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 name="T15" fmla="*/ 0 w 64"/>
                    <a:gd name="T16" fmla="*/ 0 h 34"/>
                    <a:gd name="T17" fmla="*/ 64 w 64"/>
                    <a:gd name="T18" fmla="*/ 34 h 34"/>
                  </a:gdLst>
                  <a:ahLst/>
                  <a:cxnLst>
                    <a:cxn ang="T10">
                      <a:pos x="T0" y="T1"/>
                    </a:cxn>
                    <a:cxn ang="T11">
                      <a:pos x="T2" y="T3"/>
                    </a:cxn>
                    <a:cxn ang="T12">
                      <a:pos x="T4" y="T5"/>
                    </a:cxn>
                    <a:cxn ang="T13">
                      <a:pos x="T6" y="T7"/>
                    </a:cxn>
                    <a:cxn ang="T14">
                      <a:pos x="T8" y="T9"/>
                    </a:cxn>
                  </a:cxnLst>
                  <a:rect l="T15" t="T16" r="T17" b="T18"/>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52" name="Freeform 405"/>
                <p:cNvSpPr>
                  <a:spLocks/>
                </p:cNvSpPr>
                <p:nvPr/>
              </p:nvSpPr>
              <p:spPr bwMode="auto">
                <a:xfrm>
                  <a:off x="1079" y="3711"/>
                  <a:ext cx="33" cy="10"/>
                </a:xfrm>
                <a:custGeom>
                  <a:avLst/>
                  <a:gdLst>
                    <a:gd name="T0" fmla="*/ 0 w 65"/>
                    <a:gd name="T1" fmla="*/ 0 h 30"/>
                    <a:gd name="T2" fmla="*/ 1 w 65"/>
                    <a:gd name="T3" fmla="*/ 0 h 30"/>
                    <a:gd name="T4" fmla="*/ 1 w 65"/>
                    <a:gd name="T5" fmla="*/ 0 h 30"/>
                    <a:gd name="T6" fmla="*/ 1 w 65"/>
                    <a:gd name="T7" fmla="*/ 0 h 30"/>
                    <a:gd name="T8" fmla="*/ 0 w 65"/>
                    <a:gd name="T9" fmla="*/ 0 h 30"/>
                    <a:gd name="T10" fmla="*/ 0 60000 65536"/>
                    <a:gd name="T11" fmla="*/ 0 60000 65536"/>
                    <a:gd name="T12" fmla="*/ 0 60000 65536"/>
                    <a:gd name="T13" fmla="*/ 0 60000 65536"/>
                    <a:gd name="T14" fmla="*/ 0 60000 65536"/>
                    <a:gd name="T15" fmla="*/ 0 w 65"/>
                    <a:gd name="T16" fmla="*/ 0 h 30"/>
                    <a:gd name="T17" fmla="*/ 65 w 65"/>
                    <a:gd name="T18" fmla="*/ 30 h 30"/>
                  </a:gdLst>
                  <a:ahLst/>
                  <a:cxnLst>
                    <a:cxn ang="T10">
                      <a:pos x="T0" y="T1"/>
                    </a:cxn>
                    <a:cxn ang="T11">
                      <a:pos x="T2" y="T3"/>
                    </a:cxn>
                    <a:cxn ang="T12">
                      <a:pos x="T4" y="T5"/>
                    </a:cxn>
                    <a:cxn ang="T13">
                      <a:pos x="T6" y="T7"/>
                    </a:cxn>
                    <a:cxn ang="T14">
                      <a:pos x="T8" y="T9"/>
                    </a:cxn>
                  </a:cxnLst>
                  <a:rect l="T15" t="T16" r="T17" b="T18"/>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76" name="Group 406"/>
              <p:cNvGrpSpPr>
                <a:grpSpLocks/>
              </p:cNvGrpSpPr>
              <p:nvPr/>
            </p:nvGrpSpPr>
            <p:grpSpPr bwMode="auto">
              <a:xfrm>
                <a:off x="1079" y="3712"/>
                <a:ext cx="44" cy="23"/>
                <a:chOff x="1079" y="3712"/>
                <a:chExt cx="44" cy="23"/>
              </a:xfrm>
            </p:grpSpPr>
            <p:sp>
              <p:nvSpPr>
                <p:cNvPr id="12547" name="Freeform 407"/>
                <p:cNvSpPr>
                  <a:spLocks/>
                </p:cNvSpPr>
                <p:nvPr/>
              </p:nvSpPr>
              <p:spPr bwMode="auto">
                <a:xfrm>
                  <a:off x="1079" y="3712"/>
                  <a:ext cx="21" cy="23"/>
                </a:xfrm>
                <a:custGeom>
                  <a:avLst/>
                  <a:gdLst>
                    <a:gd name="T0" fmla="*/ 1 w 41"/>
                    <a:gd name="T1" fmla="*/ 0 h 68"/>
                    <a:gd name="T2" fmla="*/ 0 w 41"/>
                    <a:gd name="T3" fmla="*/ 0 h 68"/>
                    <a:gd name="T4" fmla="*/ 1 w 41"/>
                    <a:gd name="T5" fmla="*/ 0 h 68"/>
                    <a:gd name="T6" fmla="*/ 1 w 41"/>
                    <a:gd name="T7" fmla="*/ 0 h 68"/>
                    <a:gd name="T8" fmla="*/ 1 w 41"/>
                    <a:gd name="T9" fmla="*/ 0 h 68"/>
                    <a:gd name="T10" fmla="*/ 0 60000 65536"/>
                    <a:gd name="T11" fmla="*/ 0 60000 65536"/>
                    <a:gd name="T12" fmla="*/ 0 60000 65536"/>
                    <a:gd name="T13" fmla="*/ 0 60000 65536"/>
                    <a:gd name="T14" fmla="*/ 0 60000 65536"/>
                    <a:gd name="T15" fmla="*/ 0 w 41"/>
                    <a:gd name="T16" fmla="*/ 0 h 68"/>
                    <a:gd name="T17" fmla="*/ 41 w 41"/>
                    <a:gd name="T18" fmla="*/ 68 h 68"/>
                  </a:gdLst>
                  <a:ahLst/>
                  <a:cxnLst>
                    <a:cxn ang="T10">
                      <a:pos x="T0" y="T1"/>
                    </a:cxn>
                    <a:cxn ang="T11">
                      <a:pos x="T2" y="T3"/>
                    </a:cxn>
                    <a:cxn ang="T12">
                      <a:pos x="T4" y="T5"/>
                    </a:cxn>
                    <a:cxn ang="T13">
                      <a:pos x="T6" y="T7"/>
                    </a:cxn>
                    <a:cxn ang="T14">
                      <a:pos x="T8" y="T9"/>
                    </a:cxn>
                  </a:cxnLst>
                  <a:rect l="T15" t="T16" r="T17" b="T18"/>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48" name="Freeform 408"/>
                <p:cNvSpPr>
                  <a:spLocks/>
                </p:cNvSpPr>
                <p:nvPr/>
              </p:nvSpPr>
              <p:spPr bwMode="auto">
                <a:xfrm>
                  <a:off x="1087" y="3713"/>
                  <a:ext cx="31" cy="10"/>
                </a:xfrm>
                <a:custGeom>
                  <a:avLst/>
                  <a:gdLst>
                    <a:gd name="T0" fmla="*/ 0 w 63"/>
                    <a:gd name="T1" fmla="*/ 0 h 32"/>
                    <a:gd name="T2" fmla="*/ 0 w 63"/>
                    <a:gd name="T3" fmla="*/ 0 h 32"/>
                    <a:gd name="T4" fmla="*/ 0 w 63"/>
                    <a:gd name="T5" fmla="*/ 0 h 32"/>
                    <a:gd name="T6" fmla="*/ 0 w 63"/>
                    <a:gd name="T7" fmla="*/ 0 h 32"/>
                    <a:gd name="T8" fmla="*/ 0 w 63"/>
                    <a:gd name="T9" fmla="*/ 0 h 32"/>
                    <a:gd name="T10" fmla="*/ 0 60000 65536"/>
                    <a:gd name="T11" fmla="*/ 0 60000 65536"/>
                    <a:gd name="T12" fmla="*/ 0 60000 65536"/>
                    <a:gd name="T13" fmla="*/ 0 60000 65536"/>
                    <a:gd name="T14" fmla="*/ 0 60000 65536"/>
                    <a:gd name="T15" fmla="*/ 0 w 63"/>
                    <a:gd name="T16" fmla="*/ 0 h 32"/>
                    <a:gd name="T17" fmla="*/ 63 w 63"/>
                    <a:gd name="T18" fmla="*/ 32 h 32"/>
                  </a:gdLst>
                  <a:ahLst/>
                  <a:cxnLst>
                    <a:cxn ang="T10">
                      <a:pos x="T0" y="T1"/>
                    </a:cxn>
                    <a:cxn ang="T11">
                      <a:pos x="T2" y="T3"/>
                    </a:cxn>
                    <a:cxn ang="T12">
                      <a:pos x="T4" y="T5"/>
                    </a:cxn>
                    <a:cxn ang="T13">
                      <a:pos x="T6" y="T7"/>
                    </a:cxn>
                    <a:cxn ang="T14">
                      <a:pos x="T8" y="T9"/>
                    </a:cxn>
                  </a:cxnLst>
                  <a:rect l="T15" t="T16" r="T17" b="T18"/>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49" name="Freeform 409"/>
                <p:cNvSpPr>
                  <a:spLocks/>
                </p:cNvSpPr>
                <p:nvPr/>
              </p:nvSpPr>
              <p:spPr bwMode="auto">
                <a:xfrm>
                  <a:off x="1092" y="3724"/>
                  <a:ext cx="31" cy="11"/>
                </a:xfrm>
                <a:custGeom>
                  <a:avLst/>
                  <a:gdLst>
                    <a:gd name="T0" fmla="*/ 0 w 63"/>
                    <a:gd name="T1" fmla="*/ 0 h 31"/>
                    <a:gd name="T2" fmla="*/ 0 w 63"/>
                    <a:gd name="T3" fmla="*/ 0 h 31"/>
                    <a:gd name="T4" fmla="*/ 0 w 63"/>
                    <a:gd name="T5" fmla="*/ 0 h 31"/>
                    <a:gd name="T6" fmla="*/ 0 w 63"/>
                    <a:gd name="T7" fmla="*/ 0 h 31"/>
                    <a:gd name="T8" fmla="*/ 0 w 63"/>
                    <a:gd name="T9" fmla="*/ 0 h 31"/>
                    <a:gd name="T10" fmla="*/ 0 60000 65536"/>
                    <a:gd name="T11" fmla="*/ 0 60000 65536"/>
                    <a:gd name="T12" fmla="*/ 0 60000 65536"/>
                    <a:gd name="T13" fmla="*/ 0 60000 65536"/>
                    <a:gd name="T14" fmla="*/ 0 60000 65536"/>
                    <a:gd name="T15" fmla="*/ 0 w 63"/>
                    <a:gd name="T16" fmla="*/ 0 h 31"/>
                    <a:gd name="T17" fmla="*/ 63 w 63"/>
                    <a:gd name="T18" fmla="*/ 31 h 31"/>
                  </a:gdLst>
                  <a:ahLst/>
                  <a:cxnLst>
                    <a:cxn ang="T10">
                      <a:pos x="T0" y="T1"/>
                    </a:cxn>
                    <a:cxn ang="T11">
                      <a:pos x="T2" y="T3"/>
                    </a:cxn>
                    <a:cxn ang="T12">
                      <a:pos x="T4" y="T5"/>
                    </a:cxn>
                    <a:cxn ang="T13">
                      <a:pos x="T6" y="T7"/>
                    </a:cxn>
                    <a:cxn ang="T14">
                      <a:pos x="T8" y="T9"/>
                    </a:cxn>
                  </a:cxnLst>
                  <a:rect l="T15" t="T16" r="T17" b="T18"/>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77" name="Group 410"/>
              <p:cNvGrpSpPr>
                <a:grpSpLocks/>
              </p:cNvGrpSpPr>
              <p:nvPr/>
            </p:nvGrpSpPr>
            <p:grpSpPr bwMode="auto">
              <a:xfrm>
                <a:off x="1093" y="3725"/>
                <a:ext cx="45" cy="23"/>
                <a:chOff x="1093" y="3725"/>
                <a:chExt cx="45" cy="23"/>
              </a:xfrm>
            </p:grpSpPr>
            <p:sp>
              <p:nvSpPr>
                <p:cNvPr id="12544" name="Freeform 411"/>
                <p:cNvSpPr>
                  <a:spLocks/>
                </p:cNvSpPr>
                <p:nvPr/>
              </p:nvSpPr>
              <p:spPr bwMode="auto">
                <a:xfrm>
                  <a:off x="1093" y="3725"/>
                  <a:ext cx="20" cy="23"/>
                </a:xfrm>
                <a:custGeom>
                  <a:avLst/>
                  <a:gdLst>
                    <a:gd name="T0" fmla="*/ 1 w 40"/>
                    <a:gd name="T1" fmla="*/ 0 h 68"/>
                    <a:gd name="T2" fmla="*/ 0 w 40"/>
                    <a:gd name="T3" fmla="*/ 0 h 68"/>
                    <a:gd name="T4" fmla="*/ 1 w 40"/>
                    <a:gd name="T5" fmla="*/ 0 h 68"/>
                    <a:gd name="T6" fmla="*/ 1 w 40"/>
                    <a:gd name="T7" fmla="*/ 0 h 68"/>
                    <a:gd name="T8" fmla="*/ 1 w 40"/>
                    <a:gd name="T9" fmla="*/ 0 h 68"/>
                    <a:gd name="T10" fmla="*/ 0 60000 65536"/>
                    <a:gd name="T11" fmla="*/ 0 60000 65536"/>
                    <a:gd name="T12" fmla="*/ 0 60000 65536"/>
                    <a:gd name="T13" fmla="*/ 0 60000 65536"/>
                    <a:gd name="T14" fmla="*/ 0 60000 65536"/>
                    <a:gd name="T15" fmla="*/ 0 w 40"/>
                    <a:gd name="T16" fmla="*/ 0 h 68"/>
                    <a:gd name="T17" fmla="*/ 40 w 40"/>
                    <a:gd name="T18" fmla="*/ 68 h 68"/>
                  </a:gdLst>
                  <a:ahLst/>
                  <a:cxnLst>
                    <a:cxn ang="T10">
                      <a:pos x="T0" y="T1"/>
                    </a:cxn>
                    <a:cxn ang="T11">
                      <a:pos x="T2" y="T3"/>
                    </a:cxn>
                    <a:cxn ang="T12">
                      <a:pos x="T4" y="T5"/>
                    </a:cxn>
                    <a:cxn ang="T13">
                      <a:pos x="T6" y="T7"/>
                    </a:cxn>
                    <a:cxn ang="T14">
                      <a:pos x="T8" y="T9"/>
                    </a:cxn>
                  </a:cxnLst>
                  <a:rect l="T15" t="T16" r="T17" b="T18"/>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45" name="Freeform 412"/>
                <p:cNvSpPr>
                  <a:spLocks/>
                </p:cNvSpPr>
                <p:nvPr/>
              </p:nvSpPr>
              <p:spPr bwMode="auto">
                <a:xfrm>
                  <a:off x="1100" y="3726"/>
                  <a:ext cx="32"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 name="T15" fmla="*/ 0 w 64"/>
                    <a:gd name="T16" fmla="*/ 0 h 34"/>
                    <a:gd name="T17" fmla="*/ 64 w 64"/>
                    <a:gd name="T18" fmla="*/ 34 h 34"/>
                  </a:gdLst>
                  <a:ahLst/>
                  <a:cxnLst>
                    <a:cxn ang="T10">
                      <a:pos x="T0" y="T1"/>
                    </a:cxn>
                    <a:cxn ang="T11">
                      <a:pos x="T2" y="T3"/>
                    </a:cxn>
                    <a:cxn ang="T12">
                      <a:pos x="T4" y="T5"/>
                    </a:cxn>
                    <a:cxn ang="T13">
                      <a:pos x="T6" y="T7"/>
                    </a:cxn>
                    <a:cxn ang="T14">
                      <a:pos x="T8" y="T9"/>
                    </a:cxn>
                  </a:cxnLst>
                  <a:rect l="T15" t="T16" r="T17" b="T18"/>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46" name="Freeform 413"/>
                <p:cNvSpPr>
                  <a:spLocks/>
                </p:cNvSpPr>
                <p:nvPr/>
              </p:nvSpPr>
              <p:spPr bwMode="auto">
                <a:xfrm>
                  <a:off x="1106" y="3738"/>
                  <a:ext cx="32" cy="9"/>
                </a:xfrm>
                <a:custGeom>
                  <a:avLst/>
                  <a:gdLst>
                    <a:gd name="T0" fmla="*/ 0 w 65"/>
                    <a:gd name="T1" fmla="*/ 0 h 28"/>
                    <a:gd name="T2" fmla="*/ 0 w 65"/>
                    <a:gd name="T3" fmla="*/ 0 h 28"/>
                    <a:gd name="T4" fmla="*/ 0 w 65"/>
                    <a:gd name="T5" fmla="*/ 0 h 28"/>
                    <a:gd name="T6" fmla="*/ 0 w 65"/>
                    <a:gd name="T7" fmla="*/ 0 h 28"/>
                    <a:gd name="T8" fmla="*/ 0 w 65"/>
                    <a:gd name="T9" fmla="*/ 0 h 28"/>
                    <a:gd name="T10" fmla="*/ 0 60000 65536"/>
                    <a:gd name="T11" fmla="*/ 0 60000 65536"/>
                    <a:gd name="T12" fmla="*/ 0 60000 65536"/>
                    <a:gd name="T13" fmla="*/ 0 60000 65536"/>
                    <a:gd name="T14" fmla="*/ 0 60000 65536"/>
                    <a:gd name="T15" fmla="*/ 0 w 65"/>
                    <a:gd name="T16" fmla="*/ 0 h 28"/>
                    <a:gd name="T17" fmla="*/ 65 w 65"/>
                    <a:gd name="T18" fmla="*/ 28 h 28"/>
                  </a:gdLst>
                  <a:ahLst/>
                  <a:cxnLst>
                    <a:cxn ang="T10">
                      <a:pos x="T0" y="T1"/>
                    </a:cxn>
                    <a:cxn ang="T11">
                      <a:pos x="T2" y="T3"/>
                    </a:cxn>
                    <a:cxn ang="T12">
                      <a:pos x="T4" y="T5"/>
                    </a:cxn>
                    <a:cxn ang="T13">
                      <a:pos x="T6" y="T7"/>
                    </a:cxn>
                    <a:cxn ang="T14">
                      <a:pos x="T8" y="T9"/>
                    </a:cxn>
                  </a:cxnLst>
                  <a:rect l="T15" t="T16" r="T17" b="T18"/>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78" name="Group 414"/>
              <p:cNvGrpSpPr>
                <a:grpSpLocks/>
              </p:cNvGrpSpPr>
              <p:nvPr/>
            </p:nvGrpSpPr>
            <p:grpSpPr bwMode="auto">
              <a:xfrm>
                <a:off x="1108" y="3739"/>
                <a:ext cx="44" cy="23"/>
                <a:chOff x="1108" y="3739"/>
                <a:chExt cx="44" cy="23"/>
              </a:xfrm>
            </p:grpSpPr>
            <p:sp>
              <p:nvSpPr>
                <p:cNvPr id="12541" name="Freeform 415"/>
                <p:cNvSpPr>
                  <a:spLocks/>
                </p:cNvSpPr>
                <p:nvPr/>
              </p:nvSpPr>
              <p:spPr bwMode="auto">
                <a:xfrm>
                  <a:off x="1108" y="3739"/>
                  <a:ext cx="19" cy="23"/>
                </a:xfrm>
                <a:custGeom>
                  <a:avLst/>
                  <a:gdLst>
                    <a:gd name="T0" fmla="*/ 0 w 40"/>
                    <a:gd name="T1" fmla="*/ 0 h 69"/>
                    <a:gd name="T2" fmla="*/ 0 w 40"/>
                    <a:gd name="T3" fmla="*/ 0 h 69"/>
                    <a:gd name="T4" fmla="*/ 0 w 40"/>
                    <a:gd name="T5" fmla="*/ 0 h 69"/>
                    <a:gd name="T6" fmla="*/ 0 w 40"/>
                    <a:gd name="T7" fmla="*/ 0 h 69"/>
                    <a:gd name="T8" fmla="*/ 0 w 40"/>
                    <a:gd name="T9" fmla="*/ 0 h 69"/>
                    <a:gd name="T10" fmla="*/ 0 60000 65536"/>
                    <a:gd name="T11" fmla="*/ 0 60000 65536"/>
                    <a:gd name="T12" fmla="*/ 0 60000 65536"/>
                    <a:gd name="T13" fmla="*/ 0 60000 65536"/>
                    <a:gd name="T14" fmla="*/ 0 60000 65536"/>
                    <a:gd name="T15" fmla="*/ 0 w 40"/>
                    <a:gd name="T16" fmla="*/ 0 h 69"/>
                    <a:gd name="T17" fmla="*/ 40 w 40"/>
                    <a:gd name="T18" fmla="*/ 69 h 69"/>
                  </a:gdLst>
                  <a:ahLst/>
                  <a:cxnLst>
                    <a:cxn ang="T10">
                      <a:pos x="T0" y="T1"/>
                    </a:cxn>
                    <a:cxn ang="T11">
                      <a:pos x="T2" y="T3"/>
                    </a:cxn>
                    <a:cxn ang="T12">
                      <a:pos x="T4" y="T5"/>
                    </a:cxn>
                    <a:cxn ang="T13">
                      <a:pos x="T6" y="T7"/>
                    </a:cxn>
                    <a:cxn ang="T14">
                      <a:pos x="T8" y="T9"/>
                    </a:cxn>
                  </a:cxnLst>
                  <a:rect l="T15" t="T16" r="T17" b="T18"/>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42" name="Freeform 416"/>
                <p:cNvSpPr>
                  <a:spLocks/>
                </p:cNvSpPr>
                <p:nvPr/>
              </p:nvSpPr>
              <p:spPr bwMode="auto">
                <a:xfrm>
                  <a:off x="1114" y="3740"/>
                  <a:ext cx="32" cy="11"/>
                </a:xfrm>
                <a:custGeom>
                  <a:avLst/>
                  <a:gdLst>
                    <a:gd name="T0" fmla="*/ 0 w 64"/>
                    <a:gd name="T1" fmla="*/ 0 h 35"/>
                    <a:gd name="T2" fmla="*/ 1 w 64"/>
                    <a:gd name="T3" fmla="*/ 0 h 35"/>
                    <a:gd name="T4" fmla="*/ 1 w 64"/>
                    <a:gd name="T5" fmla="*/ 0 h 35"/>
                    <a:gd name="T6" fmla="*/ 1 w 64"/>
                    <a:gd name="T7" fmla="*/ 0 h 35"/>
                    <a:gd name="T8" fmla="*/ 0 w 64"/>
                    <a:gd name="T9" fmla="*/ 0 h 35"/>
                    <a:gd name="T10" fmla="*/ 0 60000 65536"/>
                    <a:gd name="T11" fmla="*/ 0 60000 65536"/>
                    <a:gd name="T12" fmla="*/ 0 60000 65536"/>
                    <a:gd name="T13" fmla="*/ 0 60000 65536"/>
                    <a:gd name="T14" fmla="*/ 0 60000 65536"/>
                    <a:gd name="T15" fmla="*/ 0 w 64"/>
                    <a:gd name="T16" fmla="*/ 0 h 35"/>
                    <a:gd name="T17" fmla="*/ 64 w 64"/>
                    <a:gd name="T18" fmla="*/ 35 h 35"/>
                  </a:gdLst>
                  <a:ahLst/>
                  <a:cxnLst>
                    <a:cxn ang="T10">
                      <a:pos x="T0" y="T1"/>
                    </a:cxn>
                    <a:cxn ang="T11">
                      <a:pos x="T2" y="T3"/>
                    </a:cxn>
                    <a:cxn ang="T12">
                      <a:pos x="T4" y="T5"/>
                    </a:cxn>
                    <a:cxn ang="T13">
                      <a:pos x="T6" y="T7"/>
                    </a:cxn>
                    <a:cxn ang="T14">
                      <a:pos x="T8" y="T9"/>
                    </a:cxn>
                  </a:cxnLst>
                  <a:rect l="T15" t="T16" r="T17" b="T18"/>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43" name="Freeform 417"/>
                <p:cNvSpPr>
                  <a:spLocks/>
                </p:cNvSpPr>
                <p:nvPr/>
              </p:nvSpPr>
              <p:spPr bwMode="auto">
                <a:xfrm>
                  <a:off x="1120" y="3752"/>
                  <a:ext cx="32" cy="10"/>
                </a:xfrm>
                <a:custGeom>
                  <a:avLst/>
                  <a:gdLst>
                    <a:gd name="T0" fmla="*/ 0 w 66"/>
                    <a:gd name="T1" fmla="*/ 0 h 30"/>
                    <a:gd name="T2" fmla="*/ 0 w 66"/>
                    <a:gd name="T3" fmla="*/ 0 h 30"/>
                    <a:gd name="T4" fmla="*/ 0 w 66"/>
                    <a:gd name="T5" fmla="*/ 0 h 30"/>
                    <a:gd name="T6" fmla="*/ 0 w 66"/>
                    <a:gd name="T7" fmla="*/ 0 h 30"/>
                    <a:gd name="T8" fmla="*/ 0 w 66"/>
                    <a:gd name="T9" fmla="*/ 0 h 30"/>
                    <a:gd name="T10" fmla="*/ 0 60000 65536"/>
                    <a:gd name="T11" fmla="*/ 0 60000 65536"/>
                    <a:gd name="T12" fmla="*/ 0 60000 65536"/>
                    <a:gd name="T13" fmla="*/ 0 60000 65536"/>
                    <a:gd name="T14" fmla="*/ 0 60000 65536"/>
                    <a:gd name="T15" fmla="*/ 0 w 66"/>
                    <a:gd name="T16" fmla="*/ 0 h 30"/>
                    <a:gd name="T17" fmla="*/ 66 w 66"/>
                    <a:gd name="T18" fmla="*/ 30 h 30"/>
                  </a:gdLst>
                  <a:ahLst/>
                  <a:cxnLst>
                    <a:cxn ang="T10">
                      <a:pos x="T0" y="T1"/>
                    </a:cxn>
                    <a:cxn ang="T11">
                      <a:pos x="T2" y="T3"/>
                    </a:cxn>
                    <a:cxn ang="T12">
                      <a:pos x="T4" y="T5"/>
                    </a:cxn>
                    <a:cxn ang="T13">
                      <a:pos x="T6" y="T7"/>
                    </a:cxn>
                    <a:cxn ang="T14">
                      <a:pos x="T8" y="T9"/>
                    </a:cxn>
                  </a:cxnLst>
                  <a:rect l="T15" t="T16" r="T17" b="T18"/>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79" name="Group 418"/>
              <p:cNvGrpSpPr>
                <a:grpSpLocks/>
              </p:cNvGrpSpPr>
              <p:nvPr/>
            </p:nvGrpSpPr>
            <p:grpSpPr bwMode="auto">
              <a:xfrm>
                <a:off x="1121" y="3753"/>
                <a:ext cx="45" cy="23"/>
                <a:chOff x="1121" y="3753"/>
                <a:chExt cx="45" cy="23"/>
              </a:xfrm>
            </p:grpSpPr>
            <p:sp>
              <p:nvSpPr>
                <p:cNvPr id="12538" name="Freeform 419"/>
                <p:cNvSpPr>
                  <a:spLocks/>
                </p:cNvSpPr>
                <p:nvPr/>
              </p:nvSpPr>
              <p:spPr bwMode="auto">
                <a:xfrm>
                  <a:off x="1121" y="3753"/>
                  <a:ext cx="20" cy="23"/>
                </a:xfrm>
                <a:custGeom>
                  <a:avLst/>
                  <a:gdLst>
                    <a:gd name="T0" fmla="*/ 1 w 39"/>
                    <a:gd name="T1" fmla="*/ 0 h 68"/>
                    <a:gd name="T2" fmla="*/ 0 w 39"/>
                    <a:gd name="T3" fmla="*/ 0 h 68"/>
                    <a:gd name="T4" fmla="*/ 1 w 39"/>
                    <a:gd name="T5" fmla="*/ 0 h 68"/>
                    <a:gd name="T6" fmla="*/ 1 w 39"/>
                    <a:gd name="T7" fmla="*/ 0 h 68"/>
                    <a:gd name="T8" fmla="*/ 1 w 39"/>
                    <a:gd name="T9" fmla="*/ 0 h 68"/>
                    <a:gd name="T10" fmla="*/ 0 60000 65536"/>
                    <a:gd name="T11" fmla="*/ 0 60000 65536"/>
                    <a:gd name="T12" fmla="*/ 0 60000 65536"/>
                    <a:gd name="T13" fmla="*/ 0 60000 65536"/>
                    <a:gd name="T14" fmla="*/ 0 60000 65536"/>
                    <a:gd name="T15" fmla="*/ 0 w 39"/>
                    <a:gd name="T16" fmla="*/ 0 h 68"/>
                    <a:gd name="T17" fmla="*/ 39 w 39"/>
                    <a:gd name="T18" fmla="*/ 68 h 68"/>
                  </a:gdLst>
                  <a:ahLst/>
                  <a:cxnLst>
                    <a:cxn ang="T10">
                      <a:pos x="T0" y="T1"/>
                    </a:cxn>
                    <a:cxn ang="T11">
                      <a:pos x="T2" y="T3"/>
                    </a:cxn>
                    <a:cxn ang="T12">
                      <a:pos x="T4" y="T5"/>
                    </a:cxn>
                    <a:cxn ang="T13">
                      <a:pos x="T6" y="T7"/>
                    </a:cxn>
                    <a:cxn ang="T14">
                      <a:pos x="T8" y="T9"/>
                    </a:cxn>
                  </a:cxnLst>
                  <a:rect l="T15" t="T16" r="T17" b="T18"/>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39" name="Freeform 420"/>
                <p:cNvSpPr>
                  <a:spLocks/>
                </p:cNvSpPr>
                <p:nvPr/>
              </p:nvSpPr>
              <p:spPr bwMode="auto">
                <a:xfrm>
                  <a:off x="1127" y="3753"/>
                  <a:ext cx="33" cy="12"/>
                </a:xfrm>
                <a:custGeom>
                  <a:avLst/>
                  <a:gdLst>
                    <a:gd name="T0" fmla="*/ 0 w 64"/>
                    <a:gd name="T1" fmla="*/ 0 h 35"/>
                    <a:gd name="T2" fmla="*/ 1 w 64"/>
                    <a:gd name="T3" fmla="*/ 0 h 35"/>
                    <a:gd name="T4" fmla="*/ 1 w 64"/>
                    <a:gd name="T5" fmla="*/ 0 h 35"/>
                    <a:gd name="T6" fmla="*/ 1 w 64"/>
                    <a:gd name="T7" fmla="*/ 0 h 35"/>
                    <a:gd name="T8" fmla="*/ 0 w 64"/>
                    <a:gd name="T9" fmla="*/ 0 h 35"/>
                    <a:gd name="T10" fmla="*/ 0 60000 65536"/>
                    <a:gd name="T11" fmla="*/ 0 60000 65536"/>
                    <a:gd name="T12" fmla="*/ 0 60000 65536"/>
                    <a:gd name="T13" fmla="*/ 0 60000 65536"/>
                    <a:gd name="T14" fmla="*/ 0 60000 65536"/>
                    <a:gd name="T15" fmla="*/ 0 w 64"/>
                    <a:gd name="T16" fmla="*/ 0 h 35"/>
                    <a:gd name="T17" fmla="*/ 64 w 64"/>
                    <a:gd name="T18" fmla="*/ 35 h 35"/>
                  </a:gdLst>
                  <a:ahLst/>
                  <a:cxnLst>
                    <a:cxn ang="T10">
                      <a:pos x="T0" y="T1"/>
                    </a:cxn>
                    <a:cxn ang="T11">
                      <a:pos x="T2" y="T3"/>
                    </a:cxn>
                    <a:cxn ang="T12">
                      <a:pos x="T4" y="T5"/>
                    </a:cxn>
                    <a:cxn ang="T13">
                      <a:pos x="T6" y="T7"/>
                    </a:cxn>
                    <a:cxn ang="T14">
                      <a:pos x="T8" y="T9"/>
                    </a:cxn>
                  </a:cxnLst>
                  <a:rect l="T15" t="T16" r="T17" b="T18"/>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40" name="Freeform 421"/>
                <p:cNvSpPr>
                  <a:spLocks/>
                </p:cNvSpPr>
                <p:nvPr/>
              </p:nvSpPr>
              <p:spPr bwMode="auto">
                <a:xfrm>
                  <a:off x="1133" y="3766"/>
                  <a:ext cx="33" cy="9"/>
                </a:xfrm>
                <a:custGeom>
                  <a:avLst/>
                  <a:gdLst>
                    <a:gd name="T0" fmla="*/ 0 w 66"/>
                    <a:gd name="T1" fmla="*/ 0 h 29"/>
                    <a:gd name="T2" fmla="*/ 1 w 66"/>
                    <a:gd name="T3" fmla="*/ 0 h 29"/>
                    <a:gd name="T4" fmla="*/ 1 w 66"/>
                    <a:gd name="T5" fmla="*/ 0 h 29"/>
                    <a:gd name="T6" fmla="*/ 1 w 66"/>
                    <a:gd name="T7" fmla="*/ 0 h 29"/>
                    <a:gd name="T8" fmla="*/ 0 w 66"/>
                    <a:gd name="T9" fmla="*/ 0 h 29"/>
                    <a:gd name="T10" fmla="*/ 0 60000 65536"/>
                    <a:gd name="T11" fmla="*/ 0 60000 65536"/>
                    <a:gd name="T12" fmla="*/ 0 60000 65536"/>
                    <a:gd name="T13" fmla="*/ 0 60000 65536"/>
                    <a:gd name="T14" fmla="*/ 0 60000 65536"/>
                    <a:gd name="T15" fmla="*/ 0 w 66"/>
                    <a:gd name="T16" fmla="*/ 0 h 29"/>
                    <a:gd name="T17" fmla="*/ 66 w 66"/>
                    <a:gd name="T18" fmla="*/ 29 h 29"/>
                  </a:gdLst>
                  <a:ahLst/>
                  <a:cxnLst>
                    <a:cxn ang="T10">
                      <a:pos x="T0" y="T1"/>
                    </a:cxn>
                    <a:cxn ang="T11">
                      <a:pos x="T2" y="T3"/>
                    </a:cxn>
                    <a:cxn ang="T12">
                      <a:pos x="T4" y="T5"/>
                    </a:cxn>
                    <a:cxn ang="T13">
                      <a:pos x="T6" y="T7"/>
                    </a:cxn>
                    <a:cxn ang="T14">
                      <a:pos x="T8" y="T9"/>
                    </a:cxn>
                  </a:cxnLst>
                  <a:rect l="T15" t="T16" r="T17" b="T18"/>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80" name="Group 422"/>
              <p:cNvGrpSpPr>
                <a:grpSpLocks/>
              </p:cNvGrpSpPr>
              <p:nvPr/>
            </p:nvGrpSpPr>
            <p:grpSpPr bwMode="auto">
              <a:xfrm>
                <a:off x="1133" y="3767"/>
                <a:ext cx="44" cy="23"/>
                <a:chOff x="1133" y="3767"/>
                <a:chExt cx="44" cy="23"/>
              </a:xfrm>
            </p:grpSpPr>
            <p:sp>
              <p:nvSpPr>
                <p:cNvPr id="12535" name="Freeform 423"/>
                <p:cNvSpPr>
                  <a:spLocks/>
                </p:cNvSpPr>
                <p:nvPr/>
              </p:nvSpPr>
              <p:spPr bwMode="auto">
                <a:xfrm>
                  <a:off x="1133" y="3767"/>
                  <a:ext cx="20" cy="23"/>
                </a:xfrm>
                <a:custGeom>
                  <a:avLst/>
                  <a:gdLst>
                    <a:gd name="T0" fmla="*/ 1 w 39"/>
                    <a:gd name="T1" fmla="*/ 0 h 69"/>
                    <a:gd name="T2" fmla="*/ 0 w 39"/>
                    <a:gd name="T3" fmla="*/ 0 h 69"/>
                    <a:gd name="T4" fmla="*/ 1 w 39"/>
                    <a:gd name="T5" fmla="*/ 0 h 69"/>
                    <a:gd name="T6" fmla="*/ 1 w 39"/>
                    <a:gd name="T7" fmla="*/ 0 h 69"/>
                    <a:gd name="T8" fmla="*/ 1 w 39"/>
                    <a:gd name="T9" fmla="*/ 0 h 69"/>
                    <a:gd name="T10" fmla="*/ 0 60000 65536"/>
                    <a:gd name="T11" fmla="*/ 0 60000 65536"/>
                    <a:gd name="T12" fmla="*/ 0 60000 65536"/>
                    <a:gd name="T13" fmla="*/ 0 60000 65536"/>
                    <a:gd name="T14" fmla="*/ 0 60000 65536"/>
                    <a:gd name="T15" fmla="*/ 0 w 39"/>
                    <a:gd name="T16" fmla="*/ 0 h 69"/>
                    <a:gd name="T17" fmla="*/ 39 w 39"/>
                    <a:gd name="T18" fmla="*/ 69 h 69"/>
                  </a:gdLst>
                  <a:ahLst/>
                  <a:cxnLst>
                    <a:cxn ang="T10">
                      <a:pos x="T0" y="T1"/>
                    </a:cxn>
                    <a:cxn ang="T11">
                      <a:pos x="T2" y="T3"/>
                    </a:cxn>
                    <a:cxn ang="T12">
                      <a:pos x="T4" y="T5"/>
                    </a:cxn>
                    <a:cxn ang="T13">
                      <a:pos x="T6" y="T7"/>
                    </a:cxn>
                    <a:cxn ang="T14">
                      <a:pos x="T8" y="T9"/>
                    </a:cxn>
                  </a:cxnLst>
                  <a:rect l="T15" t="T16" r="T17" b="T18"/>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36" name="Freeform 424"/>
                <p:cNvSpPr>
                  <a:spLocks/>
                </p:cNvSpPr>
                <p:nvPr/>
              </p:nvSpPr>
              <p:spPr bwMode="auto">
                <a:xfrm>
                  <a:off x="1140" y="3767"/>
                  <a:ext cx="32" cy="11"/>
                </a:xfrm>
                <a:custGeom>
                  <a:avLst/>
                  <a:gdLst>
                    <a:gd name="T0" fmla="*/ 0 w 64"/>
                    <a:gd name="T1" fmla="*/ 0 h 33"/>
                    <a:gd name="T2" fmla="*/ 1 w 64"/>
                    <a:gd name="T3" fmla="*/ 0 h 33"/>
                    <a:gd name="T4" fmla="*/ 1 w 64"/>
                    <a:gd name="T5" fmla="*/ 0 h 33"/>
                    <a:gd name="T6" fmla="*/ 1 w 64"/>
                    <a:gd name="T7" fmla="*/ 0 h 33"/>
                    <a:gd name="T8" fmla="*/ 0 w 64"/>
                    <a:gd name="T9" fmla="*/ 0 h 33"/>
                    <a:gd name="T10" fmla="*/ 0 60000 65536"/>
                    <a:gd name="T11" fmla="*/ 0 60000 65536"/>
                    <a:gd name="T12" fmla="*/ 0 60000 65536"/>
                    <a:gd name="T13" fmla="*/ 0 60000 65536"/>
                    <a:gd name="T14" fmla="*/ 0 60000 65536"/>
                    <a:gd name="T15" fmla="*/ 0 w 64"/>
                    <a:gd name="T16" fmla="*/ 0 h 33"/>
                    <a:gd name="T17" fmla="*/ 64 w 64"/>
                    <a:gd name="T18" fmla="*/ 33 h 33"/>
                  </a:gdLst>
                  <a:ahLst/>
                  <a:cxnLst>
                    <a:cxn ang="T10">
                      <a:pos x="T0" y="T1"/>
                    </a:cxn>
                    <a:cxn ang="T11">
                      <a:pos x="T2" y="T3"/>
                    </a:cxn>
                    <a:cxn ang="T12">
                      <a:pos x="T4" y="T5"/>
                    </a:cxn>
                    <a:cxn ang="T13">
                      <a:pos x="T6" y="T7"/>
                    </a:cxn>
                    <a:cxn ang="T14">
                      <a:pos x="T8" y="T9"/>
                    </a:cxn>
                  </a:cxnLst>
                  <a:rect l="T15" t="T16" r="T17" b="T18"/>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37" name="Freeform 425"/>
                <p:cNvSpPr>
                  <a:spLocks/>
                </p:cNvSpPr>
                <p:nvPr/>
              </p:nvSpPr>
              <p:spPr bwMode="auto">
                <a:xfrm>
                  <a:off x="1146" y="3779"/>
                  <a:ext cx="31" cy="10"/>
                </a:xfrm>
                <a:custGeom>
                  <a:avLst/>
                  <a:gdLst>
                    <a:gd name="T0" fmla="*/ 0 w 63"/>
                    <a:gd name="T1" fmla="*/ 0 h 31"/>
                    <a:gd name="T2" fmla="*/ 0 w 63"/>
                    <a:gd name="T3" fmla="*/ 0 h 31"/>
                    <a:gd name="T4" fmla="*/ 0 w 63"/>
                    <a:gd name="T5" fmla="*/ 0 h 31"/>
                    <a:gd name="T6" fmla="*/ 0 w 63"/>
                    <a:gd name="T7" fmla="*/ 0 h 31"/>
                    <a:gd name="T8" fmla="*/ 0 w 63"/>
                    <a:gd name="T9" fmla="*/ 0 h 31"/>
                    <a:gd name="T10" fmla="*/ 0 60000 65536"/>
                    <a:gd name="T11" fmla="*/ 0 60000 65536"/>
                    <a:gd name="T12" fmla="*/ 0 60000 65536"/>
                    <a:gd name="T13" fmla="*/ 0 60000 65536"/>
                    <a:gd name="T14" fmla="*/ 0 60000 65536"/>
                    <a:gd name="T15" fmla="*/ 0 w 63"/>
                    <a:gd name="T16" fmla="*/ 0 h 31"/>
                    <a:gd name="T17" fmla="*/ 63 w 63"/>
                    <a:gd name="T18" fmla="*/ 31 h 31"/>
                  </a:gdLst>
                  <a:ahLst/>
                  <a:cxnLst>
                    <a:cxn ang="T10">
                      <a:pos x="T0" y="T1"/>
                    </a:cxn>
                    <a:cxn ang="T11">
                      <a:pos x="T2" y="T3"/>
                    </a:cxn>
                    <a:cxn ang="T12">
                      <a:pos x="T4" y="T5"/>
                    </a:cxn>
                    <a:cxn ang="T13">
                      <a:pos x="T6" y="T7"/>
                    </a:cxn>
                    <a:cxn ang="T14">
                      <a:pos x="T8" y="T9"/>
                    </a:cxn>
                  </a:cxnLst>
                  <a:rect l="T15" t="T16" r="T17" b="T18"/>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sp>
            <p:nvSpPr>
              <p:cNvPr id="12481" name="Freeform 426"/>
              <p:cNvSpPr>
                <a:spLocks/>
              </p:cNvSpPr>
              <p:nvPr/>
            </p:nvSpPr>
            <p:spPr bwMode="auto">
              <a:xfrm>
                <a:off x="972" y="3556"/>
                <a:ext cx="40" cy="12"/>
              </a:xfrm>
              <a:custGeom>
                <a:avLst/>
                <a:gdLst>
                  <a:gd name="T0" fmla="*/ 0 w 79"/>
                  <a:gd name="T1" fmla="*/ 0 h 36"/>
                  <a:gd name="T2" fmla="*/ 1 w 79"/>
                  <a:gd name="T3" fmla="*/ 0 h 36"/>
                  <a:gd name="T4" fmla="*/ 1 w 79"/>
                  <a:gd name="T5" fmla="*/ 0 h 36"/>
                  <a:gd name="T6" fmla="*/ 1 w 79"/>
                  <a:gd name="T7" fmla="*/ 0 h 36"/>
                  <a:gd name="T8" fmla="*/ 0 w 79"/>
                  <a:gd name="T9" fmla="*/ 0 h 36"/>
                  <a:gd name="T10" fmla="*/ 0 60000 65536"/>
                  <a:gd name="T11" fmla="*/ 0 60000 65536"/>
                  <a:gd name="T12" fmla="*/ 0 60000 65536"/>
                  <a:gd name="T13" fmla="*/ 0 60000 65536"/>
                  <a:gd name="T14" fmla="*/ 0 60000 65536"/>
                  <a:gd name="T15" fmla="*/ 0 w 79"/>
                  <a:gd name="T16" fmla="*/ 0 h 36"/>
                  <a:gd name="T17" fmla="*/ 79 w 79"/>
                  <a:gd name="T18" fmla="*/ 36 h 36"/>
                </a:gdLst>
                <a:ahLst/>
                <a:cxnLst>
                  <a:cxn ang="T10">
                    <a:pos x="T0" y="T1"/>
                  </a:cxn>
                  <a:cxn ang="T11">
                    <a:pos x="T2" y="T3"/>
                  </a:cxn>
                  <a:cxn ang="T12">
                    <a:pos x="T4" y="T5"/>
                  </a:cxn>
                  <a:cxn ang="T13">
                    <a:pos x="T6" y="T7"/>
                  </a:cxn>
                  <a:cxn ang="T14">
                    <a:pos x="T8" y="T9"/>
                  </a:cxn>
                </a:cxnLst>
                <a:rect l="T15" t="T16" r="T17" b="T18"/>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82" name="Freeform 427"/>
              <p:cNvSpPr>
                <a:spLocks/>
              </p:cNvSpPr>
              <p:nvPr/>
            </p:nvSpPr>
            <p:spPr bwMode="auto">
              <a:xfrm>
                <a:off x="993" y="3576"/>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 name="T15" fmla="*/ 0 w 79"/>
                  <a:gd name="T16" fmla="*/ 0 h 36"/>
                  <a:gd name="T17" fmla="*/ 79 w 79"/>
                  <a:gd name="T18" fmla="*/ 36 h 36"/>
                </a:gdLst>
                <a:ahLst/>
                <a:cxnLst>
                  <a:cxn ang="T10">
                    <a:pos x="T0" y="T1"/>
                  </a:cxn>
                  <a:cxn ang="T11">
                    <a:pos x="T2" y="T3"/>
                  </a:cxn>
                  <a:cxn ang="T12">
                    <a:pos x="T4" y="T5"/>
                  </a:cxn>
                  <a:cxn ang="T13">
                    <a:pos x="T6" y="T7"/>
                  </a:cxn>
                  <a:cxn ang="T14">
                    <a:pos x="T8" y="T9"/>
                  </a:cxn>
                </a:cxnLst>
                <a:rect l="T15" t="T16" r="T17" b="T18"/>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83" name="Freeform 428"/>
              <p:cNvSpPr>
                <a:spLocks/>
              </p:cNvSpPr>
              <p:nvPr/>
            </p:nvSpPr>
            <p:spPr bwMode="auto">
              <a:xfrm>
                <a:off x="1012" y="3594"/>
                <a:ext cx="39" cy="12"/>
              </a:xfrm>
              <a:custGeom>
                <a:avLst/>
                <a:gdLst>
                  <a:gd name="T0" fmla="*/ 0 w 78"/>
                  <a:gd name="T1" fmla="*/ 0 h 36"/>
                  <a:gd name="T2" fmla="*/ 1 w 78"/>
                  <a:gd name="T3" fmla="*/ 0 h 36"/>
                  <a:gd name="T4" fmla="*/ 1 w 78"/>
                  <a:gd name="T5" fmla="*/ 0 h 36"/>
                  <a:gd name="T6" fmla="*/ 1 w 78"/>
                  <a:gd name="T7" fmla="*/ 0 h 36"/>
                  <a:gd name="T8" fmla="*/ 0 w 78"/>
                  <a:gd name="T9" fmla="*/ 0 h 36"/>
                  <a:gd name="T10" fmla="*/ 0 60000 65536"/>
                  <a:gd name="T11" fmla="*/ 0 60000 65536"/>
                  <a:gd name="T12" fmla="*/ 0 60000 65536"/>
                  <a:gd name="T13" fmla="*/ 0 60000 65536"/>
                  <a:gd name="T14" fmla="*/ 0 60000 65536"/>
                  <a:gd name="T15" fmla="*/ 0 w 78"/>
                  <a:gd name="T16" fmla="*/ 0 h 36"/>
                  <a:gd name="T17" fmla="*/ 78 w 78"/>
                  <a:gd name="T18" fmla="*/ 36 h 36"/>
                </a:gdLst>
                <a:ahLst/>
                <a:cxnLst>
                  <a:cxn ang="T10">
                    <a:pos x="T0" y="T1"/>
                  </a:cxn>
                  <a:cxn ang="T11">
                    <a:pos x="T2" y="T3"/>
                  </a:cxn>
                  <a:cxn ang="T12">
                    <a:pos x="T4" y="T5"/>
                  </a:cxn>
                  <a:cxn ang="T13">
                    <a:pos x="T6" y="T7"/>
                  </a:cxn>
                  <a:cxn ang="T14">
                    <a:pos x="T8" y="T9"/>
                  </a:cxn>
                </a:cxnLst>
                <a:rect l="T15" t="T16" r="T17" b="T18"/>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84" name="Freeform 429"/>
              <p:cNvSpPr>
                <a:spLocks/>
              </p:cNvSpPr>
              <p:nvPr/>
            </p:nvSpPr>
            <p:spPr bwMode="auto">
              <a:xfrm>
                <a:off x="1032" y="3613"/>
                <a:ext cx="40" cy="12"/>
              </a:xfrm>
              <a:custGeom>
                <a:avLst/>
                <a:gdLst>
                  <a:gd name="T0" fmla="*/ 0 w 79"/>
                  <a:gd name="T1" fmla="*/ 0 h 36"/>
                  <a:gd name="T2" fmla="*/ 1 w 79"/>
                  <a:gd name="T3" fmla="*/ 0 h 36"/>
                  <a:gd name="T4" fmla="*/ 1 w 79"/>
                  <a:gd name="T5" fmla="*/ 0 h 36"/>
                  <a:gd name="T6" fmla="*/ 1 w 79"/>
                  <a:gd name="T7" fmla="*/ 0 h 36"/>
                  <a:gd name="T8" fmla="*/ 0 w 79"/>
                  <a:gd name="T9" fmla="*/ 0 h 36"/>
                  <a:gd name="T10" fmla="*/ 0 60000 65536"/>
                  <a:gd name="T11" fmla="*/ 0 60000 65536"/>
                  <a:gd name="T12" fmla="*/ 0 60000 65536"/>
                  <a:gd name="T13" fmla="*/ 0 60000 65536"/>
                  <a:gd name="T14" fmla="*/ 0 60000 65536"/>
                  <a:gd name="T15" fmla="*/ 0 w 79"/>
                  <a:gd name="T16" fmla="*/ 0 h 36"/>
                  <a:gd name="T17" fmla="*/ 79 w 79"/>
                  <a:gd name="T18" fmla="*/ 36 h 36"/>
                </a:gdLst>
                <a:ahLst/>
                <a:cxnLst>
                  <a:cxn ang="T10">
                    <a:pos x="T0" y="T1"/>
                  </a:cxn>
                  <a:cxn ang="T11">
                    <a:pos x="T2" y="T3"/>
                  </a:cxn>
                  <a:cxn ang="T12">
                    <a:pos x="T4" y="T5"/>
                  </a:cxn>
                  <a:cxn ang="T13">
                    <a:pos x="T6" y="T7"/>
                  </a:cxn>
                  <a:cxn ang="T14">
                    <a:pos x="T8" y="T9"/>
                  </a:cxn>
                </a:cxnLst>
                <a:rect l="T15" t="T16" r="T17" b="T18"/>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85" name="Freeform 430"/>
              <p:cNvSpPr>
                <a:spLocks/>
              </p:cNvSpPr>
              <p:nvPr/>
            </p:nvSpPr>
            <p:spPr bwMode="auto">
              <a:xfrm>
                <a:off x="1053" y="3632"/>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 name="T15" fmla="*/ 0 w 79"/>
                  <a:gd name="T16" fmla="*/ 0 h 36"/>
                  <a:gd name="T17" fmla="*/ 79 w 79"/>
                  <a:gd name="T18" fmla="*/ 36 h 36"/>
                </a:gdLst>
                <a:ahLst/>
                <a:cxnLst>
                  <a:cxn ang="T10">
                    <a:pos x="T0" y="T1"/>
                  </a:cxn>
                  <a:cxn ang="T11">
                    <a:pos x="T2" y="T3"/>
                  </a:cxn>
                  <a:cxn ang="T12">
                    <a:pos x="T4" y="T5"/>
                  </a:cxn>
                  <a:cxn ang="T13">
                    <a:pos x="T6" y="T7"/>
                  </a:cxn>
                  <a:cxn ang="T14">
                    <a:pos x="T8" y="T9"/>
                  </a:cxn>
                </a:cxnLst>
                <a:rect l="T15" t="T16" r="T17" b="T18"/>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86" name="Freeform 431"/>
              <p:cNvSpPr>
                <a:spLocks/>
              </p:cNvSpPr>
              <p:nvPr/>
            </p:nvSpPr>
            <p:spPr bwMode="auto">
              <a:xfrm>
                <a:off x="1074" y="3651"/>
                <a:ext cx="40" cy="12"/>
              </a:xfrm>
              <a:custGeom>
                <a:avLst/>
                <a:gdLst>
                  <a:gd name="T0" fmla="*/ 0 w 79"/>
                  <a:gd name="T1" fmla="*/ 0 h 35"/>
                  <a:gd name="T2" fmla="*/ 1 w 79"/>
                  <a:gd name="T3" fmla="*/ 0 h 35"/>
                  <a:gd name="T4" fmla="*/ 1 w 79"/>
                  <a:gd name="T5" fmla="*/ 0 h 35"/>
                  <a:gd name="T6" fmla="*/ 1 w 79"/>
                  <a:gd name="T7" fmla="*/ 0 h 35"/>
                  <a:gd name="T8" fmla="*/ 0 w 79"/>
                  <a:gd name="T9" fmla="*/ 0 h 35"/>
                  <a:gd name="T10" fmla="*/ 0 60000 65536"/>
                  <a:gd name="T11" fmla="*/ 0 60000 65536"/>
                  <a:gd name="T12" fmla="*/ 0 60000 65536"/>
                  <a:gd name="T13" fmla="*/ 0 60000 65536"/>
                  <a:gd name="T14" fmla="*/ 0 60000 65536"/>
                  <a:gd name="T15" fmla="*/ 0 w 79"/>
                  <a:gd name="T16" fmla="*/ 0 h 35"/>
                  <a:gd name="T17" fmla="*/ 79 w 79"/>
                  <a:gd name="T18" fmla="*/ 35 h 35"/>
                </a:gdLst>
                <a:ahLst/>
                <a:cxnLst>
                  <a:cxn ang="T10">
                    <a:pos x="T0" y="T1"/>
                  </a:cxn>
                  <a:cxn ang="T11">
                    <a:pos x="T2" y="T3"/>
                  </a:cxn>
                  <a:cxn ang="T12">
                    <a:pos x="T4" y="T5"/>
                  </a:cxn>
                  <a:cxn ang="T13">
                    <a:pos x="T6" y="T7"/>
                  </a:cxn>
                  <a:cxn ang="T14">
                    <a:pos x="T8" y="T9"/>
                  </a:cxn>
                </a:cxnLst>
                <a:rect l="T15" t="T16" r="T17" b="T18"/>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87" name="Freeform 432"/>
              <p:cNvSpPr>
                <a:spLocks/>
              </p:cNvSpPr>
              <p:nvPr/>
            </p:nvSpPr>
            <p:spPr bwMode="auto">
              <a:xfrm>
                <a:off x="1095" y="3669"/>
                <a:ext cx="40" cy="12"/>
              </a:xfrm>
              <a:custGeom>
                <a:avLst/>
                <a:gdLst>
                  <a:gd name="T0" fmla="*/ 0 w 80"/>
                  <a:gd name="T1" fmla="*/ 0 h 36"/>
                  <a:gd name="T2" fmla="*/ 1 w 80"/>
                  <a:gd name="T3" fmla="*/ 0 h 36"/>
                  <a:gd name="T4" fmla="*/ 1 w 80"/>
                  <a:gd name="T5" fmla="*/ 0 h 36"/>
                  <a:gd name="T6" fmla="*/ 1 w 80"/>
                  <a:gd name="T7" fmla="*/ 0 h 36"/>
                  <a:gd name="T8" fmla="*/ 0 w 80"/>
                  <a:gd name="T9" fmla="*/ 0 h 36"/>
                  <a:gd name="T10" fmla="*/ 0 60000 65536"/>
                  <a:gd name="T11" fmla="*/ 0 60000 65536"/>
                  <a:gd name="T12" fmla="*/ 0 60000 65536"/>
                  <a:gd name="T13" fmla="*/ 0 60000 65536"/>
                  <a:gd name="T14" fmla="*/ 0 60000 65536"/>
                  <a:gd name="T15" fmla="*/ 0 w 80"/>
                  <a:gd name="T16" fmla="*/ 0 h 36"/>
                  <a:gd name="T17" fmla="*/ 80 w 80"/>
                  <a:gd name="T18" fmla="*/ 36 h 36"/>
                </a:gdLst>
                <a:ahLst/>
                <a:cxnLst>
                  <a:cxn ang="T10">
                    <a:pos x="T0" y="T1"/>
                  </a:cxn>
                  <a:cxn ang="T11">
                    <a:pos x="T2" y="T3"/>
                  </a:cxn>
                  <a:cxn ang="T12">
                    <a:pos x="T4" y="T5"/>
                  </a:cxn>
                  <a:cxn ang="T13">
                    <a:pos x="T6" y="T7"/>
                  </a:cxn>
                  <a:cxn ang="T14">
                    <a:pos x="T8" y="T9"/>
                  </a:cxn>
                </a:cxnLst>
                <a:rect l="T15" t="T16" r="T17" b="T18"/>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88" name="Freeform 433"/>
              <p:cNvSpPr>
                <a:spLocks/>
              </p:cNvSpPr>
              <p:nvPr/>
            </p:nvSpPr>
            <p:spPr bwMode="auto">
              <a:xfrm>
                <a:off x="1115" y="3688"/>
                <a:ext cx="40" cy="12"/>
              </a:xfrm>
              <a:custGeom>
                <a:avLst/>
                <a:gdLst>
                  <a:gd name="T0" fmla="*/ 0 w 80"/>
                  <a:gd name="T1" fmla="*/ 0 h 36"/>
                  <a:gd name="T2" fmla="*/ 1 w 80"/>
                  <a:gd name="T3" fmla="*/ 0 h 36"/>
                  <a:gd name="T4" fmla="*/ 1 w 80"/>
                  <a:gd name="T5" fmla="*/ 0 h 36"/>
                  <a:gd name="T6" fmla="*/ 1 w 80"/>
                  <a:gd name="T7" fmla="*/ 0 h 36"/>
                  <a:gd name="T8" fmla="*/ 0 w 80"/>
                  <a:gd name="T9" fmla="*/ 0 h 36"/>
                  <a:gd name="T10" fmla="*/ 0 60000 65536"/>
                  <a:gd name="T11" fmla="*/ 0 60000 65536"/>
                  <a:gd name="T12" fmla="*/ 0 60000 65536"/>
                  <a:gd name="T13" fmla="*/ 0 60000 65536"/>
                  <a:gd name="T14" fmla="*/ 0 60000 65536"/>
                  <a:gd name="T15" fmla="*/ 0 w 80"/>
                  <a:gd name="T16" fmla="*/ 0 h 36"/>
                  <a:gd name="T17" fmla="*/ 80 w 80"/>
                  <a:gd name="T18" fmla="*/ 36 h 36"/>
                </a:gdLst>
                <a:ahLst/>
                <a:cxnLst>
                  <a:cxn ang="T10">
                    <a:pos x="T0" y="T1"/>
                  </a:cxn>
                  <a:cxn ang="T11">
                    <a:pos x="T2" y="T3"/>
                  </a:cxn>
                  <a:cxn ang="T12">
                    <a:pos x="T4" y="T5"/>
                  </a:cxn>
                  <a:cxn ang="T13">
                    <a:pos x="T6" y="T7"/>
                  </a:cxn>
                  <a:cxn ang="T14">
                    <a:pos x="T8" y="T9"/>
                  </a:cxn>
                </a:cxnLst>
                <a:rect l="T15" t="T16" r="T17" b="T18"/>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89" name="Freeform 434"/>
              <p:cNvSpPr>
                <a:spLocks/>
              </p:cNvSpPr>
              <p:nvPr/>
            </p:nvSpPr>
            <p:spPr bwMode="auto">
              <a:xfrm>
                <a:off x="1134" y="3707"/>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 name="T15" fmla="*/ 0 w 79"/>
                  <a:gd name="T16" fmla="*/ 0 h 36"/>
                  <a:gd name="T17" fmla="*/ 79 w 79"/>
                  <a:gd name="T18" fmla="*/ 36 h 36"/>
                </a:gdLst>
                <a:ahLst/>
                <a:cxnLst>
                  <a:cxn ang="T10">
                    <a:pos x="T0" y="T1"/>
                  </a:cxn>
                  <a:cxn ang="T11">
                    <a:pos x="T2" y="T3"/>
                  </a:cxn>
                  <a:cxn ang="T12">
                    <a:pos x="T4" y="T5"/>
                  </a:cxn>
                  <a:cxn ang="T13">
                    <a:pos x="T6" y="T7"/>
                  </a:cxn>
                  <a:cxn ang="T14">
                    <a:pos x="T8" y="T9"/>
                  </a:cxn>
                </a:cxnLst>
                <a:rect l="T15" t="T16" r="T17" b="T18"/>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90" name="Freeform 435"/>
              <p:cNvSpPr>
                <a:spLocks/>
              </p:cNvSpPr>
              <p:nvPr/>
            </p:nvSpPr>
            <p:spPr bwMode="auto">
              <a:xfrm>
                <a:off x="1154" y="3726"/>
                <a:ext cx="40" cy="12"/>
              </a:xfrm>
              <a:custGeom>
                <a:avLst/>
                <a:gdLst>
                  <a:gd name="T0" fmla="*/ 0 w 80"/>
                  <a:gd name="T1" fmla="*/ 0 h 36"/>
                  <a:gd name="T2" fmla="*/ 1 w 80"/>
                  <a:gd name="T3" fmla="*/ 0 h 36"/>
                  <a:gd name="T4" fmla="*/ 1 w 80"/>
                  <a:gd name="T5" fmla="*/ 0 h 36"/>
                  <a:gd name="T6" fmla="*/ 1 w 80"/>
                  <a:gd name="T7" fmla="*/ 0 h 36"/>
                  <a:gd name="T8" fmla="*/ 0 w 80"/>
                  <a:gd name="T9" fmla="*/ 0 h 36"/>
                  <a:gd name="T10" fmla="*/ 0 60000 65536"/>
                  <a:gd name="T11" fmla="*/ 0 60000 65536"/>
                  <a:gd name="T12" fmla="*/ 0 60000 65536"/>
                  <a:gd name="T13" fmla="*/ 0 60000 65536"/>
                  <a:gd name="T14" fmla="*/ 0 60000 65536"/>
                  <a:gd name="T15" fmla="*/ 0 w 80"/>
                  <a:gd name="T16" fmla="*/ 0 h 36"/>
                  <a:gd name="T17" fmla="*/ 80 w 80"/>
                  <a:gd name="T18" fmla="*/ 36 h 36"/>
                </a:gdLst>
                <a:ahLst/>
                <a:cxnLst>
                  <a:cxn ang="T10">
                    <a:pos x="T0" y="T1"/>
                  </a:cxn>
                  <a:cxn ang="T11">
                    <a:pos x="T2" y="T3"/>
                  </a:cxn>
                  <a:cxn ang="T12">
                    <a:pos x="T4" y="T5"/>
                  </a:cxn>
                  <a:cxn ang="T13">
                    <a:pos x="T6" y="T7"/>
                  </a:cxn>
                  <a:cxn ang="T14">
                    <a:pos x="T8" y="T9"/>
                  </a:cxn>
                </a:cxnLst>
                <a:rect l="T15" t="T16" r="T17" b="T18"/>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91" name="Freeform 436"/>
              <p:cNvSpPr>
                <a:spLocks/>
              </p:cNvSpPr>
              <p:nvPr/>
            </p:nvSpPr>
            <p:spPr bwMode="auto">
              <a:xfrm>
                <a:off x="1175" y="3745"/>
                <a:ext cx="40" cy="12"/>
              </a:xfrm>
              <a:custGeom>
                <a:avLst/>
                <a:gdLst>
                  <a:gd name="T0" fmla="*/ 0 w 81"/>
                  <a:gd name="T1" fmla="*/ 0 h 36"/>
                  <a:gd name="T2" fmla="*/ 0 w 81"/>
                  <a:gd name="T3" fmla="*/ 0 h 36"/>
                  <a:gd name="T4" fmla="*/ 0 w 81"/>
                  <a:gd name="T5" fmla="*/ 0 h 36"/>
                  <a:gd name="T6" fmla="*/ 0 w 81"/>
                  <a:gd name="T7" fmla="*/ 0 h 36"/>
                  <a:gd name="T8" fmla="*/ 0 w 81"/>
                  <a:gd name="T9" fmla="*/ 0 h 36"/>
                  <a:gd name="T10" fmla="*/ 0 60000 65536"/>
                  <a:gd name="T11" fmla="*/ 0 60000 65536"/>
                  <a:gd name="T12" fmla="*/ 0 60000 65536"/>
                  <a:gd name="T13" fmla="*/ 0 60000 65536"/>
                  <a:gd name="T14" fmla="*/ 0 60000 65536"/>
                  <a:gd name="T15" fmla="*/ 0 w 81"/>
                  <a:gd name="T16" fmla="*/ 0 h 36"/>
                  <a:gd name="T17" fmla="*/ 81 w 81"/>
                  <a:gd name="T18" fmla="*/ 36 h 36"/>
                </a:gdLst>
                <a:ahLst/>
                <a:cxnLst>
                  <a:cxn ang="T10">
                    <a:pos x="T0" y="T1"/>
                  </a:cxn>
                  <a:cxn ang="T11">
                    <a:pos x="T2" y="T3"/>
                  </a:cxn>
                  <a:cxn ang="T12">
                    <a:pos x="T4" y="T5"/>
                  </a:cxn>
                  <a:cxn ang="T13">
                    <a:pos x="T6" y="T7"/>
                  </a:cxn>
                  <a:cxn ang="T14">
                    <a:pos x="T8" y="T9"/>
                  </a:cxn>
                </a:cxnLst>
                <a:rect l="T15" t="T16" r="T17" b="T18"/>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nvGrpSpPr>
              <p:cNvPr id="12492" name="Group 437"/>
              <p:cNvGrpSpPr>
                <a:grpSpLocks/>
              </p:cNvGrpSpPr>
              <p:nvPr/>
            </p:nvGrpSpPr>
            <p:grpSpPr bwMode="auto">
              <a:xfrm>
                <a:off x="700" y="3535"/>
                <a:ext cx="49" cy="24"/>
                <a:chOff x="700" y="3535"/>
                <a:chExt cx="49" cy="24"/>
              </a:xfrm>
            </p:grpSpPr>
            <p:sp>
              <p:nvSpPr>
                <p:cNvPr id="12532" name="Freeform 438"/>
                <p:cNvSpPr>
                  <a:spLocks/>
                </p:cNvSpPr>
                <p:nvPr/>
              </p:nvSpPr>
              <p:spPr bwMode="auto">
                <a:xfrm>
                  <a:off x="700" y="3535"/>
                  <a:ext cx="12" cy="24"/>
                </a:xfrm>
                <a:custGeom>
                  <a:avLst/>
                  <a:gdLst>
                    <a:gd name="T0" fmla="*/ 1 w 24"/>
                    <a:gd name="T1" fmla="*/ 0 h 70"/>
                    <a:gd name="T2" fmla="*/ 0 w 24"/>
                    <a:gd name="T3" fmla="*/ 0 h 70"/>
                    <a:gd name="T4" fmla="*/ 1 w 24"/>
                    <a:gd name="T5" fmla="*/ 0 h 70"/>
                    <a:gd name="T6" fmla="*/ 1 w 24"/>
                    <a:gd name="T7" fmla="*/ 0 h 70"/>
                    <a:gd name="T8" fmla="*/ 1 w 24"/>
                    <a:gd name="T9" fmla="*/ 0 h 70"/>
                    <a:gd name="T10" fmla="*/ 0 60000 65536"/>
                    <a:gd name="T11" fmla="*/ 0 60000 65536"/>
                    <a:gd name="T12" fmla="*/ 0 60000 65536"/>
                    <a:gd name="T13" fmla="*/ 0 60000 65536"/>
                    <a:gd name="T14" fmla="*/ 0 60000 65536"/>
                    <a:gd name="T15" fmla="*/ 0 w 24"/>
                    <a:gd name="T16" fmla="*/ 0 h 70"/>
                    <a:gd name="T17" fmla="*/ 24 w 24"/>
                    <a:gd name="T18" fmla="*/ 70 h 70"/>
                  </a:gdLst>
                  <a:ahLst/>
                  <a:cxnLst>
                    <a:cxn ang="T10">
                      <a:pos x="T0" y="T1"/>
                    </a:cxn>
                    <a:cxn ang="T11">
                      <a:pos x="T2" y="T3"/>
                    </a:cxn>
                    <a:cxn ang="T12">
                      <a:pos x="T4" y="T5"/>
                    </a:cxn>
                    <a:cxn ang="T13">
                      <a:pos x="T6" y="T7"/>
                    </a:cxn>
                    <a:cxn ang="T14">
                      <a:pos x="T8" y="T9"/>
                    </a:cxn>
                  </a:cxnLst>
                  <a:rect l="T15" t="T16" r="T17" b="T18"/>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33" name="Freeform 439"/>
                <p:cNvSpPr>
                  <a:spLocks/>
                </p:cNvSpPr>
                <p:nvPr/>
              </p:nvSpPr>
              <p:spPr bwMode="auto">
                <a:xfrm>
                  <a:off x="705" y="3536"/>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30"/>
                    <a:gd name="T29" fmla="*/ 73 w 73"/>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34" name="Freeform 440"/>
                <p:cNvSpPr>
                  <a:spLocks/>
                </p:cNvSpPr>
                <p:nvPr/>
              </p:nvSpPr>
              <p:spPr bwMode="auto">
                <a:xfrm>
                  <a:off x="708" y="3547"/>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93" name="Group 441"/>
              <p:cNvGrpSpPr>
                <a:grpSpLocks/>
              </p:cNvGrpSpPr>
              <p:nvPr/>
            </p:nvGrpSpPr>
            <p:grpSpPr bwMode="auto">
              <a:xfrm>
                <a:off x="714" y="3551"/>
                <a:ext cx="49" cy="22"/>
                <a:chOff x="714" y="3551"/>
                <a:chExt cx="49" cy="22"/>
              </a:xfrm>
            </p:grpSpPr>
            <p:sp>
              <p:nvSpPr>
                <p:cNvPr id="12529" name="Freeform 442"/>
                <p:cNvSpPr>
                  <a:spLocks/>
                </p:cNvSpPr>
                <p:nvPr/>
              </p:nvSpPr>
              <p:spPr bwMode="auto">
                <a:xfrm>
                  <a:off x="714" y="3551"/>
                  <a:ext cx="12" cy="22"/>
                </a:xfrm>
                <a:custGeom>
                  <a:avLst/>
                  <a:gdLst>
                    <a:gd name="T0" fmla="*/ 1 w 24"/>
                    <a:gd name="T1" fmla="*/ 0 h 67"/>
                    <a:gd name="T2" fmla="*/ 0 w 24"/>
                    <a:gd name="T3" fmla="*/ 0 h 67"/>
                    <a:gd name="T4" fmla="*/ 1 w 24"/>
                    <a:gd name="T5" fmla="*/ 0 h 67"/>
                    <a:gd name="T6" fmla="*/ 1 w 24"/>
                    <a:gd name="T7" fmla="*/ 0 h 67"/>
                    <a:gd name="T8" fmla="*/ 1 w 24"/>
                    <a:gd name="T9" fmla="*/ 0 h 67"/>
                    <a:gd name="T10" fmla="*/ 0 60000 65536"/>
                    <a:gd name="T11" fmla="*/ 0 60000 65536"/>
                    <a:gd name="T12" fmla="*/ 0 60000 65536"/>
                    <a:gd name="T13" fmla="*/ 0 60000 65536"/>
                    <a:gd name="T14" fmla="*/ 0 60000 65536"/>
                    <a:gd name="T15" fmla="*/ 0 w 24"/>
                    <a:gd name="T16" fmla="*/ 0 h 67"/>
                    <a:gd name="T17" fmla="*/ 24 w 24"/>
                    <a:gd name="T18" fmla="*/ 67 h 67"/>
                  </a:gdLst>
                  <a:ahLst/>
                  <a:cxnLst>
                    <a:cxn ang="T10">
                      <a:pos x="T0" y="T1"/>
                    </a:cxn>
                    <a:cxn ang="T11">
                      <a:pos x="T2" y="T3"/>
                    </a:cxn>
                    <a:cxn ang="T12">
                      <a:pos x="T4" y="T5"/>
                    </a:cxn>
                    <a:cxn ang="T13">
                      <a:pos x="T6" y="T7"/>
                    </a:cxn>
                    <a:cxn ang="T14">
                      <a:pos x="T8" y="T9"/>
                    </a:cxn>
                  </a:cxnLst>
                  <a:rect l="T15" t="T16" r="T17" b="T18"/>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30" name="Freeform 443"/>
                <p:cNvSpPr>
                  <a:spLocks/>
                </p:cNvSpPr>
                <p:nvPr/>
              </p:nvSpPr>
              <p:spPr bwMode="auto">
                <a:xfrm>
                  <a:off x="719" y="3551"/>
                  <a:ext cx="36" cy="10"/>
                </a:xfrm>
                <a:custGeom>
                  <a:avLst/>
                  <a:gdLst>
                    <a:gd name="T0" fmla="*/ 0 w 74"/>
                    <a:gd name="T1" fmla="*/ 0 h 29"/>
                    <a:gd name="T2" fmla="*/ 0 w 74"/>
                    <a:gd name="T3" fmla="*/ 0 h 29"/>
                    <a:gd name="T4" fmla="*/ 0 w 74"/>
                    <a:gd name="T5" fmla="*/ 0 h 29"/>
                    <a:gd name="T6" fmla="*/ 0 w 74"/>
                    <a:gd name="T7" fmla="*/ 0 h 29"/>
                    <a:gd name="T8" fmla="*/ 0 w 74"/>
                    <a:gd name="T9" fmla="*/ 0 h 29"/>
                    <a:gd name="T10" fmla="*/ 0 w 74"/>
                    <a:gd name="T11" fmla="*/ 0 h 29"/>
                    <a:gd name="T12" fmla="*/ 0 w 74"/>
                    <a:gd name="T13" fmla="*/ 0 h 29"/>
                    <a:gd name="T14" fmla="*/ 0 w 74"/>
                    <a:gd name="T15" fmla="*/ 0 h 29"/>
                    <a:gd name="T16" fmla="*/ 0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29"/>
                    <a:gd name="T29" fmla="*/ 74 w 74"/>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31" name="Freeform 444"/>
                <p:cNvSpPr>
                  <a:spLocks/>
                </p:cNvSpPr>
                <p:nvPr/>
              </p:nvSpPr>
              <p:spPr bwMode="auto">
                <a:xfrm>
                  <a:off x="722" y="3562"/>
                  <a:ext cx="41" cy="11"/>
                </a:xfrm>
                <a:custGeom>
                  <a:avLst/>
                  <a:gdLst>
                    <a:gd name="T0" fmla="*/ 0 w 81"/>
                    <a:gd name="T1" fmla="*/ 0 h 35"/>
                    <a:gd name="T2" fmla="*/ 1 w 81"/>
                    <a:gd name="T3" fmla="*/ 0 h 35"/>
                    <a:gd name="T4" fmla="*/ 1 w 81"/>
                    <a:gd name="T5" fmla="*/ 0 h 35"/>
                    <a:gd name="T6" fmla="*/ 1 w 81"/>
                    <a:gd name="T7" fmla="*/ 0 h 35"/>
                    <a:gd name="T8" fmla="*/ 1 w 81"/>
                    <a:gd name="T9" fmla="*/ 0 h 35"/>
                    <a:gd name="T10" fmla="*/ 1 w 81"/>
                    <a:gd name="T11" fmla="*/ 0 h 35"/>
                    <a:gd name="T12" fmla="*/ 0 w 81"/>
                    <a:gd name="T13" fmla="*/ 0 h 35"/>
                    <a:gd name="T14" fmla="*/ 0 60000 65536"/>
                    <a:gd name="T15" fmla="*/ 0 60000 65536"/>
                    <a:gd name="T16" fmla="*/ 0 60000 65536"/>
                    <a:gd name="T17" fmla="*/ 0 60000 65536"/>
                    <a:gd name="T18" fmla="*/ 0 60000 65536"/>
                    <a:gd name="T19" fmla="*/ 0 60000 65536"/>
                    <a:gd name="T20" fmla="*/ 0 60000 65536"/>
                    <a:gd name="T21" fmla="*/ 0 w 81"/>
                    <a:gd name="T22" fmla="*/ 0 h 35"/>
                    <a:gd name="T23" fmla="*/ 81 w 81"/>
                    <a:gd name="T24" fmla="*/ 35 h 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94" name="Group 445"/>
              <p:cNvGrpSpPr>
                <a:grpSpLocks/>
              </p:cNvGrpSpPr>
              <p:nvPr/>
            </p:nvGrpSpPr>
            <p:grpSpPr bwMode="auto">
              <a:xfrm>
                <a:off x="728" y="3564"/>
                <a:ext cx="48" cy="23"/>
                <a:chOff x="728" y="3564"/>
                <a:chExt cx="48" cy="23"/>
              </a:xfrm>
            </p:grpSpPr>
            <p:sp>
              <p:nvSpPr>
                <p:cNvPr id="12526" name="Freeform 446"/>
                <p:cNvSpPr>
                  <a:spLocks/>
                </p:cNvSpPr>
                <p:nvPr/>
              </p:nvSpPr>
              <p:spPr bwMode="auto">
                <a:xfrm>
                  <a:off x="728" y="3564"/>
                  <a:ext cx="11" cy="23"/>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 name="T15" fmla="*/ 0 w 22"/>
                    <a:gd name="T16" fmla="*/ 0 h 68"/>
                    <a:gd name="T17" fmla="*/ 22 w 22"/>
                    <a:gd name="T18" fmla="*/ 68 h 68"/>
                  </a:gdLst>
                  <a:ahLst/>
                  <a:cxnLst>
                    <a:cxn ang="T10">
                      <a:pos x="T0" y="T1"/>
                    </a:cxn>
                    <a:cxn ang="T11">
                      <a:pos x="T2" y="T3"/>
                    </a:cxn>
                    <a:cxn ang="T12">
                      <a:pos x="T4" y="T5"/>
                    </a:cxn>
                    <a:cxn ang="T13">
                      <a:pos x="T6" y="T7"/>
                    </a:cxn>
                    <a:cxn ang="T14">
                      <a:pos x="T8" y="T9"/>
                    </a:cxn>
                  </a:cxnLst>
                  <a:rect l="T15" t="T16" r="T17" b="T18"/>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27" name="Freeform 447"/>
                <p:cNvSpPr>
                  <a:spLocks/>
                </p:cNvSpPr>
                <p:nvPr/>
              </p:nvSpPr>
              <p:spPr bwMode="auto">
                <a:xfrm>
                  <a:off x="732" y="3565"/>
                  <a:ext cx="37"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2"/>
                    <a:gd name="T28" fmla="*/ 0 h 30"/>
                    <a:gd name="T29" fmla="*/ 72 w 72"/>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28" name="Freeform 448"/>
                <p:cNvSpPr>
                  <a:spLocks/>
                </p:cNvSpPr>
                <p:nvPr/>
              </p:nvSpPr>
              <p:spPr bwMode="auto">
                <a:xfrm>
                  <a:off x="735" y="3575"/>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95" name="Group 449"/>
              <p:cNvGrpSpPr>
                <a:grpSpLocks/>
              </p:cNvGrpSpPr>
              <p:nvPr/>
            </p:nvGrpSpPr>
            <p:grpSpPr bwMode="auto">
              <a:xfrm>
                <a:off x="742" y="3582"/>
                <a:ext cx="49" cy="23"/>
                <a:chOff x="742" y="3582"/>
                <a:chExt cx="49" cy="23"/>
              </a:xfrm>
            </p:grpSpPr>
            <p:sp>
              <p:nvSpPr>
                <p:cNvPr id="12523" name="Freeform 450"/>
                <p:cNvSpPr>
                  <a:spLocks/>
                </p:cNvSpPr>
                <p:nvPr/>
              </p:nvSpPr>
              <p:spPr bwMode="auto">
                <a:xfrm>
                  <a:off x="742" y="3582"/>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 name="T15" fmla="*/ 0 w 24"/>
                    <a:gd name="T16" fmla="*/ 0 h 68"/>
                    <a:gd name="T17" fmla="*/ 24 w 24"/>
                    <a:gd name="T18" fmla="*/ 68 h 68"/>
                  </a:gdLst>
                  <a:ahLst/>
                  <a:cxnLst>
                    <a:cxn ang="T10">
                      <a:pos x="T0" y="T1"/>
                    </a:cxn>
                    <a:cxn ang="T11">
                      <a:pos x="T2" y="T3"/>
                    </a:cxn>
                    <a:cxn ang="T12">
                      <a:pos x="T4" y="T5"/>
                    </a:cxn>
                    <a:cxn ang="T13">
                      <a:pos x="T6" y="T7"/>
                    </a:cxn>
                    <a:cxn ang="T14">
                      <a:pos x="T8" y="T9"/>
                    </a:cxn>
                  </a:cxnLst>
                  <a:rect l="T15" t="T16" r="T17" b="T18"/>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24" name="Freeform 451"/>
                <p:cNvSpPr>
                  <a:spLocks/>
                </p:cNvSpPr>
                <p:nvPr/>
              </p:nvSpPr>
              <p:spPr bwMode="auto">
                <a:xfrm>
                  <a:off x="747" y="3582"/>
                  <a:ext cx="36"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2"/>
                    <a:gd name="T28" fmla="*/ 0 h 30"/>
                    <a:gd name="T29" fmla="*/ 72 w 72"/>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25" name="Freeform 452"/>
                <p:cNvSpPr>
                  <a:spLocks/>
                </p:cNvSpPr>
                <p:nvPr/>
              </p:nvSpPr>
              <p:spPr bwMode="auto">
                <a:xfrm>
                  <a:off x="750" y="3593"/>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96" name="Group 453"/>
              <p:cNvGrpSpPr>
                <a:grpSpLocks/>
              </p:cNvGrpSpPr>
              <p:nvPr/>
            </p:nvGrpSpPr>
            <p:grpSpPr bwMode="auto">
              <a:xfrm>
                <a:off x="752" y="3597"/>
                <a:ext cx="133" cy="106"/>
                <a:chOff x="752" y="3597"/>
                <a:chExt cx="133" cy="106"/>
              </a:xfrm>
            </p:grpSpPr>
            <p:sp>
              <p:nvSpPr>
                <p:cNvPr id="12520" name="Freeform 454"/>
                <p:cNvSpPr>
                  <a:spLocks/>
                </p:cNvSpPr>
                <p:nvPr/>
              </p:nvSpPr>
              <p:spPr bwMode="auto">
                <a:xfrm>
                  <a:off x="752" y="3598"/>
                  <a:ext cx="91" cy="105"/>
                </a:xfrm>
                <a:custGeom>
                  <a:avLst/>
                  <a:gdLst>
                    <a:gd name="T0" fmla="*/ 1 w 182"/>
                    <a:gd name="T1" fmla="*/ 0 h 314"/>
                    <a:gd name="T2" fmla="*/ 0 w 182"/>
                    <a:gd name="T3" fmla="*/ 0 h 314"/>
                    <a:gd name="T4" fmla="*/ 1 w 182"/>
                    <a:gd name="T5" fmla="*/ 0 h 314"/>
                    <a:gd name="T6" fmla="*/ 1 w 182"/>
                    <a:gd name="T7" fmla="*/ 0 h 314"/>
                    <a:gd name="T8" fmla="*/ 1 w 182"/>
                    <a:gd name="T9" fmla="*/ 0 h 314"/>
                    <a:gd name="T10" fmla="*/ 0 60000 65536"/>
                    <a:gd name="T11" fmla="*/ 0 60000 65536"/>
                    <a:gd name="T12" fmla="*/ 0 60000 65536"/>
                    <a:gd name="T13" fmla="*/ 0 60000 65536"/>
                    <a:gd name="T14" fmla="*/ 0 60000 65536"/>
                    <a:gd name="T15" fmla="*/ 0 w 182"/>
                    <a:gd name="T16" fmla="*/ 0 h 314"/>
                    <a:gd name="T17" fmla="*/ 182 w 182"/>
                    <a:gd name="T18" fmla="*/ 314 h 314"/>
                  </a:gdLst>
                  <a:ahLst/>
                  <a:cxnLst>
                    <a:cxn ang="T10">
                      <a:pos x="T0" y="T1"/>
                    </a:cxn>
                    <a:cxn ang="T11">
                      <a:pos x="T2" y="T3"/>
                    </a:cxn>
                    <a:cxn ang="T12">
                      <a:pos x="T4" y="T5"/>
                    </a:cxn>
                    <a:cxn ang="T13">
                      <a:pos x="T6" y="T7"/>
                    </a:cxn>
                    <a:cxn ang="T14">
                      <a:pos x="T8" y="T9"/>
                    </a:cxn>
                  </a:cxnLst>
                  <a:rect l="T15" t="T16" r="T17" b="T18"/>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21" name="Freeform 455"/>
                <p:cNvSpPr>
                  <a:spLocks/>
                </p:cNvSpPr>
                <p:nvPr/>
              </p:nvSpPr>
              <p:spPr bwMode="auto">
                <a:xfrm>
                  <a:off x="759" y="3597"/>
                  <a:ext cx="118" cy="94"/>
                </a:xfrm>
                <a:custGeom>
                  <a:avLst/>
                  <a:gdLst>
                    <a:gd name="T0" fmla="*/ 1 w 235"/>
                    <a:gd name="T1" fmla="*/ 0 h 281"/>
                    <a:gd name="T2" fmla="*/ 1 w 235"/>
                    <a:gd name="T3" fmla="*/ 0 h 281"/>
                    <a:gd name="T4" fmla="*/ 1 w 235"/>
                    <a:gd name="T5" fmla="*/ 0 h 281"/>
                    <a:gd name="T6" fmla="*/ 1 w 235"/>
                    <a:gd name="T7" fmla="*/ 0 h 281"/>
                    <a:gd name="T8" fmla="*/ 1 w 235"/>
                    <a:gd name="T9" fmla="*/ 0 h 281"/>
                    <a:gd name="T10" fmla="*/ 1 w 235"/>
                    <a:gd name="T11" fmla="*/ 0 h 281"/>
                    <a:gd name="T12" fmla="*/ 1 w 235"/>
                    <a:gd name="T13" fmla="*/ 0 h 281"/>
                    <a:gd name="T14" fmla="*/ 0 w 235"/>
                    <a:gd name="T15" fmla="*/ 0 h 281"/>
                    <a:gd name="T16" fmla="*/ 1 w 235"/>
                    <a:gd name="T17" fmla="*/ 0 h 28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5"/>
                    <a:gd name="T28" fmla="*/ 0 h 281"/>
                    <a:gd name="T29" fmla="*/ 235 w 235"/>
                    <a:gd name="T30" fmla="*/ 281 h 28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22" name="Freeform 456"/>
                <p:cNvSpPr>
                  <a:spLocks/>
                </p:cNvSpPr>
                <p:nvPr/>
              </p:nvSpPr>
              <p:spPr bwMode="auto">
                <a:xfrm>
                  <a:off x="838" y="3691"/>
                  <a:ext cx="47" cy="12"/>
                </a:xfrm>
                <a:custGeom>
                  <a:avLst/>
                  <a:gdLst>
                    <a:gd name="T0" fmla="*/ 0 w 95"/>
                    <a:gd name="T1" fmla="*/ 0 h 36"/>
                    <a:gd name="T2" fmla="*/ 0 w 95"/>
                    <a:gd name="T3" fmla="*/ 0 h 36"/>
                    <a:gd name="T4" fmla="*/ 0 w 95"/>
                    <a:gd name="T5" fmla="*/ 0 h 36"/>
                    <a:gd name="T6" fmla="*/ 0 w 95"/>
                    <a:gd name="T7" fmla="*/ 0 h 36"/>
                    <a:gd name="T8" fmla="*/ 0 w 95"/>
                    <a:gd name="T9" fmla="*/ 0 h 36"/>
                    <a:gd name="T10" fmla="*/ 0 w 95"/>
                    <a:gd name="T11" fmla="*/ 0 h 36"/>
                    <a:gd name="T12" fmla="*/ 0 w 95"/>
                    <a:gd name="T13" fmla="*/ 0 h 36"/>
                    <a:gd name="T14" fmla="*/ 0 60000 65536"/>
                    <a:gd name="T15" fmla="*/ 0 60000 65536"/>
                    <a:gd name="T16" fmla="*/ 0 60000 65536"/>
                    <a:gd name="T17" fmla="*/ 0 60000 65536"/>
                    <a:gd name="T18" fmla="*/ 0 60000 65536"/>
                    <a:gd name="T19" fmla="*/ 0 60000 65536"/>
                    <a:gd name="T20" fmla="*/ 0 60000 65536"/>
                    <a:gd name="T21" fmla="*/ 0 w 95"/>
                    <a:gd name="T22" fmla="*/ 0 h 36"/>
                    <a:gd name="T23" fmla="*/ 95 w 95"/>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97" name="Group 457"/>
              <p:cNvGrpSpPr>
                <a:grpSpLocks/>
              </p:cNvGrpSpPr>
              <p:nvPr/>
            </p:nvGrpSpPr>
            <p:grpSpPr bwMode="auto">
              <a:xfrm>
                <a:off x="844" y="3694"/>
                <a:ext cx="48" cy="23"/>
                <a:chOff x="844" y="3694"/>
                <a:chExt cx="48" cy="23"/>
              </a:xfrm>
            </p:grpSpPr>
            <p:sp>
              <p:nvSpPr>
                <p:cNvPr id="12517" name="Freeform 458"/>
                <p:cNvSpPr>
                  <a:spLocks/>
                </p:cNvSpPr>
                <p:nvPr/>
              </p:nvSpPr>
              <p:spPr bwMode="auto">
                <a:xfrm>
                  <a:off x="844" y="3694"/>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 name="T15" fmla="*/ 0 w 24"/>
                    <a:gd name="T16" fmla="*/ 0 h 68"/>
                    <a:gd name="T17" fmla="*/ 24 w 24"/>
                    <a:gd name="T18" fmla="*/ 68 h 68"/>
                  </a:gdLst>
                  <a:ahLst/>
                  <a:cxnLst>
                    <a:cxn ang="T10">
                      <a:pos x="T0" y="T1"/>
                    </a:cxn>
                    <a:cxn ang="T11">
                      <a:pos x="T2" y="T3"/>
                    </a:cxn>
                    <a:cxn ang="T12">
                      <a:pos x="T4" y="T5"/>
                    </a:cxn>
                    <a:cxn ang="T13">
                      <a:pos x="T6" y="T7"/>
                    </a:cxn>
                    <a:cxn ang="T14">
                      <a:pos x="T8" y="T9"/>
                    </a:cxn>
                  </a:cxnLst>
                  <a:rect l="T15" t="T16" r="T17" b="T18"/>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18" name="Freeform 459"/>
                <p:cNvSpPr>
                  <a:spLocks/>
                </p:cNvSpPr>
                <p:nvPr/>
              </p:nvSpPr>
              <p:spPr bwMode="auto">
                <a:xfrm>
                  <a:off x="848" y="3695"/>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30"/>
                    <a:gd name="T29" fmla="*/ 74 w 74"/>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19" name="Freeform 460"/>
                <p:cNvSpPr>
                  <a:spLocks/>
                </p:cNvSpPr>
                <p:nvPr/>
              </p:nvSpPr>
              <p:spPr bwMode="auto">
                <a:xfrm>
                  <a:off x="851" y="3706"/>
                  <a:ext cx="41" cy="11"/>
                </a:xfrm>
                <a:custGeom>
                  <a:avLst/>
                  <a:gdLst>
                    <a:gd name="T0" fmla="*/ 0 w 81"/>
                    <a:gd name="T1" fmla="*/ 0 h 34"/>
                    <a:gd name="T2" fmla="*/ 1 w 81"/>
                    <a:gd name="T3" fmla="*/ 0 h 34"/>
                    <a:gd name="T4" fmla="*/ 1 w 81"/>
                    <a:gd name="T5" fmla="*/ 0 h 34"/>
                    <a:gd name="T6" fmla="*/ 1 w 81"/>
                    <a:gd name="T7" fmla="*/ 0 h 34"/>
                    <a:gd name="T8" fmla="*/ 1 w 81"/>
                    <a:gd name="T9" fmla="*/ 0 h 34"/>
                    <a:gd name="T10" fmla="*/ 1 w 81"/>
                    <a:gd name="T11" fmla="*/ 0 h 34"/>
                    <a:gd name="T12" fmla="*/ 0 w 81"/>
                    <a:gd name="T13" fmla="*/ 0 h 34"/>
                    <a:gd name="T14" fmla="*/ 0 60000 65536"/>
                    <a:gd name="T15" fmla="*/ 0 60000 65536"/>
                    <a:gd name="T16" fmla="*/ 0 60000 65536"/>
                    <a:gd name="T17" fmla="*/ 0 60000 65536"/>
                    <a:gd name="T18" fmla="*/ 0 60000 65536"/>
                    <a:gd name="T19" fmla="*/ 0 60000 65536"/>
                    <a:gd name="T20" fmla="*/ 0 60000 65536"/>
                    <a:gd name="T21" fmla="*/ 0 w 81"/>
                    <a:gd name="T22" fmla="*/ 0 h 34"/>
                    <a:gd name="T23" fmla="*/ 81 w 81"/>
                    <a:gd name="T24" fmla="*/ 34 h 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98" name="Group 461"/>
              <p:cNvGrpSpPr>
                <a:grpSpLocks/>
              </p:cNvGrpSpPr>
              <p:nvPr/>
            </p:nvGrpSpPr>
            <p:grpSpPr bwMode="auto">
              <a:xfrm>
                <a:off x="857" y="3710"/>
                <a:ext cx="49" cy="22"/>
                <a:chOff x="857" y="3710"/>
                <a:chExt cx="49" cy="22"/>
              </a:xfrm>
            </p:grpSpPr>
            <p:sp>
              <p:nvSpPr>
                <p:cNvPr id="12514" name="Freeform 462"/>
                <p:cNvSpPr>
                  <a:spLocks/>
                </p:cNvSpPr>
                <p:nvPr/>
              </p:nvSpPr>
              <p:spPr bwMode="auto">
                <a:xfrm>
                  <a:off x="857" y="3710"/>
                  <a:ext cx="11" cy="22"/>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 name="T15" fmla="*/ 0 w 22"/>
                    <a:gd name="T16" fmla="*/ 0 h 68"/>
                    <a:gd name="T17" fmla="*/ 22 w 22"/>
                    <a:gd name="T18" fmla="*/ 68 h 68"/>
                  </a:gdLst>
                  <a:ahLst/>
                  <a:cxnLst>
                    <a:cxn ang="T10">
                      <a:pos x="T0" y="T1"/>
                    </a:cxn>
                    <a:cxn ang="T11">
                      <a:pos x="T2" y="T3"/>
                    </a:cxn>
                    <a:cxn ang="T12">
                      <a:pos x="T4" y="T5"/>
                    </a:cxn>
                    <a:cxn ang="T13">
                      <a:pos x="T6" y="T7"/>
                    </a:cxn>
                    <a:cxn ang="T14">
                      <a:pos x="T8" y="T9"/>
                    </a:cxn>
                  </a:cxnLst>
                  <a:rect l="T15" t="T16" r="T17" b="T18"/>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15" name="Freeform 463"/>
                <p:cNvSpPr>
                  <a:spLocks/>
                </p:cNvSpPr>
                <p:nvPr/>
              </p:nvSpPr>
              <p:spPr bwMode="auto">
                <a:xfrm>
                  <a:off x="862" y="3710"/>
                  <a:ext cx="36"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2"/>
                    <a:gd name="T28" fmla="*/ 0 h 29"/>
                    <a:gd name="T29" fmla="*/ 72 w 72"/>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16" name="Freeform 464"/>
                <p:cNvSpPr>
                  <a:spLocks/>
                </p:cNvSpPr>
                <p:nvPr/>
              </p:nvSpPr>
              <p:spPr bwMode="auto">
                <a:xfrm>
                  <a:off x="865" y="3720"/>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99" name="Group 465"/>
              <p:cNvGrpSpPr>
                <a:grpSpLocks/>
              </p:cNvGrpSpPr>
              <p:nvPr/>
            </p:nvGrpSpPr>
            <p:grpSpPr bwMode="auto">
              <a:xfrm>
                <a:off x="1086" y="3766"/>
                <a:ext cx="49" cy="23"/>
                <a:chOff x="1086" y="3766"/>
                <a:chExt cx="49" cy="23"/>
              </a:xfrm>
            </p:grpSpPr>
            <p:sp>
              <p:nvSpPr>
                <p:cNvPr id="12511" name="Freeform 466"/>
                <p:cNvSpPr>
                  <a:spLocks/>
                </p:cNvSpPr>
                <p:nvPr/>
              </p:nvSpPr>
              <p:spPr bwMode="auto">
                <a:xfrm>
                  <a:off x="1086" y="3766"/>
                  <a:ext cx="11" cy="23"/>
                </a:xfrm>
                <a:custGeom>
                  <a:avLst/>
                  <a:gdLst>
                    <a:gd name="T0" fmla="*/ 1 w 22"/>
                    <a:gd name="T1" fmla="*/ 0 h 69"/>
                    <a:gd name="T2" fmla="*/ 0 w 22"/>
                    <a:gd name="T3" fmla="*/ 0 h 69"/>
                    <a:gd name="T4" fmla="*/ 1 w 22"/>
                    <a:gd name="T5" fmla="*/ 0 h 69"/>
                    <a:gd name="T6" fmla="*/ 1 w 22"/>
                    <a:gd name="T7" fmla="*/ 0 h 69"/>
                    <a:gd name="T8" fmla="*/ 1 w 22"/>
                    <a:gd name="T9" fmla="*/ 0 h 69"/>
                    <a:gd name="T10" fmla="*/ 0 60000 65536"/>
                    <a:gd name="T11" fmla="*/ 0 60000 65536"/>
                    <a:gd name="T12" fmla="*/ 0 60000 65536"/>
                    <a:gd name="T13" fmla="*/ 0 60000 65536"/>
                    <a:gd name="T14" fmla="*/ 0 60000 65536"/>
                    <a:gd name="T15" fmla="*/ 0 w 22"/>
                    <a:gd name="T16" fmla="*/ 0 h 69"/>
                    <a:gd name="T17" fmla="*/ 22 w 22"/>
                    <a:gd name="T18" fmla="*/ 69 h 69"/>
                  </a:gdLst>
                  <a:ahLst/>
                  <a:cxnLst>
                    <a:cxn ang="T10">
                      <a:pos x="T0" y="T1"/>
                    </a:cxn>
                    <a:cxn ang="T11">
                      <a:pos x="T2" y="T3"/>
                    </a:cxn>
                    <a:cxn ang="T12">
                      <a:pos x="T4" y="T5"/>
                    </a:cxn>
                    <a:cxn ang="T13">
                      <a:pos x="T6" y="T7"/>
                    </a:cxn>
                    <a:cxn ang="T14">
                      <a:pos x="T8" y="T9"/>
                    </a:cxn>
                  </a:cxnLst>
                  <a:rect l="T15" t="T16" r="T17" b="T18"/>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12" name="Freeform 467"/>
                <p:cNvSpPr>
                  <a:spLocks/>
                </p:cNvSpPr>
                <p:nvPr/>
              </p:nvSpPr>
              <p:spPr bwMode="auto">
                <a:xfrm>
                  <a:off x="1090" y="3767"/>
                  <a:ext cx="37" cy="10"/>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31"/>
                    <a:gd name="T29" fmla="*/ 74 w 74"/>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13" name="Freeform 468"/>
                <p:cNvSpPr>
                  <a:spLocks/>
                </p:cNvSpPr>
                <p:nvPr/>
              </p:nvSpPr>
              <p:spPr bwMode="auto">
                <a:xfrm>
                  <a:off x="1093" y="3777"/>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500" name="Group 469"/>
              <p:cNvGrpSpPr>
                <a:grpSpLocks/>
              </p:cNvGrpSpPr>
              <p:nvPr/>
            </p:nvGrpSpPr>
            <p:grpSpPr bwMode="auto">
              <a:xfrm>
                <a:off x="934" y="3740"/>
                <a:ext cx="48" cy="23"/>
                <a:chOff x="934" y="3740"/>
                <a:chExt cx="48" cy="23"/>
              </a:xfrm>
            </p:grpSpPr>
            <p:sp>
              <p:nvSpPr>
                <p:cNvPr id="12508" name="Freeform 470"/>
                <p:cNvSpPr>
                  <a:spLocks/>
                </p:cNvSpPr>
                <p:nvPr/>
              </p:nvSpPr>
              <p:spPr bwMode="auto">
                <a:xfrm>
                  <a:off x="934" y="3740"/>
                  <a:ext cx="11" cy="23"/>
                </a:xfrm>
                <a:custGeom>
                  <a:avLst/>
                  <a:gdLst>
                    <a:gd name="T0" fmla="*/ 0 w 24"/>
                    <a:gd name="T1" fmla="*/ 0 h 70"/>
                    <a:gd name="T2" fmla="*/ 0 w 24"/>
                    <a:gd name="T3" fmla="*/ 0 h 70"/>
                    <a:gd name="T4" fmla="*/ 0 w 24"/>
                    <a:gd name="T5" fmla="*/ 0 h 70"/>
                    <a:gd name="T6" fmla="*/ 0 w 24"/>
                    <a:gd name="T7" fmla="*/ 0 h 70"/>
                    <a:gd name="T8" fmla="*/ 0 w 24"/>
                    <a:gd name="T9" fmla="*/ 0 h 70"/>
                    <a:gd name="T10" fmla="*/ 0 60000 65536"/>
                    <a:gd name="T11" fmla="*/ 0 60000 65536"/>
                    <a:gd name="T12" fmla="*/ 0 60000 65536"/>
                    <a:gd name="T13" fmla="*/ 0 60000 65536"/>
                    <a:gd name="T14" fmla="*/ 0 60000 65536"/>
                    <a:gd name="T15" fmla="*/ 0 w 24"/>
                    <a:gd name="T16" fmla="*/ 0 h 70"/>
                    <a:gd name="T17" fmla="*/ 24 w 24"/>
                    <a:gd name="T18" fmla="*/ 70 h 70"/>
                  </a:gdLst>
                  <a:ahLst/>
                  <a:cxnLst>
                    <a:cxn ang="T10">
                      <a:pos x="T0" y="T1"/>
                    </a:cxn>
                    <a:cxn ang="T11">
                      <a:pos x="T2" y="T3"/>
                    </a:cxn>
                    <a:cxn ang="T12">
                      <a:pos x="T4" y="T5"/>
                    </a:cxn>
                    <a:cxn ang="T13">
                      <a:pos x="T6" y="T7"/>
                    </a:cxn>
                    <a:cxn ang="T14">
                      <a:pos x="T8" y="T9"/>
                    </a:cxn>
                  </a:cxnLst>
                  <a:rect l="T15" t="T16" r="T17" b="T18"/>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09" name="Freeform 471"/>
                <p:cNvSpPr>
                  <a:spLocks/>
                </p:cNvSpPr>
                <p:nvPr/>
              </p:nvSpPr>
              <p:spPr bwMode="auto">
                <a:xfrm>
                  <a:off x="938" y="3741"/>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30"/>
                    <a:gd name="T29" fmla="*/ 74 w 74"/>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10" name="Freeform 472"/>
                <p:cNvSpPr>
                  <a:spLocks/>
                </p:cNvSpPr>
                <p:nvPr/>
              </p:nvSpPr>
              <p:spPr bwMode="auto">
                <a:xfrm>
                  <a:off x="941" y="3751"/>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 name="T21" fmla="*/ 0 w 81"/>
                    <a:gd name="T22" fmla="*/ 0 h 36"/>
                    <a:gd name="T23" fmla="*/ 81 w 81"/>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501" name="Group 473"/>
              <p:cNvGrpSpPr>
                <a:grpSpLocks/>
              </p:cNvGrpSpPr>
              <p:nvPr/>
            </p:nvGrpSpPr>
            <p:grpSpPr bwMode="auto">
              <a:xfrm>
                <a:off x="943" y="3754"/>
                <a:ext cx="49" cy="23"/>
                <a:chOff x="943" y="3754"/>
                <a:chExt cx="49" cy="23"/>
              </a:xfrm>
            </p:grpSpPr>
            <p:sp>
              <p:nvSpPr>
                <p:cNvPr id="12505" name="Freeform 474"/>
                <p:cNvSpPr>
                  <a:spLocks/>
                </p:cNvSpPr>
                <p:nvPr/>
              </p:nvSpPr>
              <p:spPr bwMode="auto">
                <a:xfrm>
                  <a:off x="943" y="3754"/>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06" name="Freeform 475"/>
                <p:cNvSpPr>
                  <a:spLocks/>
                </p:cNvSpPr>
                <p:nvPr/>
              </p:nvSpPr>
              <p:spPr bwMode="auto">
                <a:xfrm>
                  <a:off x="948" y="3755"/>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30"/>
                    <a:gd name="T29" fmla="*/ 74 w 74"/>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07" name="Freeform 476"/>
                <p:cNvSpPr>
                  <a:spLocks/>
                </p:cNvSpPr>
                <p:nvPr/>
              </p:nvSpPr>
              <p:spPr bwMode="auto">
                <a:xfrm>
                  <a:off x="951" y="3765"/>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 name="T21" fmla="*/ 0 w 81"/>
                    <a:gd name="T22" fmla="*/ 0 h 36"/>
                    <a:gd name="T23" fmla="*/ 81 w 81"/>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sp>
            <p:nvSpPr>
              <p:cNvPr id="12502" name="Freeform 477"/>
              <p:cNvSpPr>
                <a:spLocks/>
              </p:cNvSpPr>
              <p:nvPr/>
            </p:nvSpPr>
            <p:spPr bwMode="auto">
              <a:xfrm>
                <a:off x="987" y="3753"/>
                <a:ext cx="25" cy="43"/>
              </a:xfrm>
              <a:custGeom>
                <a:avLst/>
                <a:gdLst>
                  <a:gd name="T0" fmla="*/ 0 w 51"/>
                  <a:gd name="T1" fmla="*/ 0 h 128"/>
                  <a:gd name="T2" fmla="*/ 0 w 51"/>
                  <a:gd name="T3" fmla="*/ 0 h 128"/>
                  <a:gd name="T4" fmla="*/ 0 w 51"/>
                  <a:gd name="T5" fmla="*/ 0 h 128"/>
                  <a:gd name="T6" fmla="*/ 0 w 51"/>
                  <a:gd name="T7" fmla="*/ 0 h 128"/>
                  <a:gd name="T8" fmla="*/ 0 w 51"/>
                  <a:gd name="T9" fmla="*/ 0 h 128"/>
                  <a:gd name="T10" fmla="*/ 0 w 51"/>
                  <a:gd name="T11" fmla="*/ 0 h 128"/>
                  <a:gd name="T12" fmla="*/ 0 w 51"/>
                  <a:gd name="T13" fmla="*/ 0 h 128"/>
                  <a:gd name="T14" fmla="*/ 0 60000 65536"/>
                  <a:gd name="T15" fmla="*/ 0 60000 65536"/>
                  <a:gd name="T16" fmla="*/ 0 60000 65536"/>
                  <a:gd name="T17" fmla="*/ 0 60000 65536"/>
                  <a:gd name="T18" fmla="*/ 0 60000 65536"/>
                  <a:gd name="T19" fmla="*/ 0 60000 65536"/>
                  <a:gd name="T20" fmla="*/ 0 60000 65536"/>
                  <a:gd name="T21" fmla="*/ 0 w 51"/>
                  <a:gd name="T22" fmla="*/ 0 h 128"/>
                  <a:gd name="T23" fmla="*/ 51 w 51"/>
                  <a:gd name="T24" fmla="*/ 128 h 1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03" name="Freeform 478"/>
              <p:cNvSpPr>
                <a:spLocks/>
              </p:cNvSpPr>
              <p:nvPr/>
            </p:nvSpPr>
            <p:spPr bwMode="auto">
              <a:xfrm>
                <a:off x="992" y="3753"/>
                <a:ext cx="91" cy="29"/>
              </a:xfrm>
              <a:custGeom>
                <a:avLst/>
                <a:gdLst>
                  <a:gd name="T0" fmla="*/ 0 w 183"/>
                  <a:gd name="T1" fmla="*/ 0 h 85"/>
                  <a:gd name="T2" fmla="*/ 0 w 183"/>
                  <a:gd name="T3" fmla="*/ 0 h 85"/>
                  <a:gd name="T4" fmla="*/ 0 w 183"/>
                  <a:gd name="T5" fmla="*/ 0 h 85"/>
                  <a:gd name="T6" fmla="*/ 0 w 183"/>
                  <a:gd name="T7" fmla="*/ 0 h 85"/>
                  <a:gd name="T8" fmla="*/ 0 w 183"/>
                  <a:gd name="T9" fmla="*/ 0 h 85"/>
                  <a:gd name="T10" fmla="*/ 0 w 183"/>
                  <a:gd name="T11" fmla="*/ 0 h 85"/>
                  <a:gd name="T12" fmla="*/ 0 w 183"/>
                  <a:gd name="T13" fmla="*/ 0 h 85"/>
                  <a:gd name="T14" fmla="*/ 0 w 183"/>
                  <a:gd name="T15" fmla="*/ 0 h 85"/>
                  <a:gd name="T16" fmla="*/ 0 w 183"/>
                  <a:gd name="T17" fmla="*/ 0 h 85"/>
                  <a:gd name="T18" fmla="*/ 0 w 183"/>
                  <a:gd name="T19" fmla="*/ 0 h 85"/>
                  <a:gd name="T20" fmla="*/ 0 w 183"/>
                  <a:gd name="T21" fmla="*/ 0 h 85"/>
                  <a:gd name="T22" fmla="*/ 0 w 183"/>
                  <a:gd name="T23" fmla="*/ 0 h 8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83"/>
                  <a:gd name="T37" fmla="*/ 0 h 85"/>
                  <a:gd name="T38" fmla="*/ 183 w 183"/>
                  <a:gd name="T39" fmla="*/ 85 h 8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04" name="Freeform 479"/>
              <p:cNvSpPr>
                <a:spLocks/>
              </p:cNvSpPr>
              <p:nvPr/>
            </p:nvSpPr>
            <p:spPr bwMode="auto">
              <a:xfrm>
                <a:off x="1008" y="3782"/>
                <a:ext cx="81" cy="12"/>
              </a:xfrm>
              <a:custGeom>
                <a:avLst/>
                <a:gdLst>
                  <a:gd name="T0" fmla="*/ 0 w 160"/>
                  <a:gd name="T1" fmla="*/ 0 h 36"/>
                  <a:gd name="T2" fmla="*/ 1 w 160"/>
                  <a:gd name="T3" fmla="*/ 0 h 36"/>
                  <a:gd name="T4" fmla="*/ 1 w 160"/>
                  <a:gd name="T5" fmla="*/ 0 h 36"/>
                  <a:gd name="T6" fmla="*/ 1 w 160"/>
                  <a:gd name="T7" fmla="*/ 0 h 36"/>
                  <a:gd name="T8" fmla="*/ 1 w 160"/>
                  <a:gd name="T9" fmla="*/ 0 h 36"/>
                  <a:gd name="T10" fmla="*/ 1 w 160"/>
                  <a:gd name="T11" fmla="*/ 0 h 36"/>
                  <a:gd name="T12" fmla="*/ 0 w 160"/>
                  <a:gd name="T13" fmla="*/ 0 h 36"/>
                  <a:gd name="T14" fmla="*/ 0 60000 65536"/>
                  <a:gd name="T15" fmla="*/ 0 60000 65536"/>
                  <a:gd name="T16" fmla="*/ 0 60000 65536"/>
                  <a:gd name="T17" fmla="*/ 0 60000 65536"/>
                  <a:gd name="T18" fmla="*/ 0 60000 65536"/>
                  <a:gd name="T19" fmla="*/ 0 60000 65536"/>
                  <a:gd name="T20" fmla="*/ 0 60000 65536"/>
                  <a:gd name="T21" fmla="*/ 0 w 160"/>
                  <a:gd name="T22" fmla="*/ 0 h 36"/>
                  <a:gd name="T23" fmla="*/ 160 w 160"/>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399" name="Group 480"/>
            <p:cNvGrpSpPr>
              <a:grpSpLocks/>
            </p:cNvGrpSpPr>
            <p:nvPr/>
          </p:nvGrpSpPr>
          <p:grpSpPr bwMode="auto">
            <a:xfrm>
              <a:off x="920" y="3821"/>
              <a:ext cx="413" cy="50"/>
              <a:chOff x="920" y="3821"/>
              <a:chExt cx="413" cy="50"/>
            </a:xfrm>
          </p:grpSpPr>
          <p:sp>
            <p:nvSpPr>
              <p:cNvPr id="12420" name="Freeform 481"/>
              <p:cNvSpPr>
                <a:spLocks/>
              </p:cNvSpPr>
              <p:nvPr/>
            </p:nvSpPr>
            <p:spPr bwMode="auto">
              <a:xfrm>
                <a:off x="920" y="3821"/>
                <a:ext cx="413" cy="50"/>
              </a:xfrm>
              <a:custGeom>
                <a:avLst/>
                <a:gdLst>
                  <a:gd name="T0" fmla="*/ 1 w 825"/>
                  <a:gd name="T1" fmla="*/ 0 h 151"/>
                  <a:gd name="T2" fmla="*/ 1 w 825"/>
                  <a:gd name="T3" fmla="*/ 0 h 151"/>
                  <a:gd name="T4" fmla="*/ 1 w 825"/>
                  <a:gd name="T5" fmla="*/ 0 h 151"/>
                  <a:gd name="T6" fmla="*/ 0 w 825"/>
                  <a:gd name="T7" fmla="*/ 0 h 151"/>
                  <a:gd name="T8" fmla="*/ 1 w 825"/>
                  <a:gd name="T9" fmla="*/ 0 h 151"/>
                  <a:gd name="T10" fmla="*/ 1 w 825"/>
                  <a:gd name="T11" fmla="*/ 0 h 151"/>
                  <a:gd name="T12" fmla="*/ 1 w 825"/>
                  <a:gd name="T13" fmla="*/ 0 h 151"/>
                  <a:gd name="T14" fmla="*/ 1 w 825"/>
                  <a:gd name="T15" fmla="*/ 0 h 151"/>
                  <a:gd name="T16" fmla="*/ 1 w 825"/>
                  <a:gd name="T17" fmla="*/ 0 h 151"/>
                  <a:gd name="T18" fmla="*/ 1 w 825"/>
                  <a:gd name="T19" fmla="*/ 0 h 151"/>
                  <a:gd name="T20" fmla="*/ 1 w 825"/>
                  <a:gd name="T21" fmla="*/ 0 h 151"/>
                  <a:gd name="T22" fmla="*/ 1 w 825"/>
                  <a:gd name="T23" fmla="*/ 0 h 151"/>
                  <a:gd name="T24" fmla="*/ 1 w 825"/>
                  <a:gd name="T25" fmla="*/ 0 h 151"/>
                  <a:gd name="T26" fmla="*/ 1 w 825"/>
                  <a:gd name="T27" fmla="*/ 0 h 151"/>
                  <a:gd name="T28" fmla="*/ 1 w 825"/>
                  <a:gd name="T29" fmla="*/ 0 h 15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25"/>
                  <a:gd name="T46" fmla="*/ 0 h 151"/>
                  <a:gd name="T47" fmla="*/ 825 w 825"/>
                  <a:gd name="T48" fmla="*/ 151 h 15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endParaRPr lang="zh-CN" altLang="en-US" b="1"/>
              </a:p>
            </p:txBody>
          </p:sp>
          <p:sp>
            <p:nvSpPr>
              <p:cNvPr id="12421" name="Freeform 482"/>
              <p:cNvSpPr>
                <a:spLocks/>
              </p:cNvSpPr>
              <p:nvPr/>
            </p:nvSpPr>
            <p:spPr bwMode="auto">
              <a:xfrm>
                <a:off x="972" y="3833"/>
                <a:ext cx="330" cy="27"/>
              </a:xfrm>
              <a:custGeom>
                <a:avLst/>
                <a:gdLst>
                  <a:gd name="T0" fmla="*/ 1 w 658"/>
                  <a:gd name="T1" fmla="*/ 0 h 79"/>
                  <a:gd name="T2" fmla="*/ 0 w 658"/>
                  <a:gd name="T3" fmla="*/ 0 h 79"/>
                  <a:gd name="T4" fmla="*/ 1 w 658"/>
                  <a:gd name="T5" fmla="*/ 0 h 79"/>
                  <a:gd name="T6" fmla="*/ 1 w 658"/>
                  <a:gd name="T7" fmla="*/ 0 h 79"/>
                  <a:gd name="T8" fmla="*/ 1 w 658"/>
                  <a:gd name="T9" fmla="*/ 0 h 79"/>
                  <a:gd name="T10" fmla="*/ 1 w 658"/>
                  <a:gd name="T11" fmla="*/ 0 h 79"/>
                  <a:gd name="T12" fmla="*/ 1 w 658"/>
                  <a:gd name="T13" fmla="*/ 0 h 79"/>
                  <a:gd name="T14" fmla="*/ 1 w 658"/>
                  <a:gd name="T15" fmla="*/ 0 h 79"/>
                  <a:gd name="T16" fmla="*/ 1 w 658"/>
                  <a:gd name="T17" fmla="*/ 0 h 79"/>
                  <a:gd name="T18" fmla="*/ 1 w 658"/>
                  <a:gd name="T19" fmla="*/ 0 h 79"/>
                  <a:gd name="T20" fmla="*/ 1 w 658"/>
                  <a:gd name="T21" fmla="*/ 0 h 79"/>
                  <a:gd name="T22" fmla="*/ 1 w 658"/>
                  <a:gd name="T23" fmla="*/ 0 h 79"/>
                  <a:gd name="T24" fmla="*/ 1 w 658"/>
                  <a:gd name="T25" fmla="*/ 0 h 7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58"/>
                  <a:gd name="T40" fmla="*/ 0 h 79"/>
                  <a:gd name="T41" fmla="*/ 658 w 658"/>
                  <a:gd name="T42" fmla="*/ 79 h 7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22" name="Rectangle 483"/>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p>
            </p:txBody>
          </p:sp>
          <p:sp>
            <p:nvSpPr>
              <p:cNvPr id="12423" name="Rectangle 484"/>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eaLnBrk="1" hangingPunct="1"/>
                <a:endParaRPr lang="zh-CN" altLang="en-US" b="1"/>
              </a:p>
            </p:txBody>
          </p:sp>
        </p:grpSp>
        <p:grpSp>
          <p:nvGrpSpPr>
            <p:cNvPr id="12400" name="Group 485"/>
            <p:cNvGrpSpPr>
              <a:grpSpLocks/>
            </p:cNvGrpSpPr>
            <p:nvPr/>
          </p:nvGrpSpPr>
          <p:grpSpPr bwMode="auto">
            <a:xfrm>
              <a:off x="1227" y="3477"/>
              <a:ext cx="508" cy="321"/>
              <a:chOff x="1227" y="3477"/>
              <a:chExt cx="508" cy="321"/>
            </a:xfrm>
          </p:grpSpPr>
          <p:sp>
            <p:nvSpPr>
              <p:cNvPr id="12401" name="Freeform 486"/>
              <p:cNvSpPr>
                <a:spLocks/>
              </p:cNvSpPr>
              <p:nvPr/>
            </p:nvSpPr>
            <p:spPr bwMode="auto">
              <a:xfrm>
                <a:off x="1640" y="3731"/>
                <a:ext cx="95" cy="66"/>
              </a:xfrm>
              <a:custGeom>
                <a:avLst/>
                <a:gdLst>
                  <a:gd name="T0" fmla="*/ 0 w 191"/>
                  <a:gd name="T1" fmla="*/ 0 h 200"/>
                  <a:gd name="T2" fmla="*/ 0 w 191"/>
                  <a:gd name="T3" fmla="*/ 0 h 200"/>
                  <a:gd name="T4" fmla="*/ 0 w 191"/>
                  <a:gd name="T5" fmla="*/ 0 h 200"/>
                  <a:gd name="T6" fmla="*/ 0 w 191"/>
                  <a:gd name="T7" fmla="*/ 0 h 200"/>
                  <a:gd name="T8" fmla="*/ 0 w 191"/>
                  <a:gd name="T9" fmla="*/ 0 h 200"/>
                  <a:gd name="T10" fmla="*/ 0 w 191"/>
                  <a:gd name="T11" fmla="*/ 0 h 200"/>
                  <a:gd name="T12" fmla="*/ 0 w 191"/>
                  <a:gd name="T13" fmla="*/ 0 h 200"/>
                  <a:gd name="T14" fmla="*/ 0 w 191"/>
                  <a:gd name="T15" fmla="*/ 0 h 200"/>
                  <a:gd name="T16" fmla="*/ 0 w 191"/>
                  <a:gd name="T17" fmla="*/ 0 h 200"/>
                  <a:gd name="T18" fmla="*/ 0 w 191"/>
                  <a:gd name="T19" fmla="*/ 0 h 200"/>
                  <a:gd name="T20" fmla="*/ 0 w 191"/>
                  <a:gd name="T21" fmla="*/ 0 h 200"/>
                  <a:gd name="T22" fmla="*/ 0 w 191"/>
                  <a:gd name="T23" fmla="*/ 0 h 2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1"/>
                  <a:gd name="T37" fmla="*/ 0 h 200"/>
                  <a:gd name="T38" fmla="*/ 191 w 191"/>
                  <a:gd name="T39" fmla="*/ 200 h 20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endParaRPr lang="zh-CN" altLang="en-US" b="1"/>
              </a:p>
            </p:txBody>
          </p:sp>
          <p:sp>
            <p:nvSpPr>
              <p:cNvPr id="12402" name="Freeform 487"/>
              <p:cNvSpPr>
                <a:spLocks/>
              </p:cNvSpPr>
              <p:nvPr/>
            </p:nvSpPr>
            <p:spPr bwMode="auto">
              <a:xfrm>
                <a:off x="1227" y="3477"/>
                <a:ext cx="429" cy="264"/>
              </a:xfrm>
              <a:custGeom>
                <a:avLst/>
                <a:gdLst>
                  <a:gd name="T0" fmla="*/ 0 w 860"/>
                  <a:gd name="T1" fmla="*/ 0 h 791"/>
                  <a:gd name="T2" fmla="*/ 0 w 860"/>
                  <a:gd name="T3" fmla="*/ 0 h 791"/>
                  <a:gd name="T4" fmla="*/ 0 w 860"/>
                  <a:gd name="T5" fmla="*/ 0 h 791"/>
                  <a:gd name="T6" fmla="*/ 0 w 860"/>
                  <a:gd name="T7" fmla="*/ 0 h 791"/>
                  <a:gd name="T8" fmla="*/ 0 w 860"/>
                  <a:gd name="T9" fmla="*/ 0 h 791"/>
                  <a:gd name="T10" fmla="*/ 0 60000 65536"/>
                  <a:gd name="T11" fmla="*/ 0 60000 65536"/>
                  <a:gd name="T12" fmla="*/ 0 60000 65536"/>
                  <a:gd name="T13" fmla="*/ 0 60000 65536"/>
                  <a:gd name="T14" fmla="*/ 0 60000 65536"/>
                  <a:gd name="T15" fmla="*/ 0 w 860"/>
                  <a:gd name="T16" fmla="*/ 0 h 791"/>
                  <a:gd name="T17" fmla="*/ 860 w 860"/>
                  <a:gd name="T18" fmla="*/ 791 h 791"/>
                </a:gdLst>
                <a:ahLst/>
                <a:cxnLst>
                  <a:cxn ang="T10">
                    <a:pos x="T0" y="T1"/>
                  </a:cxn>
                  <a:cxn ang="T11">
                    <a:pos x="T2" y="T3"/>
                  </a:cxn>
                  <a:cxn ang="T12">
                    <a:pos x="T4" y="T5"/>
                  </a:cxn>
                  <a:cxn ang="T13">
                    <a:pos x="T6" y="T7"/>
                  </a:cxn>
                  <a:cxn ang="T14">
                    <a:pos x="T8" y="T9"/>
                  </a:cxn>
                </a:cxnLst>
                <a:rect l="T15" t="T16" r="T17" b="T18"/>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03" name="Freeform 488"/>
              <p:cNvSpPr>
                <a:spLocks/>
              </p:cNvSpPr>
              <p:nvPr/>
            </p:nvSpPr>
            <p:spPr bwMode="auto">
              <a:xfrm>
                <a:off x="1521" y="3650"/>
                <a:ext cx="141" cy="122"/>
              </a:xfrm>
              <a:custGeom>
                <a:avLst/>
                <a:gdLst>
                  <a:gd name="T0" fmla="*/ 1 w 281"/>
                  <a:gd name="T1" fmla="*/ 0 h 366"/>
                  <a:gd name="T2" fmla="*/ 1 w 281"/>
                  <a:gd name="T3" fmla="*/ 0 h 366"/>
                  <a:gd name="T4" fmla="*/ 1 w 281"/>
                  <a:gd name="T5" fmla="*/ 0 h 366"/>
                  <a:gd name="T6" fmla="*/ 1 w 281"/>
                  <a:gd name="T7" fmla="*/ 0 h 366"/>
                  <a:gd name="T8" fmla="*/ 1 w 281"/>
                  <a:gd name="T9" fmla="*/ 0 h 366"/>
                  <a:gd name="T10" fmla="*/ 1 w 281"/>
                  <a:gd name="T11" fmla="*/ 0 h 366"/>
                  <a:gd name="T12" fmla="*/ 1 w 281"/>
                  <a:gd name="T13" fmla="*/ 0 h 366"/>
                  <a:gd name="T14" fmla="*/ 1 w 281"/>
                  <a:gd name="T15" fmla="*/ 0 h 366"/>
                  <a:gd name="T16" fmla="*/ 1 w 281"/>
                  <a:gd name="T17" fmla="*/ 0 h 366"/>
                  <a:gd name="T18" fmla="*/ 1 w 281"/>
                  <a:gd name="T19" fmla="*/ 0 h 366"/>
                  <a:gd name="T20" fmla="*/ 1 w 281"/>
                  <a:gd name="T21" fmla="*/ 0 h 366"/>
                  <a:gd name="T22" fmla="*/ 1 w 281"/>
                  <a:gd name="T23" fmla="*/ 0 h 366"/>
                  <a:gd name="T24" fmla="*/ 1 w 281"/>
                  <a:gd name="T25" fmla="*/ 0 h 366"/>
                  <a:gd name="T26" fmla="*/ 1 w 281"/>
                  <a:gd name="T27" fmla="*/ 0 h 366"/>
                  <a:gd name="T28" fmla="*/ 1 w 281"/>
                  <a:gd name="T29" fmla="*/ 0 h 366"/>
                  <a:gd name="T30" fmla="*/ 0 w 281"/>
                  <a:gd name="T31" fmla="*/ 0 h 366"/>
                  <a:gd name="T32" fmla="*/ 0 w 281"/>
                  <a:gd name="T33" fmla="*/ 0 h 366"/>
                  <a:gd name="T34" fmla="*/ 1 w 281"/>
                  <a:gd name="T35" fmla="*/ 0 h 3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81"/>
                  <a:gd name="T55" fmla="*/ 0 h 366"/>
                  <a:gd name="T56" fmla="*/ 281 w 281"/>
                  <a:gd name="T57" fmla="*/ 366 h 3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endParaRPr lang="zh-CN" altLang="en-US" b="1"/>
              </a:p>
            </p:txBody>
          </p:sp>
          <p:sp>
            <p:nvSpPr>
              <p:cNvPr id="12404" name="Line 489"/>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405" name="Freeform 490"/>
              <p:cNvSpPr>
                <a:spLocks/>
              </p:cNvSpPr>
              <p:nvPr/>
            </p:nvSpPr>
            <p:spPr bwMode="auto">
              <a:xfrm>
                <a:off x="1242" y="3486"/>
                <a:ext cx="111" cy="96"/>
              </a:xfrm>
              <a:custGeom>
                <a:avLst/>
                <a:gdLst>
                  <a:gd name="T0" fmla="*/ 1 w 222"/>
                  <a:gd name="T1" fmla="*/ 0 h 289"/>
                  <a:gd name="T2" fmla="*/ 1 w 222"/>
                  <a:gd name="T3" fmla="*/ 0 h 289"/>
                  <a:gd name="T4" fmla="*/ 1 w 222"/>
                  <a:gd name="T5" fmla="*/ 0 h 289"/>
                  <a:gd name="T6" fmla="*/ 1 w 222"/>
                  <a:gd name="T7" fmla="*/ 0 h 289"/>
                  <a:gd name="T8" fmla="*/ 1 w 222"/>
                  <a:gd name="T9" fmla="*/ 0 h 289"/>
                  <a:gd name="T10" fmla="*/ 1 w 222"/>
                  <a:gd name="T11" fmla="*/ 0 h 289"/>
                  <a:gd name="T12" fmla="*/ 1 w 222"/>
                  <a:gd name="T13" fmla="*/ 0 h 289"/>
                  <a:gd name="T14" fmla="*/ 1 w 222"/>
                  <a:gd name="T15" fmla="*/ 0 h 289"/>
                  <a:gd name="T16" fmla="*/ 1 w 222"/>
                  <a:gd name="T17" fmla="*/ 0 h 289"/>
                  <a:gd name="T18" fmla="*/ 1 w 222"/>
                  <a:gd name="T19" fmla="*/ 0 h 289"/>
                  <a:gd name="T20" fmla="*/ 1 w 222"/>
                  <a:gd name="T21" fmla="*/ 0 h 289"/>
                  <a:gd name="T22" fmla="*/ 1 w 222"/>
                  <a:gd name="T23" fmla="*/ 0 h 289"/>
                  <a:gd name="T24" fmla="*/ 1 w 222"/>
                  <a:gd name="T25" fmla="*/ 0 h 289"/>
                  <a:gd name="T26" fmla="*/ 1 w 222"/>
                  <a:gd name="T27" fmla="*/ 0 h 289"/>
                  <a:gd name="T28" fmla="*/ 1 w 222"/>
                  <a:gd name="T29" fmla="*/ 0 h 289"/>
                  <a:gd name="T30" fmla="*/ 0 w 222"/>
                  <a:gd name="T31" fmla="*/ 0 h 289"/>
                  <a:gd name="T32" fmla="*/ 1 w 222"/>
                  <a:gd name="T33" fmla="*/ 0 h 289"/>
                  <a:gd name="T34" fmla="*/ 1 w 222"/>
                  <a:gd name="T35" fmla="*/ 0 h 2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22"/>
                  <a:gd name="T55" fmla="*/ 0 h 289"/>
                  <a:gd name="T56" fmla="*/ 222 w 222"/>
                  <a:gd name="T57" fmla="*/ 289 h 2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endParaRPr lang="zh-CN" altLang="en-US" b="1"/>
              </a:p>
            </p:txBody>
          </p:sp>
          <p:sp>
            <p:nvSpPr>
              <p:cNvPr id="12406" name="Freeform 491"/>
              <p:cNvSpPr>
                <a:spLocks/>
              </p:cNvSpPr>
              <p:nvPr/>
            </p:nvSpPr>
            <p:spPr bwMode="auto">
              <a:xfrm>
                <a:off x="1456" y="3626"/>
                <a:ext cx="64" cy="62"/>
              </a:xfrm>
              <a:custGeom>
                <a:avLst/>
                <a:gdLst>
                  <a:gd name="T0" fmla="*/ 1 w 128"/>
                  <a:gd name="T1" fmla="*/ 0 h 186"/>
                  <a:gd name="T2" fmla="*/ 1 w 128"/>
                  <a:gd name="T3" fmla="*/ 0 h 186"/>
                  <a:gd name="T4" fmla="*/ 1 w 128"/>
                  <a:gd name="T5" fmla="*/ 0 h 186"/>
                  <a:gd name="T6" fmla="*/ 1 w 128"/>
                  <a:gd name="T7" fmla="*/ 0 h 186"/>
                  <a:gd name="T8" fmla="*/ 0 w 128"/>
                  <a:gd name="T9" fmla="*/ 0 h 186"/>
                  <a:gd name="T10" fmla="*/ 0 w 128"/>
                  <a:gd name="T11" fmla="*/ 0 h 186"/>
                  <a:gd name="T12" fmla="*/ 0 w 128"/>
                  <a:gd name="T13" fmla="*/ 0 h 186"/>
                  <a:gd name="T14" fmla="*/ 0 60000 65536"/>
                  <a:gd name="T15" fmla="*/ 0 60000 65536"/>
                  <a:gd name="T16" fmla="*/ 0 60000 65536"/>
                  <a:gd name="T17" fmla="*/ 0 60000 65536"/>
                  <a:gd name="T18" fmla="*/ 0 60000 65536"/>
                  <a:gd name="T19" fmla="*/ 0 60000 65536"/>
                  <a:gd name="T20" fmla="*/ 0 60000 65536"/>
                  <a:gd name="T21" fmla="*/ 0 w 128"/>
                  <a:gd name="T22" fmla="*/ 0 h 186"/>
                  <a:gd name="T23" fmla="*/ 128 w 128"/>
                  <a:gd name="T24" fmla="*/ 186 h 18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endParaRPr lang="zh-CN" altLang="en-US" b="1"/>
              </a:p>
            </p:txBody>
          </p:sp>
          <p:sp>
            <p:nvSpPr>
              <p:cNvPr id="12407" name="Freeform 492"/>
              <p:cNvSpPr>
                <a:spLocks/>
              </p:cNvSpPr>
              <p:nvPr/>
            </p:nvSpPr>
            <p:spPr bwMode="auto">
              <a:xfrm>
                <a:off x="1440" y="3615"/>
                <a:ext cx="63" cy="61"/>
              </a:xfrm>
              <a:custGeom>
                <a:avLst/>
                <a:gdLst>
                  <a:gd name="T0" fmla="*/ 1 w 126"/>
                  <a:gd name="T1" fmla="*/ 0 h 185"/>
                  <a:gd name="T2" fmla="*/ 1 w 126"/>
                  <a:gd name="T3" fmla="*/ 0 h 185"/>
                  <a:gd name="T4" fmla="*/ 1 w 126"/>
                  <a:gd name="T5" fmla="*/ 0 h 185"/>
                  <a:gd name="T6" fmla="*/ 1 w 126"/>
                  <a:gd name="T7" fmla="*/ 0 h 185"/>
                  <a:gd name="T8" fmla="*/ 0 w 126"/>
                  <a:gd name="T9" fmla="*/ 0 h 185"/>
                  <a:gd name="T10" fmla="*/ 0 w 126"/>
                  <a:gd name="T11" fmla="*/ 0 h 185"/>
                  <a:gd name="T12" fmla="*/ 0 w 126"/>
                  <a:gd name="T13" fmla="*/ 0 h 185"/>
                  <a:gd name="T14" fmla="*/ 0 60000 65536"/>
                  <a:gd name="T15" fmla="*/ 0 60000 65536"/>
                  <a:gd name="T16" fmla="*/ 0 60000 65536"/>
                  <a:gd name="T17" fmla="*/ 0 60000 65536"/>
                  <a:gd name="T18" fmla="*/ 0 60000 65536"/>
                  <a:gd name="T19" fmla="*/ 0 60000 65536"/>
                  <a:gd name="T20" fmla="*/ 0 60000 65536"/>
                  <a:gd name="T21" fmla="*/ 0 w 126"/>
                  <a:gd name="T22" fmla="*/ 0 h 185"/>
                  <a:gd name="T23" fmla="*/ 126 w 126"/>
                  <a:gd name="T24" fmla="*/ 185 h 18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endParaRPr lang="zh-CN" altLang="en-US" b="1"/>
              </a:p>
            </p:txBody>
          </p:sp>
          <p:sp>
            <p:nvSpPr>
              <p:cNvPr id="12408" name="Freeform 493"/>
              <p:cNvSpPr>
                <a:spLocks/>
              </p:cNvSpPr>
              <p:nvPr/>
            </p:nvSpPr>
            <p:spPr bwMode="auto">
              <a:xfrm>
                <a:off x="1422" y="3604"/>
                <a:ext cx="64" cy="62"/>
              </a:xfrm>
              <a:custGeom>
                <a:avLst/>
                <a:gdLst>
                  <a:gd name="T0" fmla="*/ 1 w 127"/>
                  <a:gd name="T1" fmla="*/ 0 h 185"/>
                  <a:gd name="T2" fmla="*/ 1 w 127"/>
                  <a:gd name="T3" fmla="*/ 0 h 185"/>
                  <a:gd name="T4" fmla="*/ 1 w 127"/>
                  <a:gd name="T5" fmla="*/ 0 h 185"/>
                  <a:gd name="T6" fmla="*/ 1 w 127"/>
                  <a:gd name="T7" fmla="*/ 0 h 185"/>
                  <a:gd name="T8" fmla="*/ 0 w 127"/>
                  <a:gd name="T9" fmla="*/ 0 h 185"/>
                  <a:gd name="T10" fmla="*/ 0 w 127"/>
                  <a:gd name="T11" fmla="*/ 0 h 185"/>
                  <a:gd name="T12" fmla="*/ 0 w 127"/>
                  <a:gd name="T13" fmla="*/ 0 h 185"/>
                  <a:gd name="T14" fmla="*/ 0 60000 65536"/>
                  <a:gd name="T15" fmla="*/ 0 60000 65536"/>
                  <a:gd name="T16" fmla="*/ 0 60000 65536"/>
                  <a:gd name="T17" fmla="*/ 0 60000 65536"/>
                  <a:gd name="T18" fmla="*/ 0 60000 65536"/>
                  <a:gd name="T19" fmla="*/ 0 60000 65536"/>
                  <a:gd name="T20" fmla="*/ 0 60000 65536"/>
                  <a:gd name="T21" fmla="*/ 0 w 127"/>
                  <a:gd name="T22" fmla="*/ 0 h 185"/>
                  <a:gd name="T23" fmla="*/ 127 w 127"/>
                  <a:gd name="T24" fmla="*/ 185 h 18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endParaRPr lang="zh-CN" altLang="en-US" b="1"/>
              </a:p>
            </p:txBody>
          </p:sp>
          <p:sp>
            <p:nvSpPr>
              <p:cNvPr id="12409" name="Freeform 494"/>
              <p:cNvSpPr>
                <a:spLocks/>
              </p:cNvSpPr>
              <p:nvPr/>
            </p:nvSpPr>
            <p:spPr bwMode="auto">
              <a:xfrm>
                <a:off x="1401" y="3594"/>
                <a:ext cx="64" cy="62"/>
              </a:xfrm>
              <a:custGeom>
                <a:avLst/>
                <a:gdLst>
                  <a:gd name="T0" fmla="*/ 1 w 127"/>
                  <a:gd name="T1" fmla="*/ 0 h 186"/>
                  <a:gd name="T2" fmla="*/ 1 w 127"/>
                  <a:gd name="T3" fmla="*/ 0 h 186"/>
                  <a:gd name="T4" fmla="*/ 1 w 127"/>
                  <a:gd name="T5" fmla="*/ 0 h 186"/>
                  <a:gd name="T6" fmla="*/ 1 w 127"/>
                  <a:gd name="T7" fmla="*/ 0 h 186"/>
                  <a:gd name="T8" fmla="*/ 0 w 127"/>
                  <a:gd name="T9" fmla="*/ 0 h 186"/>
                  <a:gd name="T10" fmla="*/ 0 w 127"/>
                  <a:gd name="T11" fmla="*/ 0 h 186"/>
                  <a:gd name="T12" fmla="*/ 0 w 127"/>
                  <a:gd name="T13" fmla="*/ 0 h 186"/>
                  <a:gd name="T14" fmla="*/ 0 60000 65536"/>
                  <a:gd name="T15" fmla="*/ 0 60000 65536"/>
                  <a:gd name="T16" fmla="*/ 0 60000 65536"/>
                  <a:gd name="T17" fmla="*/ 0 60000 65536"/>
                  <a:gd name="T18" fmla="*/ 0 60000 65536"/>
                  <a:gd name="T19" fmla="*/ 0 60000 65536"/>
                  <a:gd name="T20" fmla="*/ 0 60000 65536"/>
                  <a:gd name="T21" fmla="*/ 0 w 127"/>
                  <a:gd name="T22" fmla="*/ 0 h 186"/>
                  <a:gd name="T23" fmla="*/ 127 w 127"/>
                  <a:gd name="T24" fmla="*/ 186 h 18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endParaRPr lang="zh-CN" altLang="en-US" b="1"/>
              </a:p>
            </p:txBody>
          </p:sp>
          <p:sp>
            <p:nvSpPr>
              <p:cNvPr id="12410" name="Freeform 495"/>
              <p:cNvSpPr>
                <a:spLocks/>
              </p:cNvSpPr>
              <p:nvPr/>
            </p:nvSpPr>
            <p:spPr bwMode="auto">
              <a:xfrm>
                <a:off x="1383" y="3583"/>
                <a:ext cx="64" cy="62"/>
              </a:xfrm>
              <a:custGeom>
                <a:avLst/>
                <a:gdLst>
                  <a:gd name="T0" fmla="*/ 1 w 128"/>
                  <a:gd name="T1" fmla="*/ 0 h 186"/>
                  <a:gd name="T2" fmla="*/ 1 w 128"/>
                  <a:gd name="T3" fmla="*/ 0 h 186"/>
                  <a:gd name="T4" fmla="*/ 1 w 128"/>
                  <a:gd name="T5" fmla="*/ 0 h 186"/>
                  <a:gd name="T6" fmla="*/ 1 w 128"/>
                  <a:gd name="T7" fmla="*/ 0 h 186"/>
                  <a:gd name="T8" fmla="*/ 0 w 128"/>
                  <a:gd name="T9" fmla="*/ 0 h 186"/>
                  <a:gd name="T10" fmla="*/ 0 w 128"/>
                  <a:gd name="T11" fmla="*/ 0 h 186"/>
                  <a:gd name="T12" fmla="*/ 0 w 128"/>
                  <a:gd name="T13" fmla="*/ 0 h 186"/>
                  <a:gd name="T14" fmla="*/ 0 60000 65536"/>
                  <a:gd name="T15" fmla="*/ 0 60000 65536"/>
                  <a:gd name="T16" fmla="*/ 0 60000 65536"/>
                  <a:gd name="T17" fmla="*/ 0 60000 65536"/>
                  <a:gd name="T18" fmla="*/ 0 60000 65536"/>
                  <a:gd name="T19" fmla="*/ 0 60000 65536"/>
                  <a:gd name="T20" fmla="*/ 0 60000 65536"/>
                  <a:gd name="T21" fmla="*/ 0 w 128"/>
                  <a:gd name="T22" fmla="*/ 0 h 186"/>
                  <a:gd name="T23" fmla="*/ 128 w 128"/>
                  <a:gd name="T24" fmla="*/ 186 h 18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endParaRPr lang="zh-CN" altLang="en-US" b="1"/>
              </a:p>
            </p:txBody>
          </p:sp>
          <p:sp>
            <p:nvSpPr>
              <p:cNvPr id="12411" name="Freeform 496"/>
              <p:cNvSpPr>
                <a:spLocks/>
              </p:cNvSpPr>
              <p:nvPr/>
            </p:nvSpPr>
            <p:spPr bwMode="auto">
              <a:xfrm>
                <a:off x="1365" y="3570"/>
                <a:ext cx="63" cy="62"/>
              </a:xfrm>
              <a:custGeom>
                <a:avLst/>
                <a:gdLst>
                  <a:gd name="T0" fmla="*/ 1 w 126"/>
                  <a:gd name="T1" fmla="*/ 0 h 186"/>
                  <a:gd name="T2" fmla="*/ 1 w 126"/>
                  <a:gd name="T3" fmla="*/ 0 h 186"/>
                  <a:gd name="T4" fmla="*/ 1 w 126"/>
                  <a:gd name="T5" fmla="*/ 0 h 186"/>
                  <a:gd name="T6" fmla="*/ 1 w 126"/>
                  <a:gd name="T7" fmla="*/ 0 h 186"/>
                  <a:gd name="T8" fmla="*/ 0 w 126"/>
                  <a:gd name="T9" fmla="*/ 0 h 186"/>
                  <a:gd name="T10" fmla="*/ 0 w 126"/>
                  <a:gd name="T11" fmla="*/ 0 h 186"/>
                  <a:gd name="T12" fmla="*/ 0 w 126"/>
                  <a:gd name="T13" fmla="*/ 0 h 186"/>
                  <a:gd name="T14" fmla="*/ 0 60000 65536"/>
                  <a:gd name="T15" fmla="*/ 0 60000 65536"/>
                  <a:gd name="T16" fmla="*/ 0 60000 65536"/>
                  <a:gd name="T17" fmla="*/ 0 60000 65536"/>
                  <a:gd name="T18" fmla="*/ 0 60000 65536"/>
                  <a:gd name="T19" fmla="*/ 0 60000 65536"/>
                  <a:gd name="T20" fmla="*/ 0 60000 65536"/>
                  <a:gd name="T21" fmla="*/ 0 w 126"/>
                  <a:gd name="T22" fmla="*/ 0 h 186"/>
                  <a:gd name="T23" fmla="*/ 126 w 126"/>
                  <a:gd name="T24" fmla="*/ 186 h 18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endParaRPr lang="zh-CN" altLang="en-US" b="1"/>
              </a:p>
            </p:txBody>
          </p:sp>
          <p:sp>
            <p:nvSpPr>
              <p:cNvPr id="12412" name="Freeform 497"/>
              <p:cNvSpPr>
                <a:spLocks/>
              </p:cNvSpPr>
              <p:nvPr/>
            </p:nvSpPr>
            <p:spPr bwMode="auto">
              <a:xfrm>
                <a:off x="1349" y="3558"/>
                <a:ext cx="64" cy="62"/>
              </a:xfrm>
              <a:custGeom>
                <a:avLst/>
                <a:gdLst>
                  <a:gd name="T0" fmla="*/ 1 w 127"/>
                  <a:gd name="T1" fmla="*/ 0 h 186"/>
                  <a:gd name="T2" fmla="*/ 1 w 127"/>
                  <a:gd name="T3" fmla="*/ 0 h 186"/>
                  <a:gd name="T4" fmla="*/ 1 w 127"/>
                  <a:gd name="T5" fmla="*/ 0 h 186"/>
                  <a:gd name="T6" fmla="*/ 1 w 127"/>
                  <a:gd name="T7" fmla="*/ 0 h 186"/>
                  <a:gd name="T8" fmla="*/ 0 w 127"/>
                  <a:gd name="T9" fmla="*/ 0 h 186"/>
                  <a:gd name="T10" fmla="*/ 0 w 127"/>
                  <a:gd name="T11" fmla="*/ 0 h 186"/>
                  <a:gd name="T12" fmla="*/ 0 w 127"/>
                  <a:gd name="T13" fmla="*/ 0 h 186"/>
                  <a:gd name="T14" fmla="*/ 0 60000 65536"/>
                  <a:gd name="T15" fmla="*/ 0 60000 65536"/>
                  <a:gd name="T16" fmla="*/ 0 60000 65536"/>
                  <a:gd name="T17" fmla="*/ 0 60000 65536"/>
                  <a:gd name="T18" fmla="*/ 0 60000 65536"/>
                  <a:gd name="T19" fmla="*/ 0 60000 65536"/>
                  <a:gd name="T20" fmla="*/ 0 60000 65536"/>
                  <a:gd name="T21" fmla="*/ 0 w 127"/>
                  <a:gd name="T22" fmla="*/ 0 h 186"/>
                  <a:gd name="T23" fmla="*/ 127 w 127"/>
                  <a:gd name="T24" fmla="*/ 186 h 18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endParaRPr lang="zh-CN" altLang="en-US" b="1"/>
              </a:p>
            </p:txBody>
          </p:sp>
          <p:sp>
            <p:nvSpPr>
              <p:cNvPr id="12413" name="Freeform 498"/>
              <p:cNvSpPr>
                <a:spLocks/>
              </p:cNvSpPr>
              <p:nvPr/>
            </p:nvSpPr>
            <p:spPr bwMode="auto">
              <a:xfrm>
                <a:off x="1331" y="3550"/>
                <a:ext cx="63" cy="62"/>
              </a:xfrm>
              <a:custGeom>
                <a:avLst/>
                <a:gdLst>
                  <a:gd name="T0" fmla="*/ 0 w 127"/>
                  <a:gd name="T1" fmla="*/ 0 h 186"/>
                  <a:gd name="T2" fmla="*/ 0 w 127"/>
                  <a:gd name="T3" fmla="*/ 0 h 186"/>
                  <a:gd name="T4" fmla="*/ 0 w 127"/>
                  <a:gd name="T5" fmla="*/ 0 h 186"/>
                  <a:gd name="T6" fmla="*/ 0 w 127"/>
                  <a:gd name="T7" fmla="*/ 0 h 186"/>
                  <a:gd name="T8" fmla="*/ 0 w 127"/>
                  <a:gd name="T9" fmla="*/ 0 h 186"/>
                  <a:gd name="T10" fmla="*/ 0 w 127"/>
                  <a:gd name="T11" fmla="*/ 0 h 186"/>
                  <a:gd name="T12" fmla="*/ 0 w 127"/>
                  <a:gd name="T13" fmla="*/ 0 h 186"/>
                  <a:gd name="T14" fmla="*/ 0 60000 65536"/>
                  <a:gd name="T15" fmla="*/ 0 60000 65536"/>
                  <a:gd name="T16" fmla="*/ 0 60000 65536"/>
                  <a:gd name="T17" fmla="*/ 0 60000 65536"/>
                  <a:gd name="T18" fmla="*/ 0 60000 65536"/>
                  <a:gd name="T19" fmla="*/ 0 60000 65536"/>
                  <a:gd name="T20" fmla="*/ 0 60000 65536"/>
                  <a:gd name="T21" fmla="*/ 0 w 127"/>
                  <a:gd name="T22" fmla="*/ 0 h 186"/>
                  <a:gd name="T23" fmla="*/ 127 w 127"/>
                  <a:gd name="T24" fmla="*/ 186 h 18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endParaRPr lang="zh-CN" altLang="en-US" b="1"/>
              </a:p>
            </p:txBody>
          </p:sp>
          <p:sp>
            <p:nvSpPr>
              <p:cNvPr id="12414" name="Freeform 499"/>
              <p:cNvSpPr>
                <a:spLocks/>
              </p:cNvSpPr>
              <p:nvPr/>
            </p:nvSpPr>
            <p:spPr bwMode="auto">
              <a:xfrm>
                <a:off x="1308" y="3501"/>
                <a:ext cx="47" cy="25"/>
              </a:xfrm>
              <a:custGeom>
                <a:avLst/>
                <a:gdLst>
                  <a:gd name="T0" fmla="*/ 0 w 96"/>
                  <a:gd name="T1" fmla="*/ 0 h 74"/>
                  <a:gd name="T2" fmla="*/ 0 w 96"/>
                  <a:gd name="T3" fmla="*/ 0 h 74"/>
                  <a:gd name="T4" fmla="*/ 0 w 96"/>
                  <a:gd name="T5" fmla="*/ 0 h 74"/>
                  <a:gd name="T6" fmla="*/ 0 w 96"/>
                  <a:gd name="T7" fmla="*/ 0 h 74"/>
                  <a:gd name="T8" fmla="*/ 0 60000 65536"/>
                  <a:gd name="T9" fmla="*/ 0 60000 65536"/>
                  <a:gd name="T10" fmla="*/ 0 60000 65536"/>
                  <a:gd name="T11" fmla="*/ 0 60000 65536"/>
                  <a:gd name="T12" fmla="*/ 0 w 96"/>
                  <a:gd name="T13" fmla="*/ 0 h 74"/>
                  <a:gd name="T14" fmla="*/ 96 w 96"/>
                  <a:gd name="T15" fmla="*/ 74 h 74"/>
                </a:gdLst>
                <a:ahLst/>
                <a:cxnLst>
                  <a:cxn ang="T8">
                    <a:pos x="T0" y="T1"/>
                  </a:cxn>
                  <a:cxn ang="T9">
                    <a:pos x="T2" y="T3"/>
                  </a:cxn>
                  <a:cxn ang="T10">
                    <a:pos x="T4" y="T5"/>
                  </a:cxn>
                  <a:cxn ang="T11">
                    <a:pos x="T6" y="T7"/>
                  </a:cxn>
                </a:cxnLst>
                <a:rect l="T12" t="T13" r="T14" b="T15"/>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endParaRPr lang="zh-CN" altLang="en-US" b="1"/>
              </a:p>
            </p:txBody>
          </p:sp>
          <p:sp>
            <p:nvSpPr>
              <p:cNvPr id="12415" name="Oval 500"/>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416" name="Oval 501"/>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417" name="Freeform 502"/>
              <p:cNvSpPr>
                <a:spLocks/>
              </p:cNvSpPr>
              <p:nvPr/>
            </p:nvSpPr>
            <p:spPr bwMode="auto">
              <a:xfrm>
                <a:off x="1511" y="3785"/>
                <a:ext cx="94" cy="8"/>
              </a:xfrm>
              <a:custGeom>
                <a:avLst/>
                <a:gdLst>
                  <a:gd name="T0" fmla="*/ 0 w 188"/>
                  <a:gd name="T1" fmla="*/ 0 h 25"/>
                  <a:gd name="T2" fmla="*/ 1 w 188"/>
                  <a:gd name="T3" fmla="*/ 0 h 25"/>
                  <a:gd name="T4" fmla="*/ 1 w 188"/>
                  <a:gd name="T5" fmla="*/ 0 h 25"/>
                  <a:gd name="T6" fmla="*/ 1 w 188"/>
                  <a:gd name="T7" fmla="*/ 0 h 25"/>
                  <a:gd name="T8" fmla="*/ 0 w 188"/>
                  <a:gd name="T9" fmla="*/ 0 h 25"/>
                  <a:gd name="T10" fmla="*/ 0 60000 65536"/>
                  <a:gd name="T11" fmla="*/ 0 60000 65536"/>
                  <a:gd name="T12" fmla="*/ 0 60000 65536"/>
                  <a:gd name="T13" fmla="*/ 0 60000 65536"/>
                  <a:gd name="T14" fmla="*/ 0 60000 65536"/>
                  <a:gd name="T15" fmla="*/ 0 w 188"/>
                  <a:gd name="T16" fmla="*/ 0 h 25"/>
                  <a:gd name="T17" fmla="*/ 188 w 188"/>
                  <a:gd name="T18" fmla="*/ 25 h 25"/>
                </a:gdLst>
                <a:ahLst/>
                <a:cxnLst>
                  <a:cxn ang="T10">
                    <a:pos x="T0" y="T1"/>
                  </a:cxn>
                  <a:cxn ang="T11">
                    <a:pos x="T2" y="T3"/>
                  </a:cxn>
                  <a:cxn ang="T12">
                    <a:pos x="T4" y="T5"/>
                  </a:cxn>
                  <a:cxn ang="T13">
                    <a:pos x="T6" y="T7"/>
                  </a:cxn>
                  <a:cxn ang="T14">
                    <a:pos x="T8" y="T9"/>
                  </a:cxn>
                </a:cxnLst>
                <a:rect l="T15" t="T16" r="T17" b="T18"/>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18" name="Oval 503"/>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419" name="Oval 504"/>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grpSp>
      </p:grpSp>
      <p:grpSp>
        <p:nvGrpSpPr>
          <p:cNvPr id="12313" name="Group 505"/>
          <p:cNvGrpSpPr>
            <a:grpSpLocks/>
          </p:cNvGrpSpPr>
          <p:nvPr/>
        </p:nvGrpSpPr>
        <p:grpSpPr bwMode="auto">
          <a:xfrm>
            <a:off x="9329053" y="2971417"/>
            <a:ext cx="1504755" cy="781231"/>
            <a:chOff x="1680" y="240"/>
            <a:chExt cx="2529" cy="1270"/>
          </a:xfrm>
        </p:grpSpPr>
        <p:sp>
          <p:nvSpPr>
            <p:cNvPr id="12377" name="Oval 506"/>
            <p:cNvSpPr>
              <a:spLocks noChangeArrowheads="1"/>
            </p:cNvSpPr>
            <p:nvPr/>
          </p:nvSpPr>
          <p:spPr bwMode="auto">
            <a:xfrm>
              <a:off x="2554" y="240"/>
              <a:ext cx="1088"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378" name="Oval 507"/>
            <p:cNvSpPr>
              <a:spLocks noChangeArrowheads="1"/>
            </p:cNvSpPr>
            <p:nvPr/>
          </p:nvSpPr>
          <p:spPr bwMode="auto">
            <a:xfrm>
              <a:off x="1941" y="381"/>
              <a:ext cx="827"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379" name="Oval 508"/>
            <p:cNvSpPr>
              <a:spLocks noChangeArrowheads="1"/>
            </p:cNvSpPr>
            <p:nvPr/>
          </p:nvSpPr>
          <p:spPr bwMode="auto">
            <a:xfrm>
              <a:off x="1680" y="702"/>
              <a:ext cx="552" cy="4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380" name="Oval 509"/>
            <p:cNvSpPr>
              <a:spLocks noChangeArrowheads="1"/>
            </p:cNvSpPr>
            <p:nvPr/>
          </p:nvSpPr>
          <p:spPr bwMode="auto">
            <a:xfrm>
              <a:off x="1849" y="894"/>
              <a:ext cx="842" cy="45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381" name="Oval 510"/>
            <p:cNvSpPr>
              <a:spLocks noChangeArrowheads="1"/>
            </p:cNvSpPr>
            <p:nvPr/>
          </p:nvSpPr>
          <p:spPr bwMode="auto">
            <a:xfrm>
              <a:off x="2462" y="971"/>
              <a:ext cx="1272"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382" name="Oval 511"/>
            <p:cNvSpPr>
              <a:spLocks noChangeArrowheads="1"/>
            </p:cNvSpPr>
            <p:nvPr/>
          </p:nvSpPr>
          <p:spPr bwMode="auto">
            <a:xfrm>
              <a:off x="3289" y="394"/>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383" name="Oval 512"/>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384" name="Oval 513"/>
            <p:cNvSpPr>
              <a:spLocks noChangeArrowheads="1"/>
            </p:cNvSpPr>
            <p:nvPr/>
          </p:nvSpPr>
          <p:spPr bwMode="auto">
            <a:xfrm>
              <a:off x="3335" y="753"/>
              <a:ext cx="797" cy="66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385" name="Oval 514"/>
            <p:cNvSpPr>
              <a:spLocks noChangeArrowheads="1"/>
            </p:cNvSpPr>
            <p:nvPr/>
          </p:nvSpPr>
          <p:spPr bwMode="auto">
            <a:xfrm>
              <a:off x="2140" y="548"/>
              <a:ext cx="1640" cy="667"/>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grpSp>
      <p:sp>
        <p:nvSpPr>
          <p:cNvPr id="12314" name="Text Box 515"/>
          <p:cNvSpPr txBox="1">
            <a:spLocks noChangeArrowheads="1"/>
          </p:cNvSpPr>
          <p:nvPr/>
        </p:nvSpPr>
        <p:spPr bwMode="auto">
          <a:xfrm>
            <a:off x="9633813" y="3160373"/>
            <a:ext cx="1027739" cy="433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局域网</a:t>
            </a:r>
          </a:p>
        </p:txBody>
      </p:sp>
      <p:sp>
        <p:nvSpPr>
          <p:cNvPr id="230916" name="Line 516"/>
          <p:cNvSpPr>
            <a:spLocks noChangeShapeType="1"/>
          </p:cNvSpPr>
          <p:nvPr/>
        </p:nvSpPr>
        <p:spPr bwMode="auto">
          <a:xfrm flipV="1">
            <a:off x="1386237" y="3038107"/>
            <a:ext cx="1631737" cy="360445"/>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30917" name="Line 517"/>
          <p:cNvSpPr>
            <a:spLocks noChangeShapeType="1"/>
          </p:cNvSpPr>
          <p:nvPr/>
        </p:nvSpPr>
        <p:spPr bwMode="auto">
          <a:xfrm flipV="1">
            <a:off x="6626422" y="3050811"/>
            <a:ext cx="1875123" cy="115914"/>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30918" name="Line 518"/>
          <p:cNvSpPr>
            <a:spLocks noChangeShapeType="1"/>
          </p:cNvSpPr>
          <p:nvPr/>
        </p:nvSpPr>
        <p:spPr bwMode="auto">
          <a:xfrm>
            <a:off x="9301540" y="3096858"/>
            <a:ext cx="2116391" cy="261999"/>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30919" name="Line 519"/>
          <p:cNvSpPr>
            <a:spLocks noChangeShapeType="1"/>
          </p:cNvSpPr>
          <p:nvPr/>
        </p:nvSpPr>
        <p:spPr bwMode="auto">
          <a:xfrm>
            <a:off x="3875113" y="3007938"/>
            <a:ext cx="2057132" cy="142908"/>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30920" name="Text Box 520"/>
          <p:cNvSpPr txBox="1">
            <a:spLocks noChangeArrowheads="1"/>
          </p:cNvSpPr>
          <p:nvPr/>
        </p:nvSpPr>
        <p:spPr bwMode="auto">
          <a:xfrm>
            <a:off x="3312153" y="1557586"/>
            <a:ext cx="4974333" cy="663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3600" dirty="0">
                <a:solidFill>
                  <a:srgbClr val="333399"/>
                </a:solidFill>
                <a:latin typeface="Arial" charset="0"/>
              </a:rPr>
              <a:t>主机 </a:t>
            </a:r>
            <a:r>
              <a:rPr kumimoji="1" lang="en-US" altLang="zh-CN" sz="3600" dirty="0">
                <a:solidFill>
                  <a:srgbClr val="333399"/>
                </a:solidFill>
                <a:latin typeface="Arial" charset="0"/>
              </a:rPr>
              <a:t>H</a:t>
            </a:r>
            <a:r>
              <a:rPr kumimoji="1" lang="en-US" altLang="zh-CN" sz="3600" baseline="-25000" dirty="0">
                <a:solidFill>
                  <a:srgbClr val="333399"/>
                </a:solidFill>
                <a:latin typeface="Arial" charset="0"/>
              </a:rPr>
              <a:t>1</a:t>
            </a:r>
            <a:r>
              <a:rPr kumimoji="1" lang="en-US" altLang="zh-CN" sz="3600" dirty="0">
                <a:solidFill>
                  <a:srgbClr val="333399"/>
                </a:solidFill>
                <a:latin typeface="Arial" charset="0"/>
              </a:rPr>
              <a:t> </a:t>
            </a:r>
            <a:r>
              <a:rPr kumimoji="1" lang="zh-CN" altLang="en-US" sz="3600" dirty="0">
                <a:solidFill>
                  <a:srgbClr val="333399"/>
                </a:solidFill>
                <a:latin typeface="Arial" charset="0"/>
              </a:rPr>
              <a:t>向 </a:t>
            </a:r>
            <a:r>
              <a:rPr kumimoji="1" lang="en-US" altLang="zh-CN" sz="3600" dirty="0">
                <a:solidFill>
                  <a:srgbClr val="333399"/>
                </a:solidFill>
                <a:latin typeface="Arial" charset="0"/>
              </a:rPr>
              <a:t>H</a:t>
            </a:r>
            <a:r>
              <a:rPr kumimoji="1" lang="en-US" altLang="zh-CN" sz="3600" baseline="-25000" dirty="0">
                <a:solidFill>
                  <a:srgbClr val="333399"/>
                </a:solidFill>
                <a:latin typeface="Arial" charset="0"/>
              </a:rPr>
              <a:t>2</a:t>
            </a:r>
            <a:r>
              <a:rPr kumimoji="1" lang="en-US" altLang="zh-CN" sz="3600" dirty="0">
                <a:solidFill>
                  <a:srgbClr val="333399"/>
                </a:solidFill>
                <a:latin typeface="Arial" charset="0"/>
              </a:rPr>
              <a:t> </a:t>
            </a:r>
            <a:r>
              <a:rPr kumimoji="1" lang="zh-CN" altLang="en-US" sz="3600" dirty="0">
                <a:solidFill>
                  <a:srgbClr val="333399"/>
                </a:solidFill>
                <a:latin typeface="Arial" charset="0"/>
              </a:rPr>
              <a:t>发送数据</a:t>
            </a:r>
            <a:endParaRPr kumimoji="1" lang="zh-CN" altLang="en-US" sz="3600" baseline="-25000" dirty="0">
              <a:solidFill>
                <a:srgbClr val="333399"/>
              </a:solidFill>
              <a:latin typeface="Arial" charset="0"/>
            </a:endParaRPr>
          </a:p>
        </p:txBody>
      </p:sp>
      <p:grpSp>
        <p:nvGrpSpPr>
          <p:cNvPr id="2" name="Group 521"/>
          <p:cNvGrpSpPr>
            <a:grpSpLocks/>
          </p:cNvGrpSpPr>
          <p:nvPr/>
        </p:nvGrpSpPr>
        <p:grpSpPr bwMode="auto">
          <a:xfrm>
            <a:off x="359787" y="3933850"/>
            <a:ext cx="11610522" cy="2483425"/>
            <a:chOff x="170" y="2365"/>
            <a:chExt cx="5486" cy="1564"/>
          </a:xfrm>
        </p:grpSpPr>
        <p:sp>
          <p:nvSpPr>
            <p:cNvPr id="12325" name="AutoShape 522"/>
            <p:cNvSpPr>
              <a:spLocks noChangeArrowheads="1"/>
            </p:cNvSpPr>
            <p:nvPr/>
          </p:nvSpPr>
          <p:spPr bwMode="auto">
            <a:xfrm>
              <a:off x="309" y="2633"/>
              <a:ext cx="564" cy="1144"/>
            </a:xfrm>
            <a:prstGeom prst="cube">
              <a:avLst>
                <a:gd name="adj" fmla="val 9250"/>
              </a:avLst>
            </a:prstGeom>
            <a:solidFill>
              <a:srgbClr val="FFFF66"/>
            </a:solidFill>
            <a:ln w="19050">
              <a:solidFill>
                <a:schemeClr val="tx1"/>
              </a:solidFill>
              <a:miter lim="800000"/>
              <a:headEnd/>
              <a:tailEnd/>
            </a:ln>
          </p:spPr>
          <p:txBody>
            <a:bodyPr wrap="none" anchor="ctr"/>
            <a:lstStyle/>
            <a:p>
              <a:pPr eaLnBrk="1" hangingPunct="1"/>
              <a:endParaRPr lang="zh-CN" altLang="en-US" b="1"/>
            </a:p>
          </p:txBody>
        </p:sp>
        <p:sp>
          <p:nvSpPr>
            <p:cNvPr id="12326" name="Freeform 523"/>
            <p:cNvSpPr>
              <a:spLocks/>
            </p:cNvSpPr>
            <p:nvPr/>
          </p:nvSpPr>
          <p:spPr bwMode="auto">
            <a:xfrm>
              <a:off x="306" y="3491"/>
              <a:ext cx="564" cy="75"/>
            </a:xfrm>
            <a:custGeom>
              <a:avLst/>
              <a:gdLst>
                <a:gd name="T0" fmla="*/ 0 w 1200"/>
                <a:gd name="T1" fmla="*/ 1 h 120"/>
                <a:gd name="T2" fmla="*/ 0 w 1200"/>
                <a:gd name="T3" fmla="*/ 1 h 120"/>
                <a:gd name="T4" fmla="*/ 0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12327" name="Freeform 524"/>
            <p:cNvSpPr>
              <a:spLocks/>
            </p:cNvSpPr>
            <p:nvPr/>
          </p:nvSpPr>
          <p:spPr bwMode="auto">
            <a:xfrm>
              <a:off x="306" y="2844"/>
              <a:ext cx="564" cy="75"/>
            </a:xfrm>
            <a:custGeom>
              <a:avLst/>
              <a:gdLst>
                <a:gd name="T0" fmla="*/ 0 w 1200"/>
                <a:gd name="T1" fmla="*/ 1 h 120"/>
                <a:gd name="T2" fmla="*/ 0 w 1200"/>
                <a:gd name="T3" fmla="*/ 1 h 120"/>
                <a:gd name="T4" fmla="*/ 0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12328" name="Freeform 525"/>
            <p:cNvSpPr>
              <a:spLocks/>
            </p:cNvSpPr>
            <p:nvPr/>
          </p:nvSpPr>
          <p:spPr bwMode="auto">
            <a:xfrm>
              <a:off x="306" y="3273"/>
              <a:ext cx="564" cy="75"/>
            </a:xfrm>
            <a:custGeom>
              <a:avLst/>
              <a:gdLst>
                <a:gd name="T0" fmla="*/ 0 w 1200"/>
                <a:gd name="T1" fmla="*/ 1 h 120"/>
                <a:gd name="T2" fmla="*/ 0 w 1200"/>
                <a:gd name="T3" fmla="*/ 1 h 120"/>
                <a:gd name="T4" fmla="*/ 0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12329" name="Freeform 526"/>
            <p:cNvSpPr>
              <a:spLocks/>
            </p:cNvSpPr>
            <p:nvPr/>
          </p:nvSpPr>
          <p:spPr bwMode="auto">
            <a:xfrm>
              <a:off x="306" y="3058"/>
              <a:ext cx="564" cy="76"/>
            </a:xfrm>
            <a:custGeom>
              <a:avLst/>
              <a:gdLst>
                <a:gd name="T0" fmla="*/ 0 w 1200"/>
                <a:gd name="T1" fmla="*/ 1 h 120"/>
                <a:gd name="T2" fmla="*/ 0 w 1200"/>
                <a:gd name="T3" fmla="*/ 1 h 120"/>
                <a:gd name="T4" fmla="*/ 0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12330" name="Rectangle 527"/>
            <p:cNvSpPr>
              <a:spLocks noChangeArrowheads="1"/>
            </p:cNvSpPr>
            <p:nvPr/>
          </p:nvSpPr>
          <p:spPr bwMode="auto">
            <a:xfrm>
              <a:off x="170" y="3363"/>
              <a:ext cx="48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b="1"/>
            </a:p>
          </p:txBody>
        </p:sp>
        <p:sp>
          <p:nvSpPr>
            <p:cNvPr id="12331" name="Text Box 528"/>
            <p:cNvSpPr txBox="1">
              <a:spLocks noChangeArrowheads="1"/>
            </p:cNvSpPr>
            <p:nvPr/>
          </p:nvSpPr>
          <p:spPr bwMode="auto">
            <a:xfrm>
              <a:off x="306" y="3330"/>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链路层</a:t>
              </a:r>
            </a:p>
          </p:txBody>
        </p:sp>
        <p:sp>
          <p:nvSpPr>
            <p:cNvPr id="12332" name="Text Box 529"/>
            <p:cNvSpPr txBox="1">
              <a:spLocks noChangeArrowheads="1"/>
            </p:cNvSpPr>
            <p:nvPr/>
          </p:nvSpPr>
          <p:spPr bwMode="auto">
            <a:xfrm>
              <a:off x="308" y="2677"/>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dirty="0">
                  <a:solidFill>
                    <a:srgbClr val="333399"/>
                  </a:solidFill>
                </a:rPr>
                <a:t>应用层</a:t>
              </a:r>
            </a:p>
          </p:txBody>
        </p:sp>
        <p:sp>
          <p:nvSpPr>
            <p:cNvPr id="12333" name="Text Box 530"/>
            <p:cNvSpPr txBox="1">
              <a:spLocks noChangeArrowheads="1"/>
            </p:cNvSpPr>
            <p:nvPr/>
          </p:nvSpPr>
          <p:spPr bwMode="auto">
            <a:xfrm>
              <a:off x="306" y="2894"/>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dirty="0">
                  <a:solidFill>
                    <a:srgbClr val="333399"/>
                  </a:solidFill>
                </a:rPr>
                <a:t>运输层</a:t>
              </a:r>
            </a:p>
          </p:txBody>
        </p:sp>
        <p:sp>
          <p:nvSpPr>
            <p:cNvPr id="12334" name="Text Box 531"/>
            <p:cNvSpPr txBox="1">
              <a:spLocks noChangeArrowheads="1"/>
            </p:cNvSpPr>
            <p:nvPr/>
          </p:nvSpPr>
          <p:spPr bwMode="auto">
            <a:xfrm>
              <a:off x="306" y="3112"/>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网络层</a:t>
              </a:r>
            </a:p>
          </p:txBody>
        </p:sp>
        <p:sp>
          <p:nvSpPr>
            <p:cNvPr id="12335" name="Text Box 532"/>
            <p:cNvSpPr txBox="1">
              <a:spLocks noChangeArrowheads="1"/>
            </p:cNvSpPr>
            <p:nvPr/>
          </p:nvSpPr>
          <p:spPr bwMode="auto">
            <a:xfrm>
              <a:off x="306" y="3548"/>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物理层</a:t>
              </a:r>
            </a:p>
          </p:txBody>
        </p:sp>
        <p:sp>
          <p:nvSpPr>
            <p:cNvPr id="12336" name="AutoShape 533"/>
            <p:cNvSpPr>
              <a:spLocks noChangeArrowheads="1"/>
            </p:cNvSpPr>
            <p:nvPr/>
          </p:nvSpPr>
          <p:spPr bwMode="auto">
            <a:xfrm>
              <a:off x="5092" y="2633"/>
              <a:ext cx="564" cy="1144"/>
            </a:xfrm>
            <a:prstGeom prst="cube">
              <a:avLst>
                <a:gd name="adj" fmla="val 9250"/>
              </a:avLst>
            </a:prstGeom>
            <a:solidFill>
              <a:srgbClr val="FFFF66"/>
            </a:solidFill>
            <a:ln w="19050">
              <a:solidFill>
                <a:schemeClr val="tx1"/>
              </a:solidFill>
              <a:miter lim="800000"/>
              <a:headEnd/>
              <a:tailEnd/>
            </a:ln>
          </p:spPr>
          <p:txBody>
            <a:bodyPr wrap="none" anchor="ctr"/>
            <a:lstStyle/>
            <a:p>
              <a:pPr eaLnBrk="1" hangingPunct="1"/>
              <a:endParaRPr lang="zh-CN" altLang="en-US" b="1"/>
            </a:p>
          </p:txBody>
        </p:sp>
        <p:sp>
          <p:nvSpPr>
            <p:cNvPr id="12337" name="Freeform 534"/>
            <p:cNvSpPr>
              <a:spLocks/>
            </p:cNvSpPr>
            <p:nvPr/>
          </p:nvSpPr>
          <p:spPr bwMode="auto">
            <a:xfrm>
              <a:off x="5092" y="3491"/>
              <a:ext cx="564" cy="75"/>
            </a:xfrm>
            <a:custGeom>
              <a:avLst/>
              <a:gdLst>
                <a:gd name="T0" fmla="*/ 0 w 1200"/>
                <a:gd name="T1" fmla="*/ 1 h 120"/>
                <a:gd name="T2" fmla="*/ 0 w 1200"/>
                <a:gd name="T3" fmla="*/ 1 h 120"/>
                <a:gd name="T4" fmla="*/ 0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12338" name="Freeform 535"/>
            <p:cNvSpPr>
              <a:spLocks/>
            </p:cNvSpPr>
            <p:nvPr/>
          </p:nvSpPr>
          <p:spPr bwMode="auto">
            <a:xfrm>
              <a:off x="5092" y="3273"/>
              <a:ext cx="564" cy="75"/>
            </a:xfrm>
            <a:custGeom>
              <a:avLst/>
              <a:gdLst>
                <a:gd name="T0" fmla="*/ 0 w 1200"/>
                <a:gd name="T1" fmla="*/ 1 h 120"/>
                <a:gd name="T2" fmla="*/ 0 w 1200"/>
                <a:gd name="T3" fmla="*/ 1 h 120"/>
                <a:gd name="T4" fmla="*/ 0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12339" name="Freeform 536"/>
            <p:cNvSpPr>
              <a:spLocks/>
            </p:cNvSpPr>
            <p:nvPr/>
          </p:nvSpPr>
          <p:spPr bwMode="auto">
            <a:xfrm>
              <a:off x="5092" y="3058"/>
              <a:ext cx="564" cy="76"/>
            </a:xfrm>
            <a:custGeom>
              <a:avLst/>
              <a:gdLst>
                <a:gd name="T0" fmla="*/ 0 w 1200"/>
                <a:gd name="T1" fmla="*/ 1 h 120"/>
                <a:gd name="T2" fmla="*/ 0 w 1200"/>
                <a:gd name="T3" fmla="*/ 1 h 120"/>
                <a:gd name="T4" fmla="*/ 0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12340" name="Freeform 537"/>
            <p:cNvSpPr>
              <a:spLocks/>
            </p:cNvSpPr>
            <p:nvPr/>
          </p:nvSpPr>
          <p:spPr bwMode="auto">
            <a:xfrm>
              <a:off x="5092" y="2844"/>
              <a:ext cx="564" cy="75"/>
            </a:xfrm>
            <a:custGeom>
              <a:avLst/>
              <a:gdLst>
                <a:gd name="T0" fmla="*/ 0 w 1200"/>
                <a:gd name="T1" fmla="*/ 1 h 120"/>
                <a:gd name="T2" fmla="*/ 0 w 1200"/>
                <a:gd name="T3" fmla="*/ 1 h 120"/>
                <a:gd name="T4" fmla="*/ 0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12341" name="Rectangle 538"/>
            <p:cNvSpPr>
              <a:spLocks noChangeArrowheads="1"/>
            </p:cNvSpPr>
            <p:nvPr/>
          </p:nvSpPr>
          <p:spPr bwMode="auto">
            <a:xfrm>
              <a:off x="5104" y="3362"/>
              <a:ext cx="486"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b="1"/>
            </a:p>
          </p:txBody>
        </p:sp>
        <p:sp>
          <p:nvSpPr>
            <p:cNvPr id="12342" name="Text Box 539"/>
            <p:cNvSpPr txBox="1">
              <a:spLocks noChangeArrowheads="1"/>
            </p:cNvSpPr>
            <p:nvPr/>
          </p:nvSpPr>
          <p:spPr bwMode="auto">
            <a:xfrm>
              <a:off x="5057" y="3339"/>
              <a:ext cx="548"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链路层</a:t>
              </a:r>
            </a:p>
          </p:txBody>
        </p:sp>
        <p:sp>
          <p:nvSpPr>
            <p:cNvPr id="12343" name="Text Box 540"/>
            <p:cNvSpPr txBox="1">
              <a:spLocks noChangeArrowheads="1"/>
            </p:cNvSpPr>
            <p:nvPr/>
          </p:nvSpPr>
          <p:spPr bwMode="auto">
            <a:xfrm>
              <a:off x="5059" y="2677"/>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应用层</a:t>
              </a:r>
            </a:p>
          </p:txBody>
        </p:sp>
        <p:sp>
          <p:nvSpPr>
            <p:cNvPr id="12344" name="Text Box 541"/>
            <p:cNvSpPr txBox="1">
              <a:spLocks noChangeArrowheads="1"/>
            </p:cNvSpPr>
            <p:nvPr/>
          </p:nvSpPr>
          <p:spPr bwMode="auto">
            <a:xfrm>
              <a:off x="5057" y="2894"/>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运输层</a:t>
              </a:r>
            </a:p>
          </p:txBody>
        </p:sp>
        <p:sp>
          <p:nvSpPr>
            <p:cNvPr id="12345" name="Text Box 542"/>
            <p:cNvSpPr txBox="1">
              <a:spLocks noChangeArrowheads="1"/>
            </p:cNvSpPr>
            <p:nvPr/>
          </p:nvSpPr>
          <p:spPr bwMode="auto">
            <a:xfrm>
              <a:off x="5057" y="3112"/>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网络层</a:t>
              </a:r>
            </a:p>
          </p:txBody>
        </p:sp>
        <p:sp>
          <p:nvSpPr>
            <p:cNvPr id="12346" name="Text Box 543"/>
            <p:cNvSpPr txBox="1">
              <a:spLocks noChangeArrowheads="1"/>
            </p:cNvSpPr>
            <p:nvPr/>
          </p:nvSpPr>
          <p:spPr bwMode="auto">
            <a:xfrm>
              <a:off x="5057" y="3548"/>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物理层</a:t>
              </a:r>
            </a:p>
          </p:txBody>
        </p:sp>
        <p:sp>
          <p:nvSpPr>
            <p:cNvPr id="12347" name="AutoShape 544"/>
            <p:cNvSpPr>
              <a:spLocks noChangeArrowheads="1"/>
            </p:cNvSpPr>
            <p:nvPr/>
          </p:nvSpPr>
          <p:spPr bwMode="auto">
            <a:xfrm>
              <a:off x="1499" y="3081"/>
              <a:ext cx="564" cy="696"/>
            </a:xfrm>
            <a:prstGeom prst="cube">
              <a:avLst>
                <a:gd name="adj" fmla="val 9250"/>
              </a:avLst>
            </a:prstGeom>
            <a:solidFill>
              <a:srgbClr val="CCECFF"/>
            </a:solidFill>
            <a:ln w="19050">
              <a:solidFill>
                <a:schemeClr val="tx1"/>
              </a:solidFill>
              <a:miter lim="800000"/>
              <a:headEnd/>
              <a:tailEnd/>
            </a:ln>
          </p:spPr>
          <p:txBody>
            <a:bodyPr wrap="none" anchor="ctr"/>
            <a:lstStyle/>
            <a:p>
              <a:pPr eaLnBrk="1" hangingPunct="1"/>
              <a:endParaRPr lang="zh-CN" altLang="en-US" b="1"/>
            </a:p>
          </p:txBody>
        </p:sp>
        <p:sp>
          <p:nvSpPr>
            <p:cNvPr id="12348" name="Freeform 545"/>
            <p:cNvSpPr>
              <a:spLocks/>
            </p:cNvSpPr>
            <p:nvPr/>
          </p:nvSpPr>
          <p:spPr bwMode="auto">
            <a:xfrm>
              <a:off x="1499" y="3491"/>
              <a:ext cx="564" cy="75"/>
            </a:xfrm>
            <a:custGeom>
              <a:avLst/>
              <a:gdLst>
                <a:gd name="T0" fmla="*/ 0 w 1200"/>
                <a:gd name="T1" fmla="*/ 1 h 120"/>
                <a:gd name="T2" fmla="*/ 0 w 1200"/>
                <a:gd name="T3" fmla="*/ 1 h 120"/>
                <a:gd name="T4" fmla="*/ 0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12349" name="Rectangle 546"/>
            <p:cNvSpPr>
              <a:spLocks noChangeArrowheads="1"/>
            </p:cNvSpPr>
            <p:nvPr/>
          </p:nvSpPr>
          <p:spPr bwMode="auto">
            <a:xfrm>
              <a:off x="1408" y="3353"/>
              <a:ext cx="476"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b="1"/>
            </a:p>
          </p:txBody>
        </p:sp>
        <p:sp>
          <p:nvSpPr>
            <p:cNvPr id="12350" name="Freeform 547"/>
            <p:cNvSpPr>
              <a:spLocks/>
            </p:cNvSpPr>
            <p:nvPr/>
          </p:nvSpPr>
          <p:spPr bwMode="auto">
            <a:xfrm>
              <a:off x="1499" y="3273"/>
              <a:ext cx="564" cy="75"/>
            </a:xfrm>
            <a:custGeom>
              <a:avLst/>
              <a:gdLst>
                <a:gd name="T0" fmla="*/ 0 w 1200"/>
                <a:gd name="T1" fmla="*/ 1 h 120"/>
                <a:gd name="T2" fmla="*/ 0 w 1200"/>
                <a:gd name="T3" fmla="*/ 1 h 120"/>
                <a:gd name="T4" fmla="*/ 0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12351" name="Text Box 548"/>
            <p:cNvSpPr txBox="1">
              <a:spLocks noChangeArrowheads="1"/>
            </p:cNvSpPr>
            <p:nvPr/>
          </p:nvSpPr>
          <p:spPr bwMode="auto">
            <a:xfrm>
              <a:off x="1495" y="3330"/>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dirty="0">
                  <a:solidFill>
                    <a:srgbClr val="333399"/>
                  </a:solidFill>
                </a:rPr>
                <a:t>链路层</a:t>
              </a:r>
            </a:p>
          </p:txBody>
        </p:sp>
        <p:sp>
          <p:nvSpPr>
            <p:cNvPr id="12352" name="Text Box 549"/>
            <p:cNvSpPr txBox="1">
              <a:spLocks noChangeArrowheads="1"/>
            </p:cNvSpPr>
            <p:nvPr/>
          </p:nvSpPr>
          <p:spPr bwMode="auto">
            <a:xfrm>
              <a:off x="1495" y="3112"/>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dirty="0">
                  <a:solidFill>
                    <a:srgbClr val="333399"/>
                  </a:solidFill>
                </a:rPr>
                <a:t>网络层</a:t>
              </a:r>
            </a:p>
          </p:txBody>
        </p:sp>
        <p:sp>
          <p:nvSpPr>
            <p:cNvPr id="12353" name="Text Box 550"/>
            <p:cNvSpPr txBox="1">
              <a:spLocks noChangeArrowheads="1"/>
            </p:cNvSpPr>
            <p:nvPr/>
          </p:nvSpPr>
          <p:spPr bwMode="auto">
            <a:xfrm>
              <a:off x="1495" y="3548"/>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dirty="0">
                  <a:solidFill>
                    <a:srgbClr val="333399"/>
                  </a:solidFill>
                </a:rPr>
                <a:t>物理层</a:t>
              </a:r>
            </a:p>
          </p:txBody>
        </p:sp>
        <p:sp>
          <p:nvSpPr>
            <p:cNvPr id="12354" name="AutoShape 551"/>
            <p:cNvSpPr>
              <a:spLocks noChangeArrowheads="1"/>
            </p:cNvSpPr>
            <p:nvPr/>
          </p:nvSpPr>
          <p:spPr bwMode="auto">
            <a:xfrm>
              <a:off x="2710" y="3081"/>
              <a:ext cx="564" cy="696"/>
            </a:xfrm>
            <a:prstGeom prst="cube">
              <a:avLst>
                <a:gd name="adj" fmla="val 9250"/>
              </a:avLst>
            </a:prstGeom>
            <a:solidFill>
              <a:srgbClr val="CCECFF"/>
            </a:solidFill>
            <a:ln w="19050">
              <a:solidFill>
                <a:schemeClr val="tx1"/>
              </a:solidFill>
              <a:miter lim="800000"/>
              <a:headEnd/>
              <a:tailEnd/>
            </a:ln>
          </p:spPr>
          <p:txBody>
            <a:bodyPr wrap="none" anchor="ctr"/>
            <a:lstStyle/>
            <a:p>
              <a:pPr eaLnBrk="1" hangingPunct="1"/>
              <a:endParaRPr lang="zh-CN" altLang="en-US" b="1"/>
            </a:p>
          </p:txBody>
        </p:sp>
        <p:sp>
          <p:nvSpPr>
            <p:cNvPr id="12355" name="Freeform 552"/>
            <p:cNvSpPr>
              <a:spLocks/>
            </p:cNvSpPr>
            <p:nvPr/>
          </p:nvSpPr>
          <p:spPr bwMode="auto">
            <a:xfrm>
              <a:off x="2710" y="3491"/>
              <a:ext cx="564" cy="75"/>
            </a:xfrm>
            <a:custGeom>
              <a:avLst/>
              <a:gdLst>
                <a:gd name="T0" fmla="*/ 0 w 1200"/>
                <a:gd name="T1" fmla="*/ 1 h 120"/>
                <a:gd name="T2" fmla="*/ 0 w 1200"/>
                <a:gd name="T3" fmla="*/ 1 h 120"/>
                <a:gd name="T4" fmla="*/ 0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12356" name="Rectangle 553"/>
            <p:cNvSpPr>
              <a:spLocks noChangeArrowheads="1"/>
            </p:cNvSpPr>
            <p:nvPr/>
          </p:nvSpPr>
          <p:spPr bwMode="auto">
            <a:xfrm>
              <a:off x="2722" y="3353"/>
              <a:ext cx="492"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b="1"/>
            </a:p>
          </p:txBody>
        </p:sp>
        <p:sp>
          <p:nvSpPr>
            <p:cNvPr id="12357" name="Freeform 554"/>
            <p:cNvSpPr>
              <a:spLocks/>
            </p:cNvSpPr>
            <p:nvPr/>
          </p:nvSpPr>
          <p:spPr bwMode="auto">
            <a:xfrm>
              <a:off x="2710" y="3273"/>
              <a:ext cx="564" cy="75"/>
            </a:xfrm>
            <a:custGeom>
              <a:avLst/>
              <a:gdLst>
                <a:gd name="T0" fmla="*/ 0 w 1200"/>
                <a:gd name="T1" fmla="*/ 1 h 120"/>
                <a:gd name="T2" fmla="*/ 0 w 1200"/>
                <a:gd name="T3" fmla="*/ 1 h 120"/>
                <a:gd name="T4" fmla="*/ 0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12358" name="Text Box 555"/>
            <p:cNvSpPr txBox="1">
              <a:spLocks noChangeArrowheads="1"/>
            </p:cNvSpPr>
            <p:nvPr/>
          </p:nvSpPr>
          <p:spPr bwMode="auto">
            <a:xfrm>
              <a:off x="2699" y="3330"/>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链路层</a:t>
              </a:r>
            </a:p>
          </p:txBody>
        </p:sp>
        <p:sp>
          <p:nvSpPr>
            <p:cNvPr id="12359" name="Text Box 556"/>
            <p:cNvSpPr txBox="1">
              <a:spLocks noChangeArrowheads="1"/>
            </p:cNvSpPr>
            <p:nvPr/>
          </p:nvSpPr>
          <p:spPr bwMode="auto">
            <a:xfrm>
              <a:off x="2699" y="3112"/>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网络层</a:t>
              </a:r>
            </a:p>
          </p:txBody>
        </p:sp>
        <p:sp>
          <p:nvSpPr>
            <p:cNvPr id="12360" name="Text Box 557"/>
            <p:cNvSpPr txBox="1">
              <a:spLocks noChangeArrowheads="1"/>
            </p:cNvSpPr>
            <p:nvPr/>
          </p:nvSpPr>
          <p:spPr bwMode="auto">
            <a:xfrm>
              <a:off x="2699" y="3548"/>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物理层</a:t>
              </a:r>
            </a:p>
          </p:txBody>
        </p:sp>
        <p:sp>
          <p:nvSpPr>
            <p:cNvPr id="12361" name="AutoShape 558"/>
            <p:cNvSpPr>
              <a:spLocks noChangeArrowheads="1"/>
            </p:cNvSpPr>
            <p:nvPr/>
          </p:nvSpPr>
          <p:spPr bwMode="auto">
            <a:xfrm>
              <a:off x="3901" y="3081"/>
              <a:ext cx="564" cy="696"/>
            </a:xfrm>
            <a:prstGeom prst="cube">
              <a:avLst>
                <a:gd name="adj" fmla="val 9250"/>
              </a:avLst>
            </a:prstGeom>
            <a:solidFill>
              <a:srgbClr val="CCECFF"/>
            </a:solidFill>
            <a:ln w="19050">
              <a:solidFill>
                <a:schemeClr val="tx1"/>
              </a:solidFill>
              <a:miter lim="800000"/>
              <a:headEnd/>
              <a:tailEnd/>
            </a:ln>
          </p:spPr>
          <p:txBody>
            <a:bodyPr wrap="none" anchor="ctr"/>
            <a:lstStyle/>
            <a:p>
              <a:pPr eaLnBrk="1" hangingPunct="1"/>
              <a:endParaRPr lang="zh-CN" altLang="en-US" b="1"/>
            </a:p>
          </p:txBody>
        </p:sp>
        <p:sp>
          <p:nvSpPr>
            <p:cNvPr id="12362" name="Freeform 559"/>
            <p:cNvSpPr>
              <a:spLocks/>
            </p:cNvSpPr>
            <p:nvPr/>
          </p:nvSpPr>
          <p:spPr bwMode="auto">
            <a:xfrm>
              <a:off x="3901" y="3491"/>
              <a:ext cx="564" cy="75"/>
            </a:xfrm>
            <a:custGeom>
              <a:avLst/>
              <a:gdLst>
                <a:gd name="T0" fmla="*/ 0 w 1200"/>
                <a:gd name="T1" fmla="*/ 1 h 120"/>
                <a:gd name="T2" fmla="*/ 0 w 1200"/>
                <a:gd name="T3" fmla="*/ 1 h 120"/>
                <a:gd name="T4" fmla="*/ 0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12363" name="Rectangle 560"/>
            <p:cNvSpPr>
              <a:spLocks noChangeArrowheads="1"/>
            </p:cNvSpPr>
            <p:nvPr/>
          </p:nvSpPr>
          <p:spPr bwMode="auto">
            <a:xfrm>
              <a:off x="3910" y="3353"/>
              <a:ext cx="498"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b="1"/>
            </a:p>
          </p:txBody>
        </p:sp>
        <p:sp>
          <p:nvSpPr>
            <p:cNvPr id="12364" name="Freeform 561"/>
            <p:cNvSpPr>
              <a:spLocks/>
            </p:cNvSpPr>
            <p:nvPr/>
          </p:nvSpPr>
          <p:spPr bwMode="auto">
            <a:xfrm>
              <a:off x="3901" y="3273"/>
              <a:ext cx="564" cy="75"/>
            </a:xfrm>
            <a:custGeom>
              <a:avLst/>
              <a:gdLst>
                <a:gd name="T0" fmla="*/ 0 w 1200"/>
                <a:gd name="T1" fmla="*/ 1 h 120"/>
                <a:gd name="T2" fmla="*/ 0 w 1200"/>
                <a:gd name="T3" fmla="*/ 1 h 120"/>
                <a:gd name="T4" fmla="*/ 0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12365" name="Text Box 562"/>
            <p:cNvSpPr txBox="1">
              <a:spLocks noChangeArrowheads="1"/>
            </p:cNvSpPr>
            <p:nvPr/>
          </p:nvSpPr>
          <p:spPr bwMode="auto">
            <a:xfrm>
              <a:off x="3878" y="3330"/>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链路层</a:t>
              </a:r>
            </a:p>
          </p:txBody>
        </p:sp>
        <p:sp>
          <p:nvSpPr>
            <p:cNvPr id="12366" name="Text Box 563"/>
            <p:cNvSpPr txBox="1">
              <a:spLocks noChangeArrowheads="1"/>
            </p:cNvSpPr>
            <p:nvPr/>
          </p:nvSpPr>
          <p:spPr bwMode="auto">
            <a:xfrm>
              <a:off x="3878" y="3112"/>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网络层</a:t>
              </a:r>
            </a:p>
          </p:txBody>
        </p:sp>
        <p:sp>
          <p:nvSpPr>
            <p:cNvPr id="12367" name="Text Box 564"/>
            <p:cNvSpPr txBox="1">
              <a:spLocks noChangeArrowheads="1"/>
            </p:cNvSpPr>
            <p:nvPr/>
          </p:nvSpPr>
          <p:spPr bwMode="auto">
            <a:xfrm>
              <a:off x="3878" y="3548"/>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物理层</a:t>
              </a:r>
            </a:p>
          </p:txBody>
        </p:sp>
        <p:sp>
          <p:nvSpPr>
            <p:cNvPr id="12368" name="Freeform 565"/>
            <p:cNvSpPr>
              <a:spLocks/>
            </p:cNvSpPr>
            <p:nvPr/>
          </p:nvSpPr>
          <p:spPr bwMode="auto">
            <a:xfrm>
              <a:off x="568" y="3777"/>
              <a:ext cx="1072" cy="152"/>
            </a:xfrm>
            <a:custGeom>
              <a:avLst/>
              <a:gdLst>
                <a:gd name="T0" fmla="*/ 0 w 1072"/>
                <a:gd name="T1" fmla="*/ 0 h 152"/>
                <a:gd name="T2" fmla="*/ 0 w 1072"/>
                <a:gd name="T3" fmla="*/ 152 h 152"/>
                <a:gd name="T4" fmla="*/ 1072 w 1072"/>
                <a:gd name="T5" fmla="*/ 152 h 152"/>
                <a:gd name="T6" fmla="*/ 1072 w 1072"/>
                <a:gd name="T7" fmla="*/ 8 h 152"/>
                <a:gd name="T8" fmla="*/ 0 60000 65536"/>
                <a:gd name="T9" fmla="*/ 0 60000 65536"/>
                <a:gd name="T10" fmla="*/ 0 60000 65536"/>
                <a:gd name="T11" fmla="*/ 0 60000 65536"/>
                <a:gd name="T12" fmla="*/ 0 w 1072"/>
                <a:gd name="T13" fmla="*/ 0 h 152"/>
                <a:gd name="T14" fmla="*/ 1072 w 1072"/>
                <a:gd name="T15" fmla="*/ 152 h 152"/>
              </a:gdLst>
              <a:ahLst/>
              <a:cxnLst>
                <a:cxn ang="T8">
                  <a:pos x="T0" y="T1"/>
                </a:cxn>
                <a:cxn ang="T9">
                  <a:pos x="T2" y="T3"/>
                </a:cxn>
                <a:cxn ang="T10">
                  <a:pos x="T4" y="T5"/>
                </a:cxn>
                <a:cxn ang="T11">
                  <a:pos x="T6" y="T7"/>
                </a:cxn>
              </a:cxnLst>
              <a:rect l="T12" t="T13" r="T14" b="T15"/>
              <a:pathLst>
                <a:path w="1072" h="152">
                  <a:moveTo>
                    <a:pt x="0" y="0"/>
                  </a:moveTo>
                  <a:lnTo>
                    <a:pt x="0" y="152"/>
                  </a:lnTo>
                  <a:lnTo>
                    <a:pt x="1072" y="152"/>
                  </a:lnTo>
                  <a:lnTo>
                    <a:pt x="1072" y="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12369" name="Freeform 566"/>
            <p:cNvSpPr>
              <a:spLocks/>
            </p:cNvSpPr>
            <p:nvPr/>
          </p:nvSpPr>
          <p:spPr bwMode="auto">
            <a:xfrm>
              <a:off x="4264" y="3777"/>
              <a:ext cx="1072" cy="152"/>
            </a:xfrm>
            <a:custGeom>
              <a:avLst/>
              <a:gdLst>
                <a:gd name="T0" fmla="*/ 0 w 1072"/>
                <a:gd name="T1" fmla="*/ 0 h 152"/>
                <a:gd name="T2" fmla="*/ 0 w 1072"/>
                <a:gd name="T3" fmla="*/ 152 h 152"/>
                <a:gd name="T4" fmla="*/ 1072 w 1072"/>
                <a:gd name="T5" fmla="*/ 152 h 152"/>
                <a:gd name="T6" fmla="*/ 1072 w 1072"/>
                <a:gd name="T7" fmla="*/ 8 h 152"/>
                <a:gd name="T8" fmla="*/ 0 60000 65536"/>
                <a:gd name="T9" fmla="*/ 0 60000 65536"/>
                <a:gd name="T10" fmla="*/ 0 60000 65536"/>
                <a:gd name="T11" fmla="*/ 0 60000 65536"/>
                <a:gd name="T12" fmla="*/ 0 w 1072"/>
                <a:gd name="T13" fmla="*/ 0 h 152"/>
                <a:gd name="T14" fmla="*/ 1072 w 1072"/>
                <a:gd name="T15" fmla="*/ 152 h 152"/>
              </a:gdLst>
              <a:ahLst/>
              <a:cxnLst>
                <a:cxn ang="T8">
                  <a:pos x="T0" y="T1"/>
                </a:cxn>
                <a:cxn ang="T9">
                  <a:pos x="T2" y="T3"/>
                </a:cxn>
                <a:cxn ang="T10">
                  <a:pos x="T4" y="T5"/>
                </a:cxn>
                <a:cxn ang="T11">
                  <a:pos x="T6" y="T7"/>
                </a:cxn>
              </a:cxnLst>
              <a:rect l="T12" t="T13" r="T14" b="T15"/>
              <a:pathLst>
                <a:path w="1072" h="152">
                  <a:moveTo>
                    <a:pt x="0" y="0"/>
                  </a:moveTo>
                  <a:lnTo>
                    <a:pt x="0" y="152"/>
                  </a:lnTo>
                  <a:lnTo>
                    <a:pt x="1072" y="152"/>
                  </a:lnTo>
                  <a:lnTo>
                    <a:pt x="1072" y="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12370" name="Freeform 567"/>
            <p:cNvSpPr>
              <a:spLocks/>
            </p:cNvSpPr>
            <p:nvPr/>
          </p:nvSpPr>
          <p:spPr bwMode="auto">
            <a:xfrm>
              <a:off x="1896" y="3769"/>
              <a:ext cx="920" cy="160"/>
            </a:xfrm>
            <a:custGeom>
              <a:avLst/>
              <a:gdLst>
                <a:gd name="T0" fmla="*/ 0 w 1072"/>
                <a:gd name="T1" fmla="*/ 0 h 152"/>
                <a:gd name="T2" fmla="*/ 0 w 1072"/>
                <a:gd name="T3" fmla="*/ 636 h 152"/>
                <a:gd name="T4" fmla="*/ 15 w 1072"/>
                <a:gd name="T5" fmla="*/ 636 h 152"/>
                <a:gd name="T6" fmla="*/ 15 w 1072"/>
                <a:gd name="T7" fmla="*/ 8 h 152"/>
                <a:gd name="T8" fmla="*/ 0 60000 65536"/>
                <a:gd name="T9" fmla="*/ 0 60000 65536"/>
                <a:gd name="T10" fmla="*/ 0 60000 65536"/>
                <a:gd name="T11" fmla="*/ 0 60000 65536"/>
                <a:gd name="T12" fmla="*/ 0 w 1072"/>
                <a:gd name="T13" fmla="*/ 0 h 152"/>
                <a:gd name="T14" fmla="*/ 1072 w 1072"/>
                <a:gd name="T15" fmla="*/ 152 h 152"/>
              </a:gdLst>
              <a:ahLst/>
              <a:cxnLst>
                <a:cxn ang="T8">
                  <a:pos x="T0" y="T1"/>
                </a:cxn>
                <a:cxn ang="T9">
                  <a:pos x="T2" y="T3"/>
                </a:cxn>
                <a:cxn ang="T10">
                  <a:pos x="T4" y="T5"/>
                </a:cxn>
                <a:cxn ang="T11">
                  <a:pos x="T6" y="T7"/>
                </a:cxn>
              </a:cxnLst>
              <a:rect l="T12" t="T13" r="T14" b="T15"/>
              <a:pathLst>
                <a:path w="1072" h="152">
                  <a:moveTo>
                    <a:pt x="0" y="0"/>
                  </a:moveTo>
                  <a:lnTo>
                    <a:pt x="0" y="152"/>
                  </a:lnTo>
                  <a:lnTo>
                    <a:pt x="1072" y="152"/>
                  </a:lnTo>
                  <a:lnTo>
                    <a:pt x="1072" y="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12371" name="Freeform 568"/>
            <p:cNvSpPr>
              <a:spLocks/>
            </p:cNvSpPr>
            <p:nvPr/>
          </p:nvSpPr>
          <p:spPr bwMode="auto">
            <a:xfrm>
              <a:off x="3112" y="3777"/>
              <a:ext cx="928" cy="152"/>
            </a:xfrm>
            <a:custGeom>
              <a:avLst/>
              <a:gdLst>
                <a:gd name="T0" fmla="*/ 0 w 1072"/>
                <a:gd name="T1" fmla="*/ 0 h 152"/>
                <a:gd name="T2" fmla="*/ 0 w 1072"/>
                <a:gd name="T3" fmla="*/ 152 h 152"/>
                <a:gd name="T4" fmla="*/ 19 w 1072"/>
                <a:gd name="T5" fmla="*/ 152 h 152"/>
                <a:gd name="T6" fmla="*/ 19 w 1072"/>
                <a:gd name="T7" fmla="*/ 8 h 152"/>
                <a:gd name="T8" fmla="*/ 0 60000 65536"/>
                <a:gd name="T9" fmla="*/ 0 60000 65536"/>
                <a:gd name="T10" fmla="*/ 0 60000 65536"/>
                <a:gd name="T11" fmla="*/ 0 60000 65536"/>
                <a:gd name="T12" fmla="*/ 0 w 1072"/>
                <a:gd name="T13" fmla="*/ 0 h 152"/>
                <a:gd name="T14" fmla="*/ 1072 w 1072"/>
                <a:gd name="T15" fmla="*/ 152 h 152"/>
              </a:gdLst>
              <a:ahLst/>
              <a:cxnLst>
                <a:cxn ang="T8">
                  <a:pos x="T0" y="T1"/>
                </a:cxn>
                <a:cxn ang="T9">
                  <a:pos x="T2" y="T3"/>
                </a:cxn>
                <a:cxn ang="T10">
                  <a:pos x="T4" y="T5"/>
                </a:cxn>
                <a:cxn ang="T11">
                  <a:pos x="T6" y="T7"/>
                </a:cxn>
              </a:cxnLst>
              <a:rect l="T12" t="T13" r="T14" b="T15"/>
              <a:pathLst>
                <a:path w="1072" h="152">
                  <a:moveTo>
                    <a:pt x="0" y="0"/>
                  </a:moveTo>
                  <a:lnTo>
                    <a:pt x="0" y="152"/>
                  </a:lnTo>
                  <a:lnTo>
                    <a:pt x="1072" y="152"/>
                  </a:lnTo>
                  <a:lnTo>
                    <a:pt x="1072" y="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12372" name="Text Box 569"/>
            <p:cNvSpPr txBox="1">
              <a:spLocks noChangeArrowheads="1"/>
            </p:cNvSpPr>
            <p:nvPr/>
          </p:nvSpPr>
          <p:spPr bwMode="auto">
            <a:xfrm>
              <a:off x="1667" y="2819"/>
              <a:ext cx="22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en-US" altLang="zh-CN" sz="2100" dirty="0">
                  <a:solidFill>
                    <a:srgbClr val="333399"/>
                  </a:solidFill>
                  <a:latin typeface="Arial" charset="0"/>
                </a:rPr>
                <a:t>R</a:t>
              </a:r>
              <a:r>
                <a:rPr kumimoji="1" lang="en-US" altLang="zh-CN" sz="2100" baseline="-25000" dirty="0">
                  <a:solidFill>
                    <a:srgbClr val="333399"/>
                  </a:solidFill>
                  <a:latin typeface="Arial" charset="0"/>
                </a:rPr>
                <a:t>1</a:t>
              </a:r>
            </a:p>
          </p:txBody>
        </p:sp>
        <p:sp>
          <p:nvSpPr>
            <p:cNvPr id="12373" name="Text Box 570"/>
            <p:cNvSpPr txBox="1">
              <a:spLocks noChangeArrowheads="1"/>
            </p:cNvSpPr>
            <p:nvPr/>
          </p:nvSpPr>
          <p:spPr bwMode="auto">
            <a:xfrm>
              <a:off x="2872" y="2819"/>
              <a:ext cx="22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en-US" altLang="zh-CN" sz="2100" dirty="0">
                  <a:solidFill>
                    <a:srgbClr val="333399"/>
                  </a:solidFill>
                  <a:latin typeface="Arial" charset="0"/>
                </a:rPr>
                <a:t>R</a:t>
              </a:r>
              <a:r>
                <a:rPr kumimoji="1" lang="en-US" altLang="zh-CN" sz="2100" baseline="-25000" dirty="0">
                  <a:solidFill>
                    <a:srgbClr val="333399"/>
                  </a:solidFill>
                  <a:latin typeface="Arial" charset="0"/>
                </a:rPr>
                <a:t>2</a:t>
              </a:r>
            </a:p>
          </p:txBody>
        </p:sp>
        <p:sp>
          <p:nvSpPr>
            <p:cNvPr id="12374" name="Text Box 571"/>
            <p:cNvSpPr txBox="1">
              <a:spLocks noChangeArrowheads="1"/>
            </p:cNvSpPr>
            <p:nvPr/>
          </p:nvSpPr>
          <p:spPr bwMode="auto">
            <a:xfrm>
              <a:off x="4067" y="2819"/>
              <a:ext cx="22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en-US" altLang="zh-CN" sz="2100" dirty="0">
                  <a:solidFill>
                    <a:srgbClr val="333399"/>
                  </a:solidFill>
                  <a:latin typeface="Arial" charset="0"/>
                </a:rPr>
                <a:t>R</a:t>
              </a:r>
              <a:r>
                <a:rPr kumimoji="1" lang="en-US" altLang="zh-CN" sz="2100" baseline="-25000" dirty="0">
                  <a:solidFill>
                    <a:srgbClr val="333399"/>
                  </a:solidFill>
                  <a:latin typeface="Arial" charset="0"/>
                </a:rPr>
                <a:t>3</a:t>
              </a:r>
            </a:p>
          </p:txBody>
        </p:sp>
        <p:sp>
          <p:nvSpPr>
            <p:cNvPr id="12375" name="Text Box 572"/>
            <p:cNvSpPr txBox="1">
              <a:spLocks noChangeArrowheads="1"/>
            </p:cNvSpPr>
            <p:nvPr/>
          </p:nvSpPr>
          <p:spPr bwMode="auto">
            <a:xfrm>
              <a:off x="476" y="2365"/>
              <a:ext cx="22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en-US" altLang="zh-CN" sz="2100" dirty="0">
                  <a:solidFill>
                    <a:srgbClr val="333399"/>
                  </a:solidFill>
                  <a:latin typeface="Arial" charset="0"/>
                </a:rPr>
                <a:t>H</a:t>
              </a:r>
              <a:r>
                <a:rPr kumimoji="1" lang="en-US" altLang="zh-CN" sz="2100" baseline="-25000" dirty="0">
                  <a:solidFill>
                    <a:srgbClr val="333399"/>
                  </a:solidFill>
                  <a:latin typeface="Arial" charset="0"/>
                </a:rPr>
                <a:t>1</a:t>
              </a:r>
            </a:p>
          </p:txBody>
        </p:sp>
        <p:sp>
          <p:nvSpPr>
            <p:cNvPr id="12376" name="Text Box 573"/>
            <p:cNvSpPr txBox="1">
              <a:spLocks noChangeArrowheads="1"/>
            </p:cNvSpPr>
            <p:nvPr/>
          </p:nvSpPr>
          <p:spPr bwMode="auto">
            <a:xfrm>
              <a:off x="5272" y="2365"/>
              <a:ext cx="22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en-US" altLang="zh-CN" sz="2100" dirty="0">
                  <a:solidFill>
                    <a:srgbClr val="333399"/>
                  </a:solidFill>
                  <a:latin typeface="Arial" charset="0"/>
                </a:rPr>
                <a:t>H</a:t>
              </a:r>
              <a:r>
                <a:rPr kumimoji="1" lang="en-US" altLang="zh-CN" sz="2100" baseline="-25000" dirty="0">
                  <a:solidFill>
                    <a:srgbClr val="333399"/>
                  </a:solidFill>
                  <a:latin typeface="Arial" charset="0"/>
                </a:rPr>
                <a:t>2</a:t>
              </a:r>
            </a:p>
          </p:txBody>
        </p:sp>
      </p:grpSp>
      <p:sp>
        <p:nvSpPr>
          <p:cNvPr id="230974" name="Text Box 574"/>
          <p:cNvSpPr txBox="1">
            <a:spLocks noChangeArrowheads="1"/>
          </p:cNvSpPr>
          <p:nvPr/>
        </p:nvSpPr>
        <p:spPr bwMode="auto">
          <a:xfrm>
            <a:off x="3312153" y="4005969"/>
            <a:ext cx="6221469" cy="663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lang="zh-CN" altLang="en-US" sz="3600" dirty="0" smtClean="0">
                <a:solidFill>
                  <a:srgbClr val="333399"/>
                </a:solidFill>
                <a:latin typeface="Tahoma" pitchFamily="34" charset="0"/>
              </a:rPr>
              <a:t>从协议层次</a:t>
            </a:r>
            <a:r>
              <a:rPr lang="zh-CN" altLang="en-US" sz="3600" dirty="0">
                <a:solidFill>
                  <a:srgbClr val="333399"/>
                </a:solidFill>
                <a:latin typeface="Tahoma" pitchFamily="34" charset="0"/>
              </a:rPr>
              <a:t>上来看数据的流动</a:t>
            </a:r>
          </a:p>
        </p:txBody>
      </p:sp>
      <p:sp>
        <p:nvSpPr>
          <p:cNvPr id="230975" name="Freeform 575"/>
          <p:cNvSpPr>
            <a:spLocks/>
          </p:cNvSpPr>
          <p:nvPr/>
        </p:nvSpPr>
        <p:spPr bwMode="auto">
          <a:xfrm>
            <a:off x="1633854" y="4508658"/>
            <a:ext cx="9303655" cy="1872095"/>
          </a:xfrm>
          <a:custGeom>
            <a:avLst/>
            <a:gdLst>
              <a:gd name="T0" fmla="*/ 2147483646 w 4396"/>
              <a:gd name="T1" fmla="*/ 2147483646 h 1179"/>
              <a:gd name="T2" fmla="*/ 2147483646 w 4396"/>
              <a:gd name="T3" fmla="*/ 2147483646 h 1179"/>
              <a:gd name="T4" fmla="*/ 2147483646 w 4396"/>
              <a:gd name="T5" fmla="*/ 2147483646 h 1179"/>
              <a:gd name="T6" fmla="*/ 2147483646 w 4396"/>
              <a:gd name="T7" fmla="*/ 2147483646 h 1179"/>
              <a:gd name="T8" fmla="*/ 2147483646 w 4396"/>
              <a:gd name="T9" fmla="*/ 2147483646 h 1179"/>
              <a:gd name="T10" fmla="*/ 2147483646 w 4396"/>
              <a:gd name="T11" fmla="*/ 2147483646 h 1179"/>
              <a:gd name="T12" fmla="*/ 2147483646 w 4396"/>
              <a:gd name="T13" fmla="*/ 2147483646 h 1179"/>
              <a:gd name="T14" fmla="*/ 2147483646 w 4396"/>
              <a:gd name="T15" fmla="*/ 2147483646 h 1179"/>
              <a:gd name="T16" fmla="*/ 2147483646 w 4396"/>
              <a:gd name="T17" fmla="*/ 2147483646 h 1179"/>
              <a:gd name="T18" fmla="*/ 2147483646 w 4396"/>
              <a:gd name="T19" fmla="*/ 2147483646 h 1179"/>
              <a:gd name="T20" fmla="*/ 2147483646 w 4396"/>
              <a:gd name="T21" fmla="*/ 2147483646 h 1179"/>
              <a:gd name="T22" fmla="*/ 2147483646 w 4396"/>
              <a:gd name="T23" fmla="*/ 2147483646 h 1179"/>
              <a:gd name="T24" fmla="*/ 2147483646 w 4396"/>
              <a:gd name="T25" fmla="*/ 2147483646 h 1179"/>
              <a:gd name="T26" fmla="*/ 2147483646 w 4396"/>
              <a:gd name="T27" fmla="*/ 2147483646 h 1179"/>
              <a:gd name="T28" fmla="*/ 2147483646 w 4396"/>
              <a:gd name="T29" fmla="*/ 2147483646 h 1179"/>
              <a:gd name="T30" fmla="*/ 2147483646 w 4396"/>
              <a:gd name="T31" fmla="*/ 2147483646 h 1179"/>
              <a:gd name="T32" fmla="*/ 2147483646 w 4396"/>
              <a:gd name="T33" fmla="*/ 2147483646 h 1179"/>
              <a:gd name="T34" fmla="*/ 2147483646 w 4396"/>
              <a:gd name="T35" fmla="*/ 2147483646 h 1179"/>
              <a:gd name="T36" fmla="*/ 2147483646 w 4396"/>
              <a:gd name="T37" fmla="*/ 2147483646 h 1179"/>
              <a:gd name="T38" fmla="*/ 2147483646 w 4396"/>
              <a:gd name="T39" fmla="*/ 2147483646 h 1179"/>
              <a:gd name="T40" fmla="*/ 2147483646 w 4396"/>
              <a:gd name="T41" fmla="*/ 2147483646 h 1179"/>
              <a:gd name="T42" fmla="*/ 2147483646 w 4396"/>
              <a:gd name="T43" fmla="*/ 2147483646 h 1179"/>
              <a:gd name="T44" fmla="*/ 2147483646 w 4396"/>
              <a:gd name="T45" fmla="*/ 2147483646 h 1179"/>
              <a:gd name="T46" fmla="*/ 2147483646 w 4396"/>
              <a:gd name="T47" fmla="*/ 2147483646 h 1179"/>
              <a:gd name="T48" fmla="*/ 2147483646 w 4396"/>
              <a:gd name="T49" fmla="*/ 2147483646 h 1179"/>
              <a:gd name="T50" fmla="*/ 2147483646 w 4396"/>
              <a:gd name="T51" fmla="*/ 2147483646 h 1179"/>
              <a:gd name="T52" fmla="*/ 2147483646 w 4396"/>
              <a:gd name="T53" fmla="*/ 2147483646 h 1179"/>
              <a:gd name="T54" fmla="*/ 2147483646 w 4396"/>
              <a:gd name="T55" fmla="*/ 2147483646 h 1179"/>
              <a:gd name="T56" fmla="*/ 2147483646 w 4396"/>
              <a:gd name="T57" fmla="*/ 2147483646 h 1179"/>
              <a:gd name="T58" fmla="*/ 2147483646 w 4396"/>
              <a:gd name="T59" fmla="*/ 2147483646 h 1179"/>
              <a:gd name="T60" fmla="*/ 2147483646 w 4396"/>
              <a:gd name="T61" fmla="*/ 2147483646 h 1179"/>
              <a:gd name="T62" fmla="*/ 2147483646 w 4396"/>
              <a:gd name="T63" fmla="*/ 2147483646 h 1179"/>
              <a:gd name="T64" fmla="*/ 2147483646 w 4396"/>
              <a:gd name="T65" fmla="*/ 2147483646 h 1179"/>
              <a:gd name="T66" fmla="*/ 2147483646 w 4396"/>
              <a:gd name="T67" fmla="*/ 2147483646 h 1179"/>
              <a:gd name="T68" fmla="*/ 2147483646 w 4396"/>
              <a:gd name="T69" fmla="*/ 2147483646 h 1179"/>
              <a:gd name="T70" fmla="*/ 2147483646 w 4396"/>
              <a:gd name="T71" fmla="*/ 0 h 117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396"/>
              <a:gd name="T109" fmla="*/ 0 h 1179"/>
              <a:gd name="T110" fmla="*/ 4396 w 4396"/>
              <a:gd name="T111" fmla="*/ 1179 h 117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396" h="1179">
                <a:moveTo>
                  <a:pt x="12" y="30"/>
                </a:moveTo>
                <a:cubicBezTo>
                  <a:pt x="13" y="176"/>
                  <a:pt x="0" y="725"/>
                  <a:pt x="12" y="909"/>
                </a:cubicBezTo>
                <a:cubicBezTo>
                  <a:pt x="24" y="1093"/>
                  <a:pt x="18" y="1095"/>
                  <a:pt x="84" y="1137"/>
                </a:cubicBezTo>
                <a:cubicBezTo>
                  <a:pt x="150" y="1179"/>
                  <a:pt x="328" y="1158"/>
                  <a:pt x="408" y="1161"/>
                </a:cubicBezTo>
                <a:cubicBezTo>
                  <a:pt x="488" y="1164"/>
                  <a:pt x="507" y="1162"/>
                  <a:pt x="567" y="1158"/>
                </a:cubicBezTo>
                <a:cubicBezTo>
                  <a:pt x="627" y="1154"/>
                  <a:pt x="728" y="1158"/>
                  <a:pt x="768" y="1140"/>
                </a:cubicBezTo>
                <a:cubicBezTo>
                  <a:pt x="808" y="1122"/>
                  <a:pt x="798" y="1129"/>
                  <a:pt x="804" y="1050"/>
                </a:cubicBezTo>
                <a:cubicBezTo>
                  <a:pt x="810" y="971"/>
                  <a:pt x="796" y="761"/>
                  <a:pt x="804" y="666"/>
                </a:cubicBezTo>
                <a:cubicBezTo>
                  <a:pt x="812" y="571"/>
                  <a:pt x="792" y="507"/>
                  <a:pt x="855" y="477"/>
                </a:cubicBezTo>
                <a:cubicBezTo>
                  <a:pt x="918" y="447"/>
                  <a:pt x="1122" y="452"/>
                  <a:pt x="1182" y="483"/>
                </a:cubicBezTo>
                <a:cubicBezTo>
                  <a:pt x="1242" y="514"/>
                  <a:pt x="1208" y="592"/>
                  <a:pt x="1212" y="663"/>
                </a:cubicBezTo>
                <a:cubicBezTo>
                  <a:pt x="1216" y="734"/>
                  <a:pt x="1205" y="830"/>
                  <a:pt x="1209" y="906"/>
                </a:cubicBezTo>
                <a:cubicBezTo>
                  <a:pt x="1213" y="982"/>
                  <a:pt x="1190" y="1080"/>
                  <a:pt x="1236" y="1122"/>
                </a:cubicBezTo>
                <a:cubicBezTo>
                  <a:pt x="1282" y="1164"/>
                  <a:pt x="1383" y="1158"/>
                  <a:pt x="1488" y="1161"/>
                </a:cubicBezTo>
                <a:cubicBezTo>
                  <a:pt x="1593" y="1164"/>
                  <a:pt x="1785" y="1161"/>
                  <a:pt x="1866" y="1143"/>
                </a:cubicBezTo>
                <a:cubicBezTo>
                  <a:pt x="1947" y="1125"/>
                  <a:pt x="1956" y="1115"/>
                  <a:pt x="1977" y="1050"/>
                </a:cubicBezTo>
                <a:cubicBezTo>
                  <a:pt x="1998" y="985"/>
                  <a:pt x="1986" y="848"/>
                  <a:pt x="1992" y="750"/>
                </a:cubicBezTo>
                <a:cubicBezTo>
                  <a:pt x="1998" y="652"/>
                  <a:pt x="1953" y="508"/>
                  <a:pt x="2016" y="459"/>
                </a:cubicBezTo>
                <a:cubicBezTo>
                  <a:pt x="2079" y="410"/>
                  <a:pt x="2305" y="419"/>
                  <a:pt x="2370" y="453"/>
                </a:cubicBezTo>
                <a:cubicBezTo>
                  <a:pt x="2435" y="487"/>
                  <a:pt x="2402" y="594"/>
                  <a:pt x="2409" y="663"/>
                </a:cubicBezTo>
                <a:cubicBezTo>
                  <a:pt x="2416" y="732"/>
                  <a:pt x="2408" y="794"/>
                  <a:pt x="2412" y="867"/>
                </a:cubicBezTo>
                <a:cubicBezTo>
                  <a:pt x="2416" y="940"/>
                  <a:pt x="2411" y="1050"/>
                  <a:pt x="2436" y="1098"/>
                </a:cubicBezTo>
                <a:cubicBezTo>
                  <a:pt x="2461" y="1146"/>
                  <a:pt x="2467" y="1150"/>
                  <a:pt x="2565" y="1158"/>
                </a:cubicBezTo>
                <a:cubicBezTo>
                  <a:pt x="2663" y="1166"/>
                  <a:pt x="2924" y="1165"/>
                  <a:pt x="3024" y="1146"/>
                </a:cubicBezTo>
                <a:cubicBezTo>
                  <a:pt x="3124" y="1127"/>
                  <a:pt x="3140" y="1122"/>
                  <a:pt x="3165" y="1041"/>
                </a:cubicBezTo>
                <a:cubicBezTo>
                  <a:pt x="3190" y="960"/>
                  <a:pt x="3165" y="758"/>
                  <a:pt x="3172" y="662"/>
                </a:cubicBezTo>
                <a:cubicBezTo>
                  <a:pt x="3179" y="566"/>
                  <a:pt x="3154" y="499"/>
                  <a:pt x="3207" y="462"/>
                </a:cubicBezTo>
                <a:cubicBezTo>
                  <a:pt x="3260" y="425"/>
                  <a:pt x="3429" y="425"/>
                  <a:pt x="3492" y="438"/>
                </a:cubicBezTo>
                <a:cubicBezTo>
                  <a:pt x="3555" y="451"/>
                  <a:pt x="3568" y="464"/>
                  <a:pt x="3585" y="540"/>
                </a:cubicBezTo>
                <a:cubicBezTo>
                  <a:pt x="3602" y="616"/>
                  <a:pt x="3587" y="801"/>
                  <a:pt x="3591" y="894"/>
                </a:cubicBezTo>
                <a:cubicBezTo>
                  <a:pt x="3595" y="987"/>
                  <a:pt x="3590" y="1059"/>
                  <a:pt x="3609" y="1101"/>
                </a:cubicBezTo>
                <a:cubicBezTo>
                  <a:pt x="3628" y="1143"/>
                  <a:pt x="3617" y="1140"/>
                  <a:pt x="3708" y="1149"/>
                </a:cubicBezTo>
                <a:cubicBezTo>
                  <a:pt x="3799" y="1158"/>
                  <a:pt x="4051" y="1162"/>
                  <a:pt x="4155" y="1158"/>
                </a:cubicBezTo>
                <a:cubicBezTo>
                  <a:pt x="4259" y="1154"/>
                  <a:pt x="4296" y="1160"/>
                  <a:pt x="4335" y="1125"/>
                </a:cubicBezTo>
                <a:cubicBezTo>
                  <a:pt x="4374" y="1090"/>
                  <a:pt x="4382" y="1132"/>
                  <a:pt x="4389" y="945"/>
                </a:cubicBezTo>
                <a:cubicBezTo>
                  <a:pt x="4396" y="758"/>
                  <a:pt x="4382" y="197"/>
                  <a:pt x="4380" y="0"/>
                </a:cubicBezTo>
              </a:path>
            </a:pathLst>
          </a:custGeom>
          <a:noFill/>
          <a:ln w="76200">
            <a:solidFill>
              <a:srgbClr val="FF0000"/>
            </a:solidFill>
            <a:round/>
            <a:headEnd type="none" w="med" len="lg"/>
            <a:tailEnd type="triangle" w="med" len="med"/>
          </a:ln>
          <a:extLst>
            <a:ext uri="{909E8E84-426E-40DD-AFC4-6F175D3DCCD1}">
              <a14:hiddenFill xmlns:a14="http://schemas.microsoft.com/office/drawing/2010/main">
                <a:solidFill>
                  <a:srgbClr val="FFFFFF"/>
                </a:solidFill>
              </a14:hiddenFill>
            </a:ext>
          </a:extLst>
        </p:spPr>
        <p:txBody>
          <a:bodyPr lIns="108850" tIns="54425" rIns="108850" bIns="54425"/>
          <a:lstStyle/>
          <a:p>
            <a:endParaRPr lang="zh-CN" altLang="en-US" b="1"/>
          </a:p>
        </p:txBody>
      </p:sp>
      <p:sp>
        <p:nvSpPr>
          <p:cNvPr id="5" name="标题 4"/>
          <p:cNvSpPr>
            <a:spLocks noGrp="1"/>
          </p:cNvSpPr>
          <p:nvPr>
            <p:ph type="title"/>
          </p:nvPr>
        </p:nvSpPr>
        <p:spPr/>
        <p:txBody>
          <a:bodyPr/>
          <a:lstStyle/>
          <a:p>
            <a:r>
              <a:rPr lang="zh-CN" altLang="en-US" dirty="0" smtClean="0"/>
              <a:t>从不同角度看数据的流动</a:t>
            </a:r>
            <a:endParaRPr lang="zh-CN" altLang="en-US" dirty="0"/>
          </a:p>
        </p:txBody>
      </p:sp>
    </p:spTree>
    <p:extLst>
      <p:ext uri="{BB962C8B-B14F-4D97-AF65-F5344CB8AC3E}">
        <p14:creationId xmlns:p14="http://schemas.microsoft.com/office/powerpoint/2010/main" val="3993056815"/>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0920"/>
                                        </p:tgtEl>
                                        <p:attrNameLst>
                                          <p:attrName>style.visibility</p:attrName>
                                        </p:attrNameLst>
                                      </p:cBhvr>
                                      <p:to>
                                        <p:strVal val="visible"/>
                                      </p:to>
                                    </p:set>
                                  </p:childTnLst>
                                </p:cTn>
                              </p:par>
                              <p:par>
                                <p:cTn id="7" presetID="35" presetClass="emph" presetSubtype="0" repeatCount="3000" fill="hold" grpId="1" nodeType="withEffect">
                                  <p:stCondLst>
                                    <p:cond delay="0"/>
                                  </p:stCondLst>
                                  <p:childTnLst>
                                    <p:anim calcmode="discrete" valueType="str">
                                      <p:cBhvr>
                                        <p:cTn id="8" dur="1000" fill="hold"/>
                                        <p:tgtEl>
                                          <p:spTgt spid="230920"/>
                                        </p:tgtEl>
                                        <p:attrNameLst>
                                          <p:attrName>style.visibility</p:attrName>
                                        </p:attrNameLst>
                                      </p:cBhvr>
                                      <p:tavLst>
                                        <p:tav tm="0">
                                          <p:val>
                                            <p:strVal val="hidden"/>
                                          </p:val>
                                        </p:tav>
                                        <p:tav tm="50000">
                                          <p:val>
                                            <p:strVal val="visible"/>
                                          </p:val>
                                        </p:tav>
                                      </p:tavLst>
                                    </p:anim>
                                  </p:childTnLst>
                                </p:cTn>
                              </p:par>
                            </p:childTnLst>
                          </p:cTn>
                        </p:par>
                        <p:par>
                          <p:cTn id="9" fill="hold" nodeType="afterGroup">
                            <p:stCondLst>
                              <p:cond delay="3000"/>
                            </p:stCondLst>
                            <p:childTnLst>
                              <p:par>
                                <p:cTn id="10" presetID="22" presetClass="entr" presetSubtype="8" fill="hold" grpId="0" nodeType="afterEffect">
                                  <p:stCondLst>
                                    <p:cond delay="0"/>
                                  </p:stCondLst>
                                  <p:childTnLst>
                                    <p:set>
                                      <p:cBhvr>
                                        <p:cTn id="11" dur="1" fill="hold">
                                          <p:stCondLst>
                                            <p:cond delay="0"/>
                                          </p:stCondLst>
                                        </p:cTn>
                                        <p:tgtEl>
                                          <p:spTgt spid="230916"/>
                                        </p:tgtEl>
                                        <p:attrNameLst>
                                          <p:attrName>style.visibility</p:attrName>
                                        </p:attrNameLst>
                                      </p:cBhvr>
                                      <p:to>
                                        <p:strVal val="visible"/>
                                      </p:to>
                                    </p:set>
                                    <p:animEffect transition="in" filter="wipe(left)">
                                      <p:cBhvr>
                                        <p:cTn id="12" dur="500"/>
                                        <p:tgtEl>
                                          <p:spTgt spid="230916"/>
                                        </p:tgtEl>
                                      </p:cBhvr>
                                    </p:animEffect>
                                  </p:childTnLst>
                                </p:cTn>
                              </p:par>
                            </p:childTnLst>
                          </p:cTn>
                        </p:par>
                        <p:par>
                          <p:cTn id="13" fill="hold" nodeType="afterGroup">
                            <p:stCondLst>
                              <p:cond delay="3500"/>
                            </p:stCondLst>
                            <p:childTnLst>
                              <p:par>
                                <p:cTn id="14" presetID="22" presetClass="entr" presetSubtype="8" fill="hold" grpId="0" nodeType="afterEffect">
                                  <p:stCondLst>
                                    <p:cond delay="500"/>
                                  </p:stCondLst>
                                  <p:childTnLst>
                                    <p:set>
                                      <p:cBhvr>
                                        <p:cTn id="15" dur="1" fill="hold">
                                          <p:stCondLst>
                                            <p:cond delay="0"/>
                                          </p:stCondLst>
                                        </p:cTn>
                                        <p:tgtEl>
                                          <p:spTgt spid="230919"/>
                                        </p:tgtEl>
                                        <p:attrNameLst>
                                          <p:attrName>style.visibility</p:attrName>
                                        </p:attrNameLst>
                                      </p:cBhvr>
                                      <p:to>
                                        <p:strVal val="visible"/>
                                      </p:to>
                                    </p:set>
                                    <p:animEffect transition="in" filter="wipe(left)">
                                      <p:cBhvr>
                                        <p:cTn id="16" dur="500"/>
                                        <p:tgtEl>
                                          <p:spTgt spid="230919"/>
                                        </p:tgtEl>
                                      </p:cBhvr>
                                    </p:animEffect>
                                  </p:childTnLst>
                                </p:cTn>
                              </p:par>
                            </p:childTnLst>
                          </p:cTn>
                        </p:par>
                        <p:par>
                          <p:cTn id="17" fill="hold" nodeType="afterGroup">
                            <p:stCondLst>
                              <p:cond delay="4500"/>
                            </p:stCondLst>
                            <p:childTnLst>
                              <p:par>
                                <p:cTn id="18" presetID="22" presetClass="entr" presetSubtype="8" fill="hold" grpId="0" nodeType="afterEffect">
                                  <p:stCondLst>
                                    <p:cond delay="500"/>
                                  </p:stCondLst>
                                  <p:childTnLst>
                                    <p:set>
                                      <p:cBhvr>
                                        <p:cTn id="19" dur="1" fill="hold">
                                          <p:stCondLst>
                                            <p:cond delay="0"/>
                                          </p:stCondLst>
                                        </p:cTn>
                                        <p:tgtEl>
                                          <p:spTgt spid="230917"/>
                                        </p:tgtEl>
                                        <p:attrNameLst>
                                          <p:attrName>style.visibility</p:attrName>
                                        </p:attrNameLst>
                                      </p:cBhvr>
                                      <p:to>
                                        <p:strVal val="visible"/>
                                      </p:to>
                                    </p:set>
                                    <p:animEffect transition="in" filter="wipe(left)">
                                      <p:cBhvr>
                                        <p:cTn id="20" dur="500"/>
                                        <p:tgtEl>
                                          <p:spTgt spid="230917"/>
                                        </p:tgtEl>
                                      </p:cBhvr>
                                    </p:animEffect>
                                  </p:childTnLst>
                                </p:cTn>
                              </p:par>
                            </p:childTnLst>
                          </p:cTn>
                        </p:par>
                        <p:par>
                          <p:cTn id="21" fill="hold" nodeType="afterGroup">
                            <p:stCondLst>
                              <p:cond delay="5500"/>
                            </p:stCondLst>
                            <p:childTnLst>
                              <p:par>
                                <p:cTn id="22" presetID="22" presetClass="entr" presetSubtype="8" fill="hold" grpId="0" nodeType="afterEffect">
                                  <p:stCondLst>
                                    <p:cond delay="500"/>
                                  </p:stCondLst>
                                  <p:childTnLst>
                                    <p:set>
                                      <p:cBhvr>
                                        <p:cTn id="23" dur="1" fill="hold">
                                          <p:stCondLst>
                                            <p:cond delay="0"/>
                                          </p:stCondLst>
                                        </p:cTn>
                                        <p:tgtEl>
                                          <p:spTgt spid="230918"/>
                                        </p:tgtEl>
                                        <p:attrNameLst>
                                          <p:attrName>style.visibility</p:attrName>
                                        </p:attrNameLst>
                                      </p:cBhvr>
                                      <p:to>
                                        <p:strVal val="visible"/>
                                      </p:to>
                                    </p:set>
                                    <p:animEffect transition="in" filter="wipe(left)">
                                      <p:cBhvr>
                                        <p:cTn id="24" dur="500"/>
                                        <p:tgtEl>
                                          <p:spTgt spid="230918"/>
                                        </p:tgtEl>
                                      </p:cBhvr>
                                    </p:animEffect>
                                  </p:childTnLst>
                                </p:cTn>
                              </p:par>
                            </p:childTnLst>
                          </p:cTn>
                        </p:par>
                      </p:childTnLst>
                    </p:cTn>
                  </p:par>
                  <p:par>
                    <p:cTn id="25" fill="hold">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30974"/>
                                        </p:tgtEl>
                                        <p:attrNameLst>
                                          <p:attrName>style.visibility</p:attrName>
                                        </p:attrNameLst>
                                      </p:cBhvr>
                                      <p:to>
                                        <p:strVal val="visible"/>
                                      </p:to>
                                    </p:set>
                                  </p:childTnLst>
                                </p:cTn>
                              </p:par>
                              <p:par>
                                <p:cTn id="33" presetID="35" presetClass="emph" presetSubtype="0" repeatCount="3000" fill="hold" grpId="1" nodeType="withEffect">
                                  <p:stCondLst>
                                    <p:cond delay="0"/>
                                  </p:stCondLst>
                                  <p:childTnLst>
                                    <p:anim calcmode="discrete" valueType="str">
                                      <p:cBhvr>
                                        <p:cTn id="34" dur="1000" fill="hold"/>
                                        <p:tgtEl>
                                          <p:spTgt spid="230974"/>
                                        </p:tgtEl>
                                        <p:attrNameLst>
                                          <p:attrName>style.visibility</p:attrName>
                                        </p:attrNameLst>
                                      </p:cBhvr>
                                      <p:tavLst>
                                        <p:tav tm="0">
                                          <p:val>
                                            <p:strVal val="hidden"/>
                                          </p:val>
                                        </p:tav>
                                        <p:tav tm="50000">
                                          <p:val>
                                            <p:strVal val="visible"/>
                                          </p:val>
                                        </p:tav>
                                      </p:tavLst>
                                    </p:anim>
                                  </p:childTnLst>
                                </p:cTn>
                              </p:par>
                            </p:childTnLst>
                          </p:cTn>
                        </p:par>
                        <p:par>
                          <p:cTn id="35" fill="hold" nodeType="afterGroup">
                            <p:stCondLst>
                              <p:cond delay="3000"/>
                            </p:stCondLst>
                            <p:childTnLst>
                              <p:par>
                                <p:cTn id="36" presetID="22" presetClass="entr" presetSubtype="8" fill="hold" grpId="0" nodeType="afterEffect">
                                  <p:stCondLst>
                                    <p:cond delay="0"/>
                                  </p:stCondLst>
                                  <p:childTnLst>
                                    <p:set>
                                      <p:cBhvr>
                                        <p:cTn id="37" dur="1" fill="hold">
                                          <p:stCondLst>
                                            <p:cond delay="0"/>
                                          </p:stCondLst>
                                        </p:cTn>
                                        <p:tgtEl>
                                          <p:spTgt spid="230975"/>
                                        </p:tgtEl>
                                        <p:attrNameLst>
                                          <p:attrName>style.visibility</p:attrName>
                                        </p:attrNameLst>
                                      </p:cBhvr>
                                      <p:to>
                                        <p:strVal val="visible"/>
                                      </p:to>
                                    </p:set>
                                    <p:animEffect transition="in" filter="wipe(left)">
                                      <p:cBhvr>
                                        <p:cTn id="38" dur="2000"/>
                                        <p:tgtEl>
                                          <p:spTgt spid="2309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916" grpId="0" animBg="1"/>
      <p:bldP spid="230917" grpId="0" animBg="1"/>
      <p:bldP spid="230918" grpId="0" animBg="1"/>
      <p:bldP spid="230919" grpId="0" animBg="1"/>
      <p:bldP spid="230920" grpId="0"/>
      <p:bldP spid="230920" grpId="1"/>
      <p:bldP spid="230974" grpId="0"/>
      <p:bldP spid="230974" grpId="1"/>
      <p:bldP spid="23097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Line 3"/>
          <p:cNvSpPr>
            <a:spLocks noChangeShapeType="1"/>
          </p:cNvSpPr>
          <p:nvPr/>
        </p:nvSpPr>
        <p:spPr bwMode="auto">
          <a:xfrm flipH="1" flipV="1">
            <a:off x="10446507" y="3441425"/>
            <a:ext cx="897350" cy="6351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12291" name="Line 4"/>
          <p:cNvSpPr>
            <a:spLocks noChangeShapeType="1"/>
          </p:cNvSpPr>
          <p:nvPr/>
        </p:nvSpPr>
        <p:spPr bwMode="auto">
          <a:xfrm flipH="1" flipV="1">
            <a:off x="8990430" y="3136555"/>
            <a:ext cx="846556" cy="21595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12292" name="Line 5"/>
          <p:cNvSpPr>
            <a:spLocks noChangeShapeType="1"/>
          </p:cNvSpPr>
          <p:nvPr/>
        </p:nvSpPr>
        <p:spPr bwMode="auto">
          <a:xfrm flipV="1">
            <a:off x="7805250" y="3123852"/>
            <a:ext cx="1015868" cy="15243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12293" name="Line 6"/>
          <p:cNvSpPr>
            <a:spLocks noChangeShapeType="1"/>
          </p:cNvSpPr>
          <p:nvPr/>
        </p:nvSpPr>
        <p:spPr bwMode="auto">
          <a:xfrm flipV="1">
            <a:off x="6383036" y="3200070"/>
            <a:ext cx="1219041" cy="7621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12294" name="Line 7"/>
          <p:cNvSpPr>
            <a:spLocks noChangeShapeType="1"/>
          </p:cNvSpPr>
          <p:nvPr/>
        </p:nvSpPr>
        <p:spPr bwMode="auto">
          <a:xfrm>
            <a:off x="4960821" y="3276287"/>
            <a:ext cx="121904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12295" name="Line 8"/>
          <p:cNvSpPr>
            <a:spLocks noChangeShapeType="1"/>
          </p:cNvSpPr>
          <p:nvPr/>
        </p:nvSpPr>
        <p:spPr bwMode="auto">
          <a:xfrm>
            <a:off x="3437019" y="3047634"/>
            <a:ext cx="1219041" cy="22865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12296" name="Freeform 9"/>
          <p:cNvSpPr>
            <a:spLocks/>
          </p:cNvSpPr>
          <p:nvPr/>
        </p:nvSpPr>
        <p:spPr bwMode="auto">
          <a:xfrm>
            <a:off x="1032799" y="3085743"/>
            <a:ext cx="2336496" cy="508118"/>
          </a:xfrm>
          <a:custGeom>
            <a:avLst/>
            <a:gdLst>
              <a:gd name="T0" fmla="*/ 0 w 1104"/>
              <a:gd name="T1" fmla="*/ 2147483646 h 320"/>
              <a:gd name="T2" fmla="*/ 2147483646 w 1104"/>
              <a:gd name="T3" fmla="*/ 2147483646 h 320"/>
              <a:gd name="T4" fmla="*/ 2147483646 w 1104"/>
              <a:gd name="T5" fmla="*/ 0 h 320"/>
              <a:gd name="T6" fmla="*/ 0 60000 65536"/>
              <a:gd name="T7" fmla="*/ 0 60000 65536"/>
              <a:gd name="T8" fmla="*/ 0 60000 65536"/>
              <a:gd name="T9" fmla="*/ 0 w 1104"/>
              <a:gd name="T10" fmla="*/ 0 h 320"/>
              <a:gd name="T11" fmla="*/ 1104 w 1104"/>
              <a:gd name="T12" fmla="*/ 320 h 320"/>
            </a:gdLst>
            <a:ahLst/>
            <a:cxnLst>
              <a:cxn ang="T6">
                <a:pos x="T0" y="T1"/>
              </a:cxn>
              <a:cxn ang="T7">
                <a:pos x="T2" y="T3"/>
              </a:cxn>
              <a:cxn ang="T8">
                <a:pos x="T4" y="T5"/>
              </a:cxn>
            </a:cxnLst>
            <a:rect l="T9" t="T10" r="T11" b="T12"/>
            <a:pathLst>
              <a:path w="1104" h="320">
                <a:moveTo>
                  <a:pt x="0" y="320"/>
                </a:moveTo>
                <a:lnTo>
                  <a:pt x="568" y="200"/>
                </a:lnTo>
                <a:lnTo>
                  <a:pt x="1104" y="0"/>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lIns="108850" tIns="54425" rIns="108850" bIns="54425" anchor="ctr"/>
          <a:lstStyle/>
          <a:p>
            <a:endParaRPr lang="zh-CN" altLang="en-US" b="1"/>
          </a:p>
        </p:txBody>
      </p:sp>
      <p:grpSp>
        <p:nvGrpSpPr>
          <p:cNvPr id="12297" name="Group 10"/>
          <p:cNvGrpSpPr>
            <a:grpSpLocks/>
          </p:cNvGrpSpPr>
          <p:nvPr/>
        </p:nvGrpSpPr>
        <p:grpSpPr bwMode="auto">
          <a:xfrm>
            <a:off x="1506871" y="2895199"/>
            <a:ext cx="1504755" cy="781231"/>
            <a:chOff x="1680" y="240"/>
            <a:chExt cx="2529" cy="1270"/>
          </a:xfrm>
        </p:grpSpPr>
        <p:sp>
          <p:nvSpPr>
            <p:cNvPr id="12856" name="Oval 11"/>
            <p:cNvSpPr>
              <a:spLocks noChangeArrowheads="1"/>
            </p:cNvSpPr>
            <p:nvPr/>
          </p:nvSpPr>
          <p:spPr bwMode="auto">
            <a:xfrm>
              <a:off x="2554" y="240"/>
              <a:ext cx="1088"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57" name="Oval 12"/>
            <p:cNvSpPr>
              <a:spLocks noChangeArrowheads="1"/>
            </p:cNvSpPr>
            <p:nvPr/>
          </p:nvSpPr>
          <p:spPr bwMode="auto">
            <a:xfrm>
              <a:off x="1941" y="381"/>
              <a:ext cx="827"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58" name="Oval 13"/>
            <p:cNvSpPr>
              <a:spLocks noChangeArrowheads="1"/>
            </p:cNvSpPr>
            <p:nvPr/>
          </p:nvSpPr>
          <p:spPr bwMode="auto">
            <a:xfrm>
              <a:off x="1680" y="702"/>
              <a:ext cx="552" cy="4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59" name="Oval 14"/>
            <p:cNvSpPr>
              <a:spLocks noChangeArrowheads="1"/>
            </p:cNvSpPr>
            <p:nvPr/>
          </p:nvSpPr>
          <p:spPr bwMode="auto">
            <a:xfrm>
              <a:off x="1849" y="894"/>
              <a:ext cx="842" cy="45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60" name="Oval 15"/>
            <p:cNvSpPr>
              <a:spLocks noChangeArrowheads="1"/>
            </p:cNvSpPr>
            <p:nvPr/>
          </p:nvSpPr>
          <p:spPr bwMode="auto">
            <a:xfrm>
              <a:off x="2462" y="971"/>
              <a:ext cx="1272"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61" name="Oval 16"/>
            <p:cNvSpPr>
              <a:spLocks noChangeArrowheads="1"/>
            </p:cNvSpPr>
            <p:nvPr/>
          </p:nvSpPr>
          <p:spPr bwMode="auto">
            <a:xfrm>
              <a:off x="3289" y="394"/>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62" name="Oval 17"/>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63" name="Oval 18"/>
            <p:cNvSpPr>
              <a:spLocks noChangeArrowheads="1"/>
            </p:cNvSpPr>
            <p:nvPr/>
          </p:nvSpPr>
          <p:spPr bwMode="auto">
            <a:xfrm>
              <a:off x="3335" y="753"/>
              <a:ext cx="797" cy="66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64" name="Oval 19"/>
            <p:cNvSpPr>
              <a:spLocks noChangeArrowheads="1"/>
            </p:cNvSpPr>
            <p:nvPr/>
          </p:nvSpPr>
          <p:spPr bwMode="auto">
            <a:xfrm>
              <a:off x="2140" y="548"/>
              <a:ext cx="1640" cy="667"/>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grpSp>
      <p:grpSp>
        <p:nvGrpSpPr>
          <p:cNvPr id="12298" name="Group 20"/>
          <p:cNvGrpSpPr>
            <a:grpSpLocks/>
          </p:cNvGrpSpPr>
          <p:nvPr/>
        </p:nvGrpSpPr>
        <p:grpSpPr bwMode="auto">
          <a:xfrm>
            <a:off x="4046540" y="2895199"/>
            <a:ext cx="1504755" cy="781231"/>
            <a:chOff x="1680" y="240"/>
            <a:chExt cx="2529" cy="1270"/>
          </a:xfrm>
        </p:grpSpPr>
        <p:sp>
          <p:nvSpPr>
            <p:cNvPr id="12847" name="Oval 21"/>
            <p:cNvSpPr>
              <a:spLocks noChangeArrowheads="1"/>
            </p:cNvSpPr>
            <p:nvPr/>
          </p:nvSpPr>
          <p:spPr bwMode="auto">
            <a:xfrm>
              <a:off x="2554" y="240"/>
              <a:ext cx="1088"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48" name="Oval 22"/>
            <p:cNvSpPr>
              <a:spLocks noChangeArrowheads="1"/>
            </p:cNvSpPr>
            <p:nvPr/>
          </p:nvSpPr>
          <p:spPr bwMode="auto">
            <a:xfrm>
              <a:off x="1941" y="381"/>
              <a:ext cx="827"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49" name="Oval 23"/>
            <p:cNvSpPr>
              <a:spLocks noChangeArrowheads="1"/>
            </p:cNvSpPr>
            <p:nvPr/>
          </p:nvSpPr>
          <p:spPr bwMode="auto">
            <a:xfrm>
              <a:off x="1680" y="702"/>
              <a:ext cx="552" cy="4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50" name="Oval 24"/>
            <p:cNvSpPr>
              <a:spLocks noChangeArrowheads="1"/>
            </p:cNvSpPr>
            <p:nvPr/>
          </p:nvSpPr>
          <p:spPr bwMode="auto">
            <a:xfrm>
              <a:off x="1849" y="894"/>
              <a:ext cx="842" cy="45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51" name="Oval 25"/>
            <p:cNvSpPr>
              <a:spLocks noChangeArrowheads="1"/>
            </p:cNvSpPr>
            <p:nvPr/>
          </p:nvSpPr>
          <p:spPr bwMode="auto">
            <a:xfrm>
              <a:off x="2462" y="971"/>
              <a:ext cx="1272"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52" name="Oval 26"/>
            <p:cNvSpPr>
              <a:spLocks noChangeArrowheads="1"/>
            </p:cNvSpPr>
            <p:nvPr/>
          </p:nvSpPr>
          <p:spPr bwMode="auto">
            <a:xfrm>
              <a:off x="3289" y="394"/>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53" name="Oval 27"/>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54" name="Oval 28"/>
            <p:cNvSpPr>
              <a:spLocks noChangeArrowheads="1"/>
            </p:cNvSpPr>
            <p:nvPr/>
          </p:nvSpPr>
          <p:spPr bwMode="auto">
            <a:xfrm>
              <a:off x="3335" y="753"/>
              <a:ext cx="797" cy="66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55" name="Oval 29"/>
            <p:cNvSpPr>
              <a:spLocks noChangeArrowheads="1"/>
            </p:cNvSpPr>
            <p:nvPr/>
          </p:nvSpPr>
          <p:spPr bwMode="auto">
            <a:xfrm>
              <a:off x="2140" y="548"/>
              <a:ext cx="1640" cy="667"/>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grpSp>
      <p:sp>
        <p:nvSpPr>
          <p:cNvPr id="12299" name="Text Box 30"/>
          <p:cNvSpPr txBox="1">
            <a:spLocks noChangeArrowheads="1"/>
          </p:cNvSpPr>
          <p:nvPr/>
        </p:nvSpPr>
        <p:spPr bwMode="auto">
          <a:xfrm>
            <a:off x="4300507" y="3084155"/>
            <a:ext cx="1027739" cy="433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局域网</a:t>
            </a:r>
          </a:p>
        </p:txBody>
      </p:sp>
      <p:pic>
        <p:nvPicPr>
          <p:cNvPr id="12300" name="Picture 3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70354" y="2926957"/>
            <a:ext cx="588357" cy="301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2301" name="Picture 3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76689" y="3123853"/>
            <a:ext cx="588357" cy="301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2302" name="Picture 3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954441" y="3187367"/>
            <a:ext cx="711107" cy="470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03" name="Picture 3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7945" y="2974593"/>
            <a:ext cx="588357" cy="301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nvGrpSpPr>
          <p:cNvPr id="12304" name="Group 35"/>
          <p:cNvGrpSpPr>
            <a:grpSpLocks/>
          </p:cNvGrpSpPr>
          <p:nvPr/>
        </p:nvGrpSpPr>
        <p:grpSpPr bwMode="auto">
          <a:xfrm>
            <a:off x="6890970" y="2895199"/>
            <a:ext cx="1504755" cy="781231"/>
            <a:chOff x="1680" y="240"/>
            <a:chExt cx="2529" cy="1270"/>
          </a:xfrm>
        </p:grpSpPr>
        <p:sp>
          <p:nvSpPr>
            <p:cNvPr id="12838" name="Oval 36"/>
            <p:cNvSpPr>
              <a:spLocks noChangeArrowheads="1"/>
            </p:cNvSpPr>
            <p:nvPr/>
          </p:nvSpPr>
          <p:spPr bwMode="auto">
            <a:xfrm>
              <a:off x="2554" y="240"/>
              <a:ext cx="1088"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39" name="Oval 37"/>
            <p:cNvSpPr>
              <a:spLocks noChangeArrowheads="1"/>
            </p:cNvSpPr>
            <p:nvPr/>
          </p:nvSpPr>
          <p:spPr bwMode="auto">
            <a:xfrm>
              <a:off x="1941" y="381"/>
              <a:ext cx="827"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40" name="Oval 38"/>
            <p:cNvSpPr>
              <a:spLocks noChangeArrowheads="1"/>
            </p:cNvSpPr>
            <p:nvPr/>
          </p:nvSpPr>
          <p:spPr bwMode="auto">
            <a:xfrm>
              <a:off x="1680" y="702"/>
              <a:ext cx="552" cy="4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41" name="Oval 39"/>
            <p:cNvSpPr>
              <a:spLocks noChangeArrowheads="1"/>
            </p:cNvSpPr>
            <p:nvPr/>
          </p:nvSpPr>
          <p:spPr bwMode="auto">
            <a:xfrm>
              <a:off x="1849" y="894"/>
              <a:ext cx="842" cy="45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42" name="Oval 40"/>
            <p:cNvSpPr>
              <a:spLocks noChangeArrowheads="1"/>
            </p:cNvSpPr>
            <p:nvPr/>
          </p:nvSpPr>
          <p:spPr bwMode="auto">
            <a:xfrm>
              <a:off x="2462" y="971"/>
              <a:ext cx="1272"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43" name="Oval 41"/>
            <p:cNvSpPr>
              <a:spLocks noChangeArrowheads="1"/>
            </p:cNvSpPr>
            <p:nvPr/>
          </p:nvSpPr>
          <p:spPr bwMode="auto">
            <a:xfrm>
              <a:off x="3289" y="394"/>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44" name="Oval 42"/>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45" name="Oval 43"/>
            <p:cNvSpPr>
              <a:spLocks noChangeArrowheads="1"/>
            </p:cNvSpPr>
            <p:nvPr/>
          </p:nvSpPr>
          <p:spPr bwMode="auto">
            <a:xfrm>
              <a:off x="3335" y="753"/>
              <a:ext cx="797" cy="66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846" name="Oval 44"/>
            <p:cNvSpPr>
              <a:spLocks noChangeArrowheads="1"/>
            </p:cNvSpPr>
            <p:nvPr/>
          </p:nvSpPr>
          <p:spPr bwMode="auto">
            <a:xfrm>
              <a:off x="2140" y="548"/>
              <a:ext cx="1640" cy="667"/>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grpSp>
      <p:sp>
        <p:nvSpPr>
          <p:cNvPr id="12305" name="Text Box 45"/>
          <p:cNvSpPr txBox="1">
            <a:spLocks noChangeArrowheads="1"/>
          </p:cNvSpPr>
          <p:nvPr/>
        </p:nvSpPr>
        <p:spPr bwMode="auto">
          <a:xfrm>
            <a:off x="7111074" y="3084155"/>
            <a:ext cx="1027739" cy="433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广域网</a:t>
            </a:r>
          </a:p>
        </p:txBody>
      </p:sp>
      <p:sp>
        <p:nvSpPr>
          <p:cNvPr id="12306" name="Text Box 46"/>
          <p:cNvSpPr txBox="1">
            <a:spLocks noChangeArrowheads="1"/>
          </p:cNvSpPr>
          <p:nvPr/>
        </p:nvSpPr>
        <p:spPr bwMode="auto">
          <a:xfrm>
            <a:off x="425395" y="2709714"/>
            <a:ext cx="1112699" cy="433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dirty="0">
                <a:solidFill>
                  <a:srgbClr val="333399"/>
                </a:solidFill>
                <a:latin typeface="Arial" charset="0"/>
              </a:rPr>
              <a:t>主机</a:t>
            </a:r>
            <a:r>
              <a:rPr kumimoji="1" lang="zh-CN" altLang="en-US" sz="1700" dirty="0">
                <a:solidFill>
                  <a:srgbClr val="333399"/>
                </a:solidFill>
                <a:latin typeface="Arial" charset="0"/>
              </a:rPr>
              <a:t> </a:t>
            </a:r>
            <a:r>
              <a:rPr kumimoji="1" lang="en-US" altLang="zh-CN" sz="2100" dirty="0">
                <a:solidFill>
                  <a:srgbClr val="333399"/>
                </a:solidFill>
                <a:latin typeface="Arial" charset="0"/>
              </a:rPr>
              <a:t>H</a:t>
            </a:r>
            <a:r>
              <a:rPr kumimoji="1" lang="en-US" altLang="zh-CN" sz="2100" baseline="-25000" dirty="0">
                <a:solidFill>
                  <a:srgbClr val="333399"/>
                </a:solidFill>
                <a:latin typeface="Arial" charset="0"/>
              </a:rPr>
              <a:t>1</a:t>
            </a:r>
          </a:p>
        </p:txBody>
      </p:sp>
      <p:sp>
        <p:nvSpPr>
          <p:cNvPr id="12307" name="Text Box 47"/>
          <p:cNvSpPr txBox="1">
            <a:spLocks noChangeArrowheads="1"/>
          </p:cNvSpPr>
          <p:nvPr/>
        </p:nvSpPr>
        <p:spPr bwMode="auto">
          <a:xfrm>
            <a:off x="10698358" y="2781722"/>
            <a:ext cx="1112699" cy="433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dirty="0">
                <a:solidFill>
                  <a:srgbClr val="333399"/>
                </a:solidFill>
                <a:latin typeface="Arial" charset="0"/>
              </a:rPr>
              <a:t>主机</a:t>
            </a:r>
            <a:r>
              <a:rPr kumimoji="1" lang="zh-CN" altLang="en-US" sz="1700" dirty="0">
                <a:solidFill>
                  <a:srgbClr val="333399"/>
                </a:solidFill>
                <a:latin typeface="Arial" charset="0"/>
              </a:rPr>
              <a:t> </a:t>
            </a:r>
            <a:r>
              <a:rPr kumimoji="1" lang="en-US" altLang="zh-CN" sz="2100" dirty="0">
                <a:solidFill>
                  <a:srgbClr val="333399"/>
                </a:solidFill>
                <a:latin typeface="Arial" charset="0"/>
              </a:rPr>
              <a:t>H</a:t>
            </a:r>
            <a:r>
              <a:rPr kumimoji="1" lang="en-US" altLang="zh-CN" sz="2100" baseline="-25000" dirty="0">
                <a:solidFill>
                  <a:srgbClr val="333399"/>
                </a:solidFill>
                <a:latin typeface="Arial" charset="0"/>
              </a:rPr>
              <a:t>2</a:t>
            </a:r>
          </a:p>
        </p:txBody>
      </p:sp>
      <p:sp>
        <p:nvSpPr>
          <p:cNvPr id="12308" name="Text Box 48"/>
          <p:cNvSpPr txBox="1">
            <a:spLocks noChangeArrowheads="1"/>
          </p:cNvSpPr>
          <p:nvPr/>
        </p:nvSpPr>
        <p:spPr bwMode="auto">
          <a:xfrm>
            <a:off x="2730145" y="2493690"/>
            <a:ext cx="1359562" cy="433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dirty="0">
                <a:solidFill>
                  <a:srgbClr val="333399"/>
                </a:solidFill>
                <a:latin typeface="Arial" charset="0"/>
              </a:rPr>
              <a:t>路由器</a:t>
            </a:r>
            <a:r>
              <a:rPr kumimoji="1" lang="zh-CN" altLang="en-US" sz="1100" dirty="0">
                <a:solidFill>
                  <a:srgbClr val="333399"/>
                </a:solidFill>
                <a:latin typeface="Arial" charset="0"/>
              </a:rPr>
              <a:t> </a:t>
            </a:r>
            <a:r>
              <a:rPr kumimoji="1" lang="en-US" altLang="zh-CN" sz="2100" dirty="0">
                <a:solidFill>
                  <a:srgbClr val="333399"/>
                </a:solidFill>
                <a:latin typeface="Arial" charset="0"/>
              </a:rPr>
              <a:t>R</a:t>
            </a:r>
            <a:r>
              <a:rPr kumimoji="1" lang="en-US" altLang="zh-CN" sz="2100" baseline="-25000" dirty="0">
                <a:solidFill>
                  <a:srgbClr val="333399"/>
                </a:solidFill>
                <a:latin typeface="Arial" charset="0"/>
              </a:rPr>
              <a:t>1</a:t>
            </a:r>
          </a:p>
        </p:txBody>
      </p:sp>
      <p:sp>
        <p:nvSpPr>
          <p:cNvPr id="12309" name="Text Box 49"/>
          <p:cNvSpPr txBox="1">
            <a:spLocks noChangeArrowheads="1"/>
          </p:cNvSpPr>
          <p:nvPr/>
        </p:nvSpPr>
        <p:spPr bwMode="auto">
          <a:xfrm>
            <a:off x="5608437" y="2709714"/>
            <a:ext cx="1359562" cy="433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dirty="0">
                <a:solidFill>
                  <a:srgbClr val="333399"/>
                </a:solidFill>
                <a:latin typeface="Arial" charset="0"/>
              </a:rPr>
              <a:t>路由器</a:t>
            </a:r>
            <a:r>
              <a:rPr kumimoji="1" lang="zh-CN" altLang="en-US" sz="1100" dirty="0">
                <a:solidFill>
                  <a:srgbClr val="333399"/>
                </a:solidFill>
                <a:latin typeface="Arial" charset="0"/>
              </a:rPr>
              <a:t> </a:t>
            </a:r>
            <a:r>
              <a:rPr kumimoji="1" lang="en-US" altLang="zh-CN" sz="2100" dirty="0">
                <a:solidFill>
                  <a:srgbClr val="333399"/>
                </a:solidFill>
                <a:latin typeface="Arial" charset="0"/>
              </a:rPr>
              <a:t>R</a:t>
            </a:r>
            <a:r>
              <a:rPr kumimoji="1" lang="en-US" altLang="zh-CN" sz="2100" baseline="-25000" dirty="0">
                <a:solidFill>
                  <a:srgbClr val="333399"/>
                </a:solidFill>
                <a:latin typeface="Arial" charset="0"/>
              </a:rPr>
              <a:t>2</a:t>
            </a:r>
          </a:p>
        </p:txBody>
      </p:sp>
      <p:sp>
        <p:nvSpPr>
          <p:cNvPr id="12310" name="Text Box 50"/>
          <p:cNvSpPr txBox="1">
            <a:spLocks noChangeArrowheads="1"/>
          </p:cNvSpPr>
          <p:nvPr/>
        </p:nvSpPr>
        <p:spPr bwMode="auto">
          <a:xfrm>
            <a:off x="8201017" y="2565698"/>
            <a:ext cx="1359562" cy="433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dirty="0">
                <a:solidFill>
                  <a:srgbClr val="333399"/>
                </a:solidFill>
                <a:latin typeface="Arial" charset="0"/>
              </a:rPr>
              <a:t>路由器</a:t>
            </a:r>
            <a:r>
              <a:rPr kumimoji="1" lang="zh-CN" altLang="en-US" sz="1100" dirty="0">
                <a:solidFill>
                  <a:srgbClr val="333399"/>
                </a:solidFill>
                <a:latin typeface="Arial" charset="0"/>
              </a:rPr>
              <a:t> </a:t>
            </a:r>
            <a:r>
              <a:rPr kumimoji="1" lang="en-US" altLang="zh-CN" sz="2100" dirty="0">
                <a:solidFill>
                  <a:srgbClr val="333399"/>
                </a:solidFill>
                <a:latin typeface="Arial" charset="0"/>
              </a:rPr>
              <a:t>R</a:t>
            </a:r>
            <a:r>
              <a:rPr kumimoji="1" lang="en-US" altLang="zh-CN" sz="2100" baseline="-25000" dirty="0">
                <a:solidFill>
                  <a:srgbClr val="333399"/>
                </a:solidFill>
                <a:latin typeface="Arial" charset="0"/>
              </a:rPr>
              <a:t>3</a:t>
            </a:r>
          </a:p>
        </p:txBody>
      </p:sp>
      <p:sp>
        <p:nvSpPr>
          <p:cNvPr id="12311" name="Text Box 51"/>
          <p:cNvSpPr txBox="1">
            <a:spLocks noChangeArrowheads="1"/>
          </p:cNvSpPr>
          <p:nvPr/>
        </p:nvSpPr>
        <p:spPr bwMode="auto">
          <a:xfrm>
            <a:off x="1710044" y="3096858"/>
            <a:ext cx="1027739" cy="433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电话网</a:t>
            </a:r>
          </a:p>
        </p:txBody>
      </p:sp>
      <p:grpSp>
        <p:nvGrpSpPr>
          <p:cNvPr id="12312" name="Group 52"/>
          <p:cNvGrpSpPr>
            <a:grpSpLocks/>
          </p:cNvGrpSpPr>
          <p:nvPr/>
        </p:nvGrpSpPr>
        <p:grpSpPr bwMode="auto">
          <a:xfrm>
            <a:off x="491003" y="3123852"/>
            <a:ext cx="886769" cy="546226"/>
            <a:chOff x="624" y="2968"/>
            <a:chExt cx="1331" cy="920"/>
          </a:xfrm>
        </p:grpSpPr>
        <p:sp>
          <p:nvSpPr>
            <p:cNvPr id="12386" name="Freeform 53"/>
            <p:cNvSpPr>
              <a:spLocks/>
            </p:cNvSpPr>
            <p:nvPr/>
          </p:nvSpPr>
          <p:spPr bwMode="auto">
            <a:xfrm>
              <a:off x="1238" y="2968"/>
              <a:ext cx="713" cy="770"/>
            </a:xfrm>
            <a:custGeom>
              <a:avLst/>
              <a:gdLst>
                <a:gd name="T0" fmla="*/ 1 w 1426"/>
                <a:gd name="T1" fmla="*/ 0 h 2309"/>
                <a:gd name="T2" fmla="*/ 1 w 1426"/>
                <a:gd name="T3" fmla="*/ 0 h 2309"/>
                <a:gd name="T4" fmla="*/ 0 w 1426"/>
                <a:gd name="T5" fmla="*/ 0 h 2309"/>
                <a:gd name="T6" fmla="*/ 1 w 1426"/>
                <a:gd name="T7" fmla="*/ 0 h 2309"/>
                <a:gd name="T8" fmla="*/ 1 w 1426"/>
                <a:gd name="T9" fmla="*/ 0 h 2309"/>
                <a:gd name="T10" fmla="*/ 1 w 1426"/>
                <a:gd name="T11" fmla="*/ 0 h 2309"/>
                <a:gd name="T12" fmla="*/ 1 w 1426"/>
                <a:gd name="T13" fmla="*/ 0 h 2309"/>
                <a:gd name="T14" fmla="*/ 1 w 1426"/>
                <a:gd name="T15" fmla="*/ 0 h 2309"/>
                <a:gd name="T16" fmla="*/ 1 w 1426"/>
                <a:gd name="T17" fmla="*/ 0 h 2309"/>
                <a:gd name="T18" fmla="*/ 1 w 1426"/>
                <a:gd name="T19" fmla="*/ 0 h 2309"/>
                <a:gd name="T20" fmla="*/ 1 w 1426"/>
                <a:gd name="T21" fmla="*/ 0 h 2309"/>
                <a:gd name="T22" fmla="*/ 1 w 1426"/>
                <a:gd name="T23" fmla="*/ 0 h 2309"/>
                <a:gd name="T24" fmla="*/ 1 w 1426"/>
                <a:gd name="T25" fmla="*/ 0 h 23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2309"/>
                <a:gd name="T41" fmla="*/ 1426 w 1426"/>
                <a:gd name="T42" fmla="*/ 2309 h 23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387" name="Freeform 54"/>
            <p:cNvSpPr>
              <a:spLocks/>
            </p:cNvSpPr>
            <p:nvPr/>
          </p:nvSpPr>
          <p:spPr bwMode="auto">
            <a:xfrm>
              <a:off x="1668" y="3087"/>
              <a:ext cx="286" cy="660"/>
            </a:xfrm>
            <a:custGeom>
              <a:avLst/>
              <a:gdLst>
                <a:gd name="T0" fmla="*/ 0 w 573"/>
                <a:gd name="T1" fmla="*/ 0 h 1980"/>
                <a:gd name="T2" fmla="*/ 0 w 573"/>
                <a:gd name="T3" fmla="*/ 0 h 1980"/>
                <a:gd name="T4" fmla="*/ 0 w 573"/>
                <a:gd name="T5" fmla="*/ 0 h 1980"/>
                <a:gd name="T6" fmla="*/ 0 w 573"/>
                <a:gd name="T7" fmla="*/ 0 h 1980"/>
                <a:gd name="T8" fmla="*/ 0 w 573"/>
                <a:gd name="T9" fmla="*/ 0 h 1980"/>
                <a:gd name="T10" fmla="*/ 0 w 573"/>
                <a:gd name="T11" fmla="*/ 0 h 1980"/>
                <a:gd name="T12" fmla="*/ 0 w 573"/>
                <a:gd name="T13" fmla="*/ 0 h 1980"/>
                <a:gd name="T14" fmla="*/ 0 w 573"/>
                <a:gd name="T15" fmla="*/ 0 h 1980"/>
                <a:gd name="T16" fmla="*/ 0 w 573"/>
                <a:gd name="T17" fmla="*/ 0 h 1980"/>
                <a:gd name="T18" fmla="*/ 0 w 573"/>
                <a:gd name="T19" fmla="*/ 0 h 1980"/>
                <a:gd name="T20" fmla="*/ 0 w 573"/>
                <a:gd name="T21" fmla="*/ 0 h 1980"/>
                <a:gd name="T22" fmla="*/ 0 w 573"/>
                <a:gd name="T23" fmla="*/ 0 h 1980"/>
                <a:gd name="T24" fmla="*/ 0 w 573"/>
                <a:gd name="T25" fmla="*/ 0 h 1980"/>
                <a:gd name="T26" fmla="*/ 0 w 573"/>
                <a:gd name="T27" fmla="*/ 0 h 1980"/>
                <a:gd name="T28" fmla="*/ 0 w 573"/>
                <a:gd name="T29" fmla="*/ 0 h 1980"/>
                <a:gd name="T30" fmla="*/ 0 w 573"/>
                <a:gd name="T31" fmla="*/ 0 h 19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3"/>
                <a:gd name="T49" fmla="*/ 0 h 1980"/>
                <a:gd name="T50" fmla="*/ 573 w 573"/>
                <a:gd name="T51" fmla="*/ 1980 h 198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endParaRPr lang="zh-CN" altLang="en-US" b="1"/>
            </a:p>
          </p:txBody>
        </p:sp>
        <p:sp>
          <p:nvSpPr>
            <p:cNvPr id="12388" name="Freeform 55"/>
            <p:cNvSpPr>
              <a:spLocks/>
            </p:cNvSpPr>
            <p:nvPr/>
          </p:nvSpPr>
          <p:spPr bwMode="auto">
            <a:xfrm>
              <a:off x="1432" y="2970"/>
              <a:ext cx="523" cy="147"/>
            </a:xfrm>
            <a:custGeom>
              <a:avLst/>
              <a:gdLst>
                <a:gd name="T0" fmla="*/ 0 w 1045"/>
                <a:gd name="T1" fmla="*/ 0 h 441"/>
                <a:gd name="T2" fmla="*/ 1 w 1045"/>
                <a:gd name="T3" fmla="*/ 0 h 441"/>
                <a:gd name="T4" fmla="*/ 1 w 1045"/>
                <a:gd name="T5" fmla="*/ 0 h 441"/>
                <a:gd name="T6" fmla="*/ 1 w 1045"/>
                <a:gd name="T7" fmla="*/ 0 h 441"/>
                <a:gd name="T8" fmla="*/ 1 w 1045"/>
                <a:gd name="T9" fmla="*/ 0 h 441"/>
                <a:gd name="T10" fmla="*/ 1 w 1045"/>
                <a:gd name="T11" fmla="*/ 0 h 441"/>
                <a:gd name="T12" fmla="*/ 0 w 1045"/>
                <a:gd name="T13" fmla="*/ 0 h 441"/>
                <a:gd name="T14" fmla="*/ 0 60000 65536"/>
                <a:gd name="T15" fmla="*/ 0 60000 65536"/>
                <a:gd name="T16" fmla="*/ 0 60000 65536"/>
                <a:gd name="T17" fmla="*/ 0 60000 65536"/>
                <a:gd name="T18" fmla="*/ 0 60000 65536"/>
                <a:gd name="T19" fmla="*/ 0 60000 65536"/>
                <a:gd name="T20" fmla="*/ 0 60000 65536"/>
                <a:gd name="T21" fmla="*/ 0 w 1045"/>
                <a:gd name="T22" fmla="*/ 0 h 441"/>
                <a:gd name="T23" fmla="*/ 1045 w 1045"/>
                <a:gd name="T24" fmla="*/ 441 h 4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endParaRPr lang="zh-CN" altLang="en-US" b="1"/>
            </a:p>
          </p:txBody>
        </p:sp>
        <p:sp>
          <p:nvSpPr>
            <p:cNvPr id="12389" name="Freeform 56"/>
            <p:cNvSpPr>
              <a:spLocks/>
            </p:cNvSpPr>
            <p:nvPr/>
          </p:nvSpPr>
          <p:spPr bwMode="auto">
            <a:xfrm>
              <a:off x="1315" y="3056"/>
              <a:ext cx="478" cy="573"/>
            </a:xfrm>
            <a:custGeom>
              <a:avLst/>
              <a:gdLst>
                <a:gd name="T0" fmla="*/ 1 w 955"/>
                <a:gd name="T1" fmla="*/ 0 h 1719"/>
                <a:gd name="T2" fmla="*/ 0 w 955"/>
                <a:gd name="T3" fmla="*/ 0 h 1719"/>
                <a:gd name="T4" fmla="*/ 1 w 955"/>
                <a:gd name="T5" fmla="*/ 0 h 1719"/>
                <a:gd name="T6" fmla="*/ 1 w 955"/>
                <a:gd name="T7" fmla="*/ 0 h 1719"/>
                <a:gd name="T8" fmla="*/ 1 w 955"/>
                <a:gd name="T9" fmla="*/ 0 h 1719"/>
                <a:gd name="T10" fmla="*/ 0 60000 65536"/>
                <a:gd name="T11" fmla="*/ 0 60000 65536"/>
                <a:gd name="T12" fmla="*/ 0 60000 65536"/>
                <a:gd name="T13" fmla="*/ 0 60000 65536"/>
                <a:gd name="T14" fmla="*/ 0 60000 65536"/>
                <a:gd name="T15" fmla="*/ 0 w 955"/>
                <a:gd name="T16" fmla="*/ 0 h 1719"/>
                <a:gd name="T17" fmla="*/ 955 w 955"/>
                <a:gd name="T18" fmla="*/ 1719 h 1719"/>
              </a:gdLst>
              <a:ahLst/>
              <a:cxnLst>
                <a:cxn ang="T10">
                  <a:pos x="T0" y="T1"/>
                </a:cxn>
                <a:cxn ang="T11">
                  <a:pos x="T2" y="T3"/>
                </a:cxn>
                <a:cxn ang="T12">
                  <a:pos x="T4" y="T5"/>
                </a:cxn>
                <a:cxn ang="T13">
                  <a:pos x="T6" y="T7"/>
                </a:cxn>
                <a:cxn ang="T14">
                  <a:pos x="T8" y="T9"/>
                </a:cxn>
              </a:cxnLst>
              <a:rect l="T15" t="T16" r="T17" b="T18"/>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endParaRPr lang="zh-CN" altLang="en-US" b="1"/>
            </a:p>
          </p:txBody>
        </p:sp>
        <p:sp>
          <p:nvSpPr>
            <p:cNvPr id="12390" name="Freeform 57"/>
            <p:cNvSpPr>
              <a:spLocks/>
            </p:cNvSpPr>
            <p:nvPr/>
          </p:nvSpPr>
          <p:spPr bwMode="auto">
            <a:xfrm>
              <a:off x="1337" y="3076"/>
              <a:ext cx="431" cy="529"/>
            </a:xfrm>
            <a:custGeom>
              <a:avLst/>
              <a:gdLst>
                <a:gd name="T0" fmla="*/ 1 w 862"/>
                <a:gd name="T1" fmla="*/ 0 h 1587"/>
                <a:gd name="T2" fmla="*/ 0 w 862"/>
                <a:gd name="T3" fmla="*/ 0 h 1587"/>
                <a:gd name="T4" fmla="*/ 1 w 862"/>
                <a:gd name="T5" fmla="*/ 0 h 1587"/>
                <a:gd name="T6" fmla="*/ 1 w 862"/>
                <a:gd name="T7" fmla="*/ 0 h 1587"/>
                <a:gd name="T8" fmla="*/ 1 w 862"/>
                <a:gd name="T9" fmla="*/ 0 h 1587"/>
                <a:gd name="T10" fmla="*/ 0 60000 65536"/>
                <a:gd name="T11" fmla="*/ 0 60000 65536"/>
                <a:gd name="T12" fmla="*/ 0 60000 65536"/>
                <a:gd name="T13" fmla="*/ 0 60000 65536"/>
                <a:gd name="T14" fmla="*/ 0 60000 65536"/>
                <a:gd name="T15" fmla="*/ 0 w 862"/>
                <a:gd name="T16" fmla="*/ 0 h 1587"/>
                <a:gd name="T17" fmla="*/ 862 w 862"/>
                <a:gd name="T18" fmla="*/ 1587 h 1587"/>
              </a:gdLst>
              <a:ahLst/>
              <a:cxnLst>
                <a:cxn ang="T10">
                  <a:pos x="T0" y="T1"/>
                </a:cxn>
                <a:cxn ang="T11">
                  <a:pos x="T2" y="T3"/>
                </a:cxn>
                <a:cxn ang="T12">
                  <a:pos x="T4" y="T5"/>
                </a:cxn>
                <a:cxn ang="T13">
                  <a:pos x="T6" y="T7"/>
                </a:cxn>
                <a:cxn ang="T14">
                  <a:pos x="T8" y="T9"/>
                </a:cxn>
              </a:cxnLst>
              <a:rect l="T15" t="T16" r="T17" b="T18"/>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endParaRPr lang="zh-CN" altLang="en-US" b="1"/>
            </a:p>
          </p:txBody>
        </p:sp>
        <p:sp>
          <p:nvSpPr>
            <p:cNvPr id="12391" name="Freeform 58"/>
            <p:cNvSpPr>
              <a:spLocks/>
            </p:cNvSpPr>
            <p:nvPr/>
          </p:nvSpPr>
          <p:spPr bwMode="auto">
            <a:xfrm>
              <a:off x="1233" y="2968"/>
              <a:ext cx="203" cy="494"/>
            </a:xfrm>
            <a:custGeom>
              <a:avLst/>
              <a:gdLst>
                <a:gd name="T0" fmla="*/ 0 w 408"/>
                <a:gd name="T1" fmla="*/ 0 h 1480"/>
                <a:gd name="T2" fmla="*/ 0 w 408"/>
                <a:gd name="T3" fmla="*/ 0 h 1480"/>
                <a:gd name="T4" fmla="*/ 0 w 408"/>
                <a:gd name="T5" fmla="*/ 0 h 1480"/>
                <a:gd name="T6" fmla="*/ 0 w 408"/>
                <a:gd name="T7" fmla="*/ 0 h 1480"/>
                <a:gd name="T8" fmla="*/ 0 w 408"/>
                <a:gd name="T9" fmla="*/ 0 h 1480"/>
                <a:gd name="T10" fmla="*/ 0 w 408"/>
                <a:gd name="T11" fmla="*/ 0 h 1480"/>
                <a:gd name="T12" fmla="*/ 0 w 408"/>
                <a:gd name="T13" fmla="*/ 0 h 1480"/>
                <a:gd name="T14" fmla="*/ 0 w 408"/>
                <a:gd name="T15" fmla="*/ 0 h 1480"/>
                <a:gd name="T16" fmla="*/ 0 w 408"/>
                <a:gd name="T17" fmla="*/ 0 h 1480"/>
                <a:gd name="T18" fmla="*/ 0 w 408"/>
                <a:gd name="T19" fmla="*/ 0 h 1480"/>
                <a:gd name="T20" fmla="*/ 0 w 408"/>
                <a:gd name="T21" fmla="*/ 0 h 1480"/>
                <a:gd name="T22" fmla="*/ 0 w 408"/>
                <a:gd name="T23" fmla="*/ 0 h 1480"/>
                <a:gd name="T24" fmla="*/ 0 w 408"/>
                <a:gd name="T25" fmla="*/ 0 h 1480"/>
                <a:gd name="T26" fmla="*/ 0 w 408"/>
                <a:gd name="T27" fmla="*/ 0 h 1480"/>
                <a:gd name="T28" fmla="*/ 0 w 408"/>
                <a:gd name="T29" fmla="*/ 0 h 1480"/>
                <a:gd name="T30" fmla="*/ 0 w 408"/>
                <a:gd name="T31" fmla="*/ 0 h 14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08"/>
                <a:gd name="T49" fmla="*/ 0 h 1480"/>
                <a:gd name="T50" fmla="*/ 408 w 408"/>
                <a:gd name="T51" fmla="*/ 1480 h 148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392" name="Freeform 59"/>
            <p:cNvSpPr>
              <a:spLocks/>
            </p:cNvSpPr>
            <p:nvPr/>
          </p:nvSpPr>
          <p:spPr bwMode="auto">
            <a:xfrm>
              <a:off x="1204" y="3479"/>
              <a:ext cx="532" cy="321"/>
            </a:xfrm>
            <a:custGeom>
              <a:avLst/>
              <a:gdLst>
                <a:gd name="T0" fmla="*/ 0 w 1065"/>
                <a:gd name="T1" fmla="*/ 0 h 963"/>
                <a:gd name="T2" fmla="*/ 0 w 1065"/>
                <a:gd name="T3" fmla="*/ 0 h 963"/>
                <a:gd name="T4" fmla="*/ 0 w 1065"/>
                <a:gd name="T5" fmla="*/ 0 h 963"/>
                <a:gd name="T6" fmla="*/ 0 w 1065"/>
                <a:gd name="T7" fmla="*/ 0 h 963"/>
                <a:gd name="T8" fmla="*/ 0 w 1065"/>
                <a:gd name="T9" fmla="*/ 0 h 963"/>
                <a:gd name="T10" fmla="*/ 0 w 1065"/>
                <a:gd name="T11" fmla="*/ 0 h 963"/>
                <a:gd name="T12" fmla="*/ 0 w 1065"/>
                <a:gd name="T13" fmla="*/ 0 h 963"/>
                <a:gd name="T14" fmla="*/ 0 w 1065"/>
                <a:gd name="T15" fmla="*/ 0 h 963"/>
                <a:gd name="T16" fmla="*/ 0 w 1065"/>
                <a:gd name="T17" fmla="*/ 0 h 963"/>
                <a:gd name="T18" fmla="*/ 0 w 1065"/>
                <a:gd name="T19" fmla="*/ 0 h 9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65"/>
                <a:gd name="T31" fmla="*/ 0 h 963"/>
                <a:gd name="T32" fmla="*/ 1065 w 1065"/>
                <a:gd name="T33" fmla="*/ 963 h 9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393" name="Freeform 60"/>
            <p:cNvSpPr>
              <a:spLocks/>
            </p:cNvSpPr>
            <p:nvPr/>
          </p:nvSpPr>
          <p:spPr bwMode="auto">
            <a:xfrm>
              <a:off x="642" y="3519"/>
              <a:ext cx="985" cy="288"/>
            </a:xfrm>
            <a:custGeom>
              <a:avLst/>
              <a:gdLst>
                <a:gd name="T0" fmla="*/ 0 w 1969"/>
                <a:gd name="T1" fmla="*/ 0 h 862"/>
                <a:gd name="T2" fmla="*/ 1 w 1969"/>
                <a:gd name="T3" fmla="*/ 0 h 862"/>
                <a:gd name="T4" fmla="*/ 1 w 1969"/>
                <a:gd name="T5" fmla="*/ 0 h 862"/>
                <a:gd name="T6" fmla="*/ 1 w 1969"/>
                <a:gd name="T7" fmla="*/ 0 h 862"/>
                <a:gd name="T8" fmla="*/ 0 w 1969"/>
                <a:gd name="T9" fmla="*/ 0 h 862"/>
                <a:gd name="T10" fmla="*/ 0 60000 65536"/>
                <a:gd name="T11" fmla="*/ 0 60000 65536"/>
                <a:gd name="T12" fmla="*/ 0 60000 65536"/>
                <a:gd name="T13" fmla="*/ 0 60000 65536"/>
                <a:gd name="T14" fmla="*/ 0 60000 65536"/>
                <a:gd name="T15" fmla="*/ 0 w 1969"/>
                <a:gd name="T16" fmla="*/ 0 h 862"/>
                <a:gd name="T17" fmla="*/ 1969 w 1969"/>
                <a:gd name="T18" fmla="*/ 862 h 862"/>
              </a:gdLst>
              <a:ahLst/>
              <a:cxnLst>
                <a:cxn ang="T10">
                  <a:pos x="T0" y="T1"/>
                </a:cxn>
                <a:cxn ang="T11">
                  <a:pos x="T2" y="T3"/>
                </a:cxn>
                <a:cxn ang="T12">
                  <a:pos x="T4" y="T5"/>
                </a:cxn>
                <a:cxn ang="T13">
                  <a:pos x="T6" y="T7"/>
                </a:cxn>
                <a:cxn ang="T14">
                  <a:pos x="T8" y="T9"/>
                </a:cxn>
              </a:cxnLst>
              <a:rect l="T15" t="T16" r="T17" b="T18"/>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394" name="Freeform 61"/>
            <p:cNvSpPr>
              <a:spLocks/>
            </p:cNvSpPr>
            <p:nvPr/>
          </p:nvSpPr>
          <p:spPr bwMode="auto">
            <a:xfrm>
              <a:off x="852" y="3789"/>
              <a:ext cx="889" cy="99"/>
            </a:xfrm>
            <a:custGeom>
              <a:avLst/>
              <a:gdLst>
                <a:gd name="T0" fmla="*/ 1 w 1777"/>
                <a:gd name="T1" fmla="*/ 0 h 297"/>
                <a:gd name="T2" fmla="*/ 0 w 1777"/>
                <a:gd name="T3" fmla="*/ 0 h 297"/>
                <a:gd name="T4" fmla="*/ 1 w 1777"/>
                <a:gd name="T5" fmla="*/ 0 h 297"/>
                <a:gd name="T6" fmla="*/ 1 w 1777"/>
                <a:gd name="T7" fmla="*/ 0 h 297"/>
                <a:gd name="T8" fmla="*/ 1 w 1777"/>
                <a:gd name="T9" fmla="*/ 0 h 297"/>
                <a:gd name="T10" fmla="*/ 1 w 1777"/>
                <a:gd name="T11" fmla="*/ 0 h 297"/>
                <a:gd name="T12" fmla="*/ 1 w 1777"/>
                <a:gd name="T13" fmla="*/ 0 h 297"/>
                <a:gd name="T14" fmla="*/ 0 60000 65536"/>
                <a:gd name="T15" fmla="*/ 0 60000 65536"/>
                <a:gd name="T16" fmla="*/ 0 60000 65536"/>
                <a:gd name="T17" fmla="*/ 0 60000 65536"/>
                <a:gd name="T18" fmla="*/ 0 60000 65536"/>
                <a:gd name="T19" fmla="*/ 0 60000 65536"/>
                <a:gd name="T20" fmla="*/ 0 60000 65536"/>
                <a:gd name="T21" fmla="*/ 0 w 1777"/>
                <a:gd name="T22" fmla="*/ 0 h 297"/>
                <a:gd name="T23" fmla="*/ 1777 w 1777"/>
                <a:gd name="T24" fmla="*/ 297 h 2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395" name="Freeform 62"/>
            <p:cNvSpPr>
              <a:spLocks/>
            </p:cNvSpPr>
            <p:nvPr/>
          </p:nvSpPr>
          <p:spPr bwMode="auto">
            <a:xfrm>
              <a:off x="624" y="3519"/>
              <a:ext cx="256" cy="369"/>
            </a:xfrm>
            <a:custGeom>
              <a:avLst/>
              <a:gdLst>
                <a:gd name="T0" fmla="*/ 0 w 513"/>
                <a:gd name="T1" fmla="*/ 0 h 1106"/>
                <a:gd name="T2" fmla="*/ 0 w 513"/>
                <a:gd name="T3" fmla="*/ 0 h 1106"/>
                <a:gd name="T4" fmla="*/ 0 w 513"/>
                <a:gd name="T5" fmla="*/ 0 h 1106"/>
                <a:gd name="T6" fmla="*/ 0 w 513"/>
                <a:gd name="T7" fmla="*/ 0 h 1106"/>
                <a:gd name="T8" fmla="*/ 0 w 513"/>
                <a:gd name="T9" fmla="*/ 0 h 1106"/>
                <a:gd name="T10" fmla="*/ 0 60000 65536"/>
                <a:gd name="T11" fmla="*/ 0 60000 65536"/>
                <a:gd name="T12" fmla="*/ 0 60000 65536"/>
                <a:gd name="T13" fmla="*/ 0 60000 65536"/>
                <a:gd name="T14" fmla="*/ 0 60000 65536"/>
                <a:gd name="T15" fmla="*/ 0 w 513"/>
                <a:gd name="T16" fmla="*/ 0 h 1106"/>
                <a:gd name="T17" fmla="*/ 513 w 513"/>
                <a:gd name="T18" fmla="*/ 1106 h 1106"/>
              </a:gdLst>
              <a:ahLst/>
              <a:cxnLst>
                <a:cxn ang="T10">
                  <a:pos x="T0" y="T1"/>
                </a:cxn>
                <a:cxn ang="T11">
                  <a:pos x="T2" y="T3"/>
                </a:cxn>
                <a:cxn ang="T12">
                  <a:pos x="T4" y="T5"/>
                </a:cxn>
                <a:cxn ang="T13">
                  <a:pos x="T6" y="T7"/>
                </a:cxn>
                <a:cxn ang="T14">
                  <a:pos x="T8" y="T9"/>
                </a:cxn>
              </a:cxnLst>
              <a:rect l="T15" t="T16" r="T17" b="T18"/>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396" name="Freeform 63"/>
            <p:cNvSpPr>
              <a:spLocks/>
            </p:cNvSpPr>
            <p:nvPr/>
          </p:nvSpPr>
          <p:spPr bwMode="auto">
            <a:xfrm>
              <a:off x="1206" y="3791"/>
              <a:ext cx="132" cy="8"/>
            </a:xfrm>
            <a:custGeom>
              <a:avLst/>
              <a:gdLst>
                <a:gd name="T0" fmla="*/ 1 w 262"/>
                <a:gd name="T1" fmla="*/ 0 h 25"/>
                <a:gd name="T2" fmla="*/ 0 w 262"/>
                <a:gd name="T3" fmla="*/ 0 h 25"/>
                <a:gd name="T4" fmla="*/ 1 w 262"/>
                <a:gd name="T5" fmla="*/ 0 h 25"/>
                <a:gd name="T6" fmla="*/ 1 w 262"/>
                <a:gd name="T7" fmla="*/ 0 h 25"/>
                <a:gd name="T8" fmla="*/ 1 w 262"/>
                <a:gd name="T9" fmla="*/ 0 h 25"/>
                <a:gd name="T10" fmla="*/ 0 60000 65536"/>
                <a:gd name="T11" fmla="*/ 0 60000 65536"/>
                <a:gd name="T12" fmla="*/ 0 60000 65536"/>
                <a:gd name="T13" fmla="*/ 0 60000 65536"/>
                <a:gd name="T14" fmla="*/ 0 60000 65536"/>
                <a:gd name="T15" fmla="*/ 0 w 262"/>
                <a:gd name="T16" fmla="*/ 0 h 25"/>
                <a:gd name="T17" fmla="*/ 262 w 262"/>
                <a:gd name="T18" fmla="*/ 25 h 25"/>
              </a:gdLst>
              <a:ahLst/>
              <a:cxnLst>
                <a:cxn ang="T10">
                  <a:pos x="T0" y="T1"/>
                </a:cxn>
                <a:cxn ang="T11">
                  <a:pos x="T2" y="T3"/>
                </a:cxn>
                <a:cxn ang="T12">
                  <a:pos x="T4" y="T5"/>
                </a:cxn>
                <a:cxn ang="T13">
                  <a:pos x="T6" y="T7"/>
                </a:cxn>
                <a:cxn ang="T14">
                  <a:pos x="T8" y="T9"/>
                </a:cxn>
              </a:cxnLst>
              <a:rect l="T15" t="T16" r="T17" b="T18"/>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397" name="Freeform 64"/>
            <p:cNvSpPr>
              <a:spLocks/>
            </p:cNvSpPr>
            <p:nvPr/>
          </p:nvSpPr>
          <p:spPr bwMode="auto">
            <a:xfrm>
              <a:off x="927" y="3521"/>
              <a:ext cx="281" cy="279"/>
            </a:xfrm>
            <a:custGeom>
              <a:avLst/>
              <a:gdLst>
                <a:gd name="T0" fmla="*/ 1 w 561"/>
                <a:gd name="T1" fmla="*/ 0 h 836"/>
                <a:gd name="T2" fmla="*/ 0 w 561"/>
                <a:gd name="T3" fmla="*/ 0 h 836"/>
                <a:gd name="T4" fmla="*/ 1 w 561"/>
                <a:gd name="T5" fmla="*/ 0 h 836"/>
                <a:gd name="T6" fmla="*/ 1 w 561"/>
                <a:gd name="T7" fmla="*/ 0 h 836"/>
                <a:gd name="T8" fmla="*/ 0 60000 65536"/>
                <a:gd name="T9" fmla="*/ 0 60000 65536"/>
                <a:gd name="T10" fmla="*/ 0 60000 65536"/>
                <a:gd name="T11" fmla="*/ 0 60000 65536"/>
                <a:gd name="T12" fmla="*/ 0 w 561"/>
                <a:gd name="T13" fmla="*/ 0 h 836"/>
                <a:gd name="T14" fmla="*/ 561 w 561"/>
                <a:gd name="T15" fmla="*/ 836 h 836"/>
              </a:gdLst>
              <a:ahLst/>
              <a:cxnLst>
                <a:cxn ang="T8">
                  <a:pos x="T0" y="T1"/>
                </a:cxn>
                <a:cxn ang="T9">
                  <a:pos x="T2" y="T3"/>
                </a:cxn>
                <a:cxn ang="T10">
                  <a:pos x="T4" y="T5"/>
                </a:cxn>
                <a:cxn ang="T11">
                  <a:pos x="T6" y="T7"/>
                </a:cxn>
              </a:cxnLst>
              <a:rect l="T12" t="T13" r="T14" b="T15"/>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nvGrpSpPr>
            <p:cNvPr id="12398" name="Group 65"/>
            <p:cNvGrpSpPr>
              <a:grpSpLocks/>
            </p:cNvGrpSpPr>
            <p:nvPr/>
          </p:nvGrpSpPr>
          <p:grpSpPr bwMode="auto">
            <a:xfrm>
              <a:off x="700" y="3526"/>
              <a:ext cx="515" cy="270"/>
              <a:chOff x="700" y="3526"/>
              <a:chExt cx="515" cy="270"/>
            </a:xfrm>
          </p:grpSpPr>
          <p:grpSp>
            <p:nvGrpSpPr>
              <p:cNvPr id="12424" name="Group 66"/>
              <p:cNvGrpSpPr>
                <a:grpSpLocks/>
              </p:cNvGrpSpPr>
              <p:nvPr/>
            </p:nvGrpSpPr>
            <p:grpSpPr bwMode="auto">
              <a:xfrm>
                <a:off x="737" y="3534"/>
                <a:ext cx="49" cy="23"/>
                <a:chOff x="737" y="3534"/>
                <a:chExt cx="49" cy="23"/>
              </a:xfrm>
            </p:grpSpPr>
            <p:sp>
              <p:nvSpPr>
                <p:cNvPr id="12835" name="Freeform 67"/>
                <p:cNvSpPr>
                  <a:spLocks/>
                </p:cNvSpPr>
                <p:nvPr/>
              </p:nvSpPr>
              <p:spPr bwMode="auto">
                <a:xfrm>
                  <a:off x="737" y="3534"/>
                  <a:ext cx="11" cy="23"/>
                </a:xfrm>
                <a:custGeom>
                  <a:avLst/>
                  <a:gdLst>
                    <a:gd name="T0" fmla="*/ 1 w 22"/>
                    <a:gd name="T1" fmla="*/ 0 h 67"/>
                    <a:gd name="T2" fmla="*/ 0 w 22"/>
                    <a:gd name="T3" fmla="*/ 0 h 67"/>
                    <a:gd name="T4" fmla="*/ 1 w 22"/>
                    <a:gd name="T5" fmla="*/ 0 h 67"/>
                    <a:gd name="T6" fmla="*/ 1 w 22"/>
                    <a:gd name="T7" fmla="*/ 0 h 67"/>
                    <a:gd name="T8" fmla="*/ 1 w 22"/>
                    <a:gd name="T9" fmla="*/ 0 h 67"/>
                    <a:gd name="T10" fmla="*/ 0 60000 65536"/>
                    <a:gd name="T11" fmla="*/ 0 60000 65536"/>
                    <a:gd name="T12" fmla="*/ 0 60000 65536"/>
                    <a:gd name="T13" fmla="*/ 0 60000 65536"/>
                    <a:gd name="T14" fmla="*/ 0 60000 65536"/>
                    <a:gd name="T15" fmla="*/ 0 w 22"/>
                    <a:gd name="T16" fmla="*/ 0 h 67"/>
                    <a:gd name="T17" fmla="*/ 22 w 22"/>
                    <a:gd name="T18" fmla="*/ 67 h 67"/>
                  </a:gdLst>
                  <a:ahLst/>
                  <a:cxnLst>
                    <a:cxn ang="T10">
                      <a:pos x="T0" y="T1"/>
                    </a:cxn>
                    <a:cxn ang="T11">
                      <a:pos x="T2" y="T3"/>
                    </a:cxn>
                    <a:cxn ang="T12">
                      <a:pos x="T4" y="T5"/>
                    </a:cxn>
                    <a:cxn ang="T13">
                      <a:pos x="T6" y="T7"/>
                    </a:cxn>
                    <a:cxn ang="T14">
                      <a:pos x="T8" y="T9"/>
                    </a:cxn>
                  </a:cxnLst>
                  <a:rect l="T15" t="T16" r="T17" b="T18"/>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36" name="Freeform 68"/>
                <p:cNvSpPr>
                  <a:spLocks/>
                </p:cNvSpPr>
                <p:nvPr/>
              </p:nvSpPr>
              <p:spPr bwMode="auto">
                <a:xfrm>
                  <a:off x="742" y="3535"/>
                  <a:ext cx="36" cy="9"/>
                </a:xfrm>
                <a:custGeom>
                  <a:avLst/>
                  <a:gdLst>
                    <a:gd name="T0" fmla="*/ 0 w 73"/>
                    <a:gd name="T1" fmla="*/ 0 h 29"/>
                    <a:gd name="T2" fmla="*/ 0 w 73"/>
                    <a:gd name="T3" fmla="*/ 0 h 29"/>
                    <a:gd name="T4" fmla="*/ 0 w 73"/>
                    <a:gd name="T5" fmla="*/ 0 h 29"/>
                    <a:gd name="T6" fmla="*/ 0 w 73"/>
                    <a:gd name="T7" fmla="*/ 0 h 29"/>
                    <a:gd name="T8" fmla="*/ 0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29"/>
                    <a:gd name="T29" fmla="*/ 73 w 73"/>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37" name="Freeform 69"/>
                <p:cNvSpPr>
                  <a:spLocks/>
                </p:cNvSpPr>
                <p:nvPr/>
              </p:nvSpPr>
              <p:spPr bwMode="auto">
                <a:xfrm>
                  <a:off x="744" y="3545"/>
                  <a:ext cx="42" cy="12"/>
                </a:xfrm>
                <a:custGeom>
                  <a:avLst/>
                  <a:gdLst>
                    <a:gd name="T0" fmla="*/ 0 w 82"/>
                    <a:gd name="T1" fmla="*/ 0 h 35"/>
                    <a:gd name="T2" fmla="*/ 1 w 82"/>
                    <a:gd name="T3" fmla="*/ 0 h 35"/>
                    <a:gd name="T4" fmla="*/ 1 w 82"/>
                    <a:gd name="T5" fmla="*/ 0 h 35"/>
                    <a:gd name="T6" fmla="*/ 1 w 82"/>
                    <a:gd name="T7" fmla="*/ 0 h 35"/>
                    <a:gd name="T8" fmla="*/ 1 w 82"/>
                    <a:gd name="T9" fmla="*/ 0 h 35"/>
                    <a:gd name="T10" fmla="*/ 1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 name="T21" fmla="*/ 0 w 82"/>
                    <a:gd name="T22" fmla="*/ 0 h 35"/>
                    <a:gd name="T23" fmla="*/ 82 w 82"/>
                    <a:gd name="T24" fmla="*/ 35 h 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25" name="Group 70"/>
              <p:cNvGrpSpPr>
                <a:grpSpLocks/>
              </p:cNvGrpSpPr>
              <p:nvPr/>
            </p:nvGrpSpPr>
            <p:grpSpPr bwMode="auto">
              <a:xfrm>
                <a:off x="748" y="3547"/>
                <a:ext cx="50" cy="23"/>
                <a:chOff x="748" y="3547"/>
                <a:chExt cx="50" cy="23"/>
              </a:xfrm>
            </p:grpSpPr>
            <p:sp>
              <p:nvSpPr>
                <p:cNvPr id="12832" name="Freeform 71"/>
                <p:cNvSpPr>
                  <a:spLocks/>
                </p:cNvSpPr>
                <p:nvPr/>
              </p:nvSpPr>
              <p:spPr bwMode="auto">
                <a:xfrm>
                  <a:off x="748" y="3547"/>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33" name="Freeform 72"/>
                <p:cNvSpPr>
                  <a:spLocks/>
                </p:cNvSpPr>
                <p:nvPr/>
              </p:nvSpPr>
              <p:spPr bwMode="auto">
                <a:xfrm>
                  <a:off x="753" y="3548"/>
                  <a:ext cx="37" cy="10"/>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29"/>
                    <a:gd name="T29" fmla="*/ 74 w 74"/>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34" name="Freeform 73"/>
                <p:cNvSpPr>
                  <a:spLocks/>
                </p:cNvSpPr>
                <p:nvPr/>
              </p:nvSpPr>
              <p:spPr bwMode="auto">
                <a:xfrm>
                  <a:off x="757" y="3558"/>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 name="T21" fmla="*/ 0 w 81"/>
                    <a:gd name="T22" fmla="*/ 0 h 36"/>
                    <a:gd name="T23" fmla="*/ 81 w 81"/>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sp>
            <p:nvSpPr>
              <p:cNvPr id="12426" name="Freeform 74"/>
              <p:cNvSpPr>
                <a:spLocks/>
              </p:cNvSpPr>
              <p:nvPr/>
            </p:nvSpPr>
            <p:spPr bwMode="auto">
              <a:xfrm>
                <a:off x="952" y="3538"/>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 name="T15" fmla="*/ 0 w 79"/>
                  <a:gd name="T16" fmla="*/ 0 h 36"/>
                  <a:gd name="T17" fmla="*/ 79 w 79"/>
                  <a:gd name="T18" fmla="*/ 36 h 36"/>
                </a:gdLst>
                <a:ahLst/>
                <a:cxnLst>
                  <a:cxn ang="T10">
                    <a:pos x="T0" y="T1"/>
                  </a:cxn>
                  <a:cxn ang="T11">
                    <a:pos x="T2" y="T3"/>
                  </a:cxn>
                  <a:cxn ang="T12">
                    <a:pos x="T4" y="T5"/>
                  </a:cxn>
                  <a:cxn ang="T13">
                    <a:pos x="T6" y="T7"/>
                  </a:cxn>
                  <a:cxn ang="T14">
                    <a:pos x="T8" y="T9"/>
                  </a:cxn>
                </a:cxnLst>
                <a:rect l="T15" t="T16" r="T17" b="T18"/>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27" name="Freeform 75"/>
              <p:cNvSpPr>
                <a:spLocks/>
              </p:cNvSpPr>
              <p:nvPr/>
            </p:nvSpPr>
            <p:spPr bwMode="auto">
              <a:xfrm>
                <a:off x="861" y="3535"/>
                <a:ext cx="11" cy="22"/>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 name="T15" fmla="*/ 0 w 24"/>
                  <a:gd name="T16" fmla="*/ 0 h 68"/>
                  <a:gd name="T17" fmla="*/ 24 w 24"/>
                  <a:gd name="T18" fmla="*/ 68 h 68"/>
                </a:gdLst>
                <a:ahLst/>
                <a:cxnLst>
                  <a:cxn ang="T10">
                    <a:pos x="T0" y="T1"/>
                  </a:cxn>
                  <a:cxn ang="T11">
                    <a:pos x="T2" y="T3"/>
                  </a:cxn>
                  <a:cxn ang="T12">
                    <a:pos x="T4" y="T5"/>
                  </a:cxn>
                  <a:cxn ang="T13">
                    <a:pos x="T6" y="T7"/>
                  </a:cxn>
                  <a:cxn ang="T14">
                    <a:pos x="T8" y="T9"/>
                  </a:cxn>
                </a:cxnLst>
                <a:rect l="T15" t="T16" r="T17" b="T18"/>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28" name="Freeform 76"/>
              <p:cNvSpPr>
                <a:spLocks/>
              </p:cNvSpPr>
              <p:nvPr/>
            </p:nvSpPr>
            <p:spPr bwMode="auto">
              <a:xfrm>
                <a:off x="867" y="3535"/>
                <a:ext cx="34" cy="10"/>
              </a:xfrm>
              <a:custGeom>
                <a:avLst/>
                <a:gdLst>
                  <a:gd name="T0" fmla="*/ 0 w 70"/>
                  <a:gd name="T1" fmla="*/ 0 h 30"/>
                  <a:gd name="T2" fmla="*/ 0 w 70"/>
                  <a:gd name="T3" fmla="*/ 0 h 30"/>
                  <a:gd name="T4" fmla="*/ 0 w 70"/>
                  <a:gd name="T5" fmla="*/ 0 h 30"/>
                  <a:gd name="T6" fmla="*/ 0 w 70"/>
                  <a:gd name="T7" fmla="*/ 0 h 30"/>
                  <a:gd name="T8" fmla="*/ 0 w 70"/>
                  <a:gd name="T9" fmla="*/ 0 h 30"/>
                  <a:gd name="T10" fmla="*/ 0 w 70"/>
                  <a:gd name="T11" fmla="*/ 0 h 30"/>
                  <a:gd name="T12" fmla="*/ 0 w 70"/>
                  <a:gd name="T13" fmla="*/ 0 h 30"/>
                  <a:gd name="T14" fmla="*/ 0 w 70"/>
                  <a:gd name="T15" fmla="*/ 0 h 30"/>
                  <a:gd name="T16" fmla="*/ 0 w 70"/>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0"/>
                  <a:gd name="T28" fmla="*/ 0 h 30"/>
                  <a:gd name="T29" fmla="*/ 70 w 7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29" name="Freeform 77"/>
              <p:cNvSpPr>
                <a:spLocks/>
              </p:cNvSpPr>
              <p:nvPr/>
            </p:nvSpPr>
            <p:spPr bwMode="auto">
              <a:xfrm>
                <a:off x="868" y="3545"/>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nvGrpSpPr>
              <p:cNvPr id="12430" name="Group 78"/>
              <p:cNvGrpSpPr>
                <a:grpSpLocks/>
              </p:cNvGrpSpPr>
              <p:nvPr/>
            </p:nvGrpSpPr>
            <p:grpSpPr bwMode="auto">
              <a:xfrm>
                <a:off x="872" y="3547"/>
                <a:ext cx="50" cy="23"/>
                <a:chOff x="872" y="3547"/>
                <a:chExt cx="50" cy="23"/>
              </a:xfrm>
            </p:grpSpPr>
            <p:sp>
              <p:nvSpPr>
                <p:cNvPr id="12829" name="Freeform 79"/>
                <p:cNvSpPr>
                  <a:spLocks/>
                </p:cNvSpPr>
                <p:nvPr/>
              </p:nvSpPr>
              <p:spPr bwMode="auto">
                <a:xfrm>
                  <a:off x="872" y="3547"/>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30" name="Freeform 80"/>
                <p:cNvSpPr>
                  <a:spLocks/>
                </p:cNvSpPr>
                <p:nvPr/>
              </p:nvSpPr>
              <p:spPr bwMode="auto">
                <a:xfrm>
                  <a:off x="878" y="3547"/>
                  <a:ext cx="36" cy="10"/>
                </a:xfrm>
                <a:custGeom>
                  <a:avLst/>
                  <a:gdLst>
                    <a:gd name="T0" fmla="*/ 0 w 73"/>
                    <a:gd name="T1" fmla="*/ 0 h 30"/>
                    <a:gd name="T2" fmla="*/ 0 w 73"/>
                    <a:gd name="T3" fmla="*/ 0 h 30"/>
                    <a:gd name="T4" fmla="*/ 0 w 73"/>
                    <a:gd name="T5" fmla="*/ 0 h 30"/>
                    <a:gd name="T6" fmla="*/ 0 w 73"/>
                    <a:gd name="T7" fmla="*/ 0 h 30"/>
                    <a:gd name="T8" fmla="*/ 0 w 73"/>
                    <a:gd name="T9" fmla="*/ 0 h 30"/>
                    <a:gd name="T10" fmla="*/ 0 w 73"/>
                    <a:gd name="T11" fmla="*/ 0 h 30"/>
                    <a:gd name="T12" fmla="*/ 0 w 73"/>
                    <a:gd name="T13" fmla="*/ 0 h 30"/>
                    <a:gd name="T14" fmla="*/ 0 w 73"/>
                    <a:gd name="T15" fmla="*/ 0 h 30"/>
                    <a:gd name="T16" fmla="*/ 0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30"/>
                    <a:gd name="T29" fmla="*/ 73 w 73"/>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31" name="Freeform 81"/>
                <p:cNvSpPr>
                  <a:spLocks/>
                </p:cNvSpPr>
                <p:nvPr/>
              </p:nvSpPr>
              <p:spPr bwMode="auto">
                <a:xfrm>
                  <a:off x="880" y="3558"/>
                  <a:ext cx="42"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31" name="Group 82"/>
              <p:cNvGrpSpPr>
                <a:grpSpLocks/>
              </p:cNvGrpSpPr>
              <p:nvPr/>
            </p:nvGrpSpPr>
            <p:grpSpPr bwMode="auto">
              <a:xfrm>
                <a:off x="885" y="3559"/>
                <a:ext cx="50" cy="23"/>
                <a:chOff x="885" y="3559"/>
                <a:chExt cx="50" cy="23"/>
              </a:xfrm>
            </p:grpSpPr>
            <p:sp>
              <p:nvSpPr>
                <p:cNvPr id="12826" name="Freeform 83"/>
                <p:cNvSpPr>
                  <a:spLocks/>
                </p:cNvSpPr>
                <p:nvPr/>
              </p:nvSpPr>
              <p:spPr bwMode="auto">
                <a:xfrm>
                  <a:off x="885" y="3559"/>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27" name="Freeform 84"/>
                <p:cNvSpPr>
                  <a:spLocks/>
                </p:cNvSpPr>
                <p:nvPr/>
              </p:nvSpPr>
              <p:spPr bwMode="auto">
                <a:xfrm>
                  <a:off x="890" y="3560"/>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30"/>
                    <a:gd name="T29" fmla="*/ 74 w 74"/>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28" name="Freeform 85"/>
                <p:cNvSpPr>
                  <a:spLocks/>
                </p:cNvSpPr>
                <p:nvPr/>
              </p:nvSpPr>
              <p:spPr bwMode="auto">
                <a:xfrm>
                  <a:off x="893" y="3570"/>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32" name="Group 86"/>
              <p:cNvGrpSpPr>
                <a:grpSpLocks/>
              </p:cNvGrpSpPr>
              <p:nvPr/>
            </p:nvGrpSpPr>
            <p:grpSpPr bwMode="auto">
              <a:xfrm>
                <a:off x="898" y="3571"/>
                <a:ext cx="49" cy="23"/>
                <a:chOff x="898" y="3571"/>
                <a:chExt cx="49" cy="23"/>
              </a:xfrm>
            </p:grpSpPr>
            <p:sp>
              <p:nvSpPr>
                <p:cNvPr id="12823" name="Freeform 87"/>
                <p:cNvSpPr>
                  <a:spLocks/>
                </p:cNvSpPr>
                <p:nvPr/>
              </p:nvSpPr>
              <p:spPr bwMode="auto">
                <a:xfrm>
                  <a:off x="898" y="3571"/>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 name="T15" fmla="*/ 0 w 25"/>
                    <a:gd name="T16" fmla="*/ 0 h 69"/>
                    <a:gd name="T17" fmla="*/ 25 w 25"/>
                    <a:gd name="T18" fmla="*/ 69 h 69"/>
                  </a:gdLst>
                  <a:ahLst/>
                  <a:cxnLst>
                    <a:cxn ang="T10">
                      <a:pos x="T0" y="T1"/>
                    </a:cxn>
                    <a:cxn ang="T11">
                      <a:pos x="T2" y="T3"/>
                    </a:cxn>
                    <a:cxn ang="T12">
                      <a:pos x="T4" y="T5"/>
                    </a:cxn>
                    <a:cxn ang="T13">
                      <a:pos x="T6" y="T7"/>
                    </a:cxn>
                    <a:cxn ang="T14">
                      <a:pos x="T8" y="T9"/>
                    </a:cxn>
                  </a:cxnLst>
                  <a:rect l="T15" t="T16" r="T17" b="T18"/>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24" name="Freeform 88"/>
                <p:cNvSpPr>
                  <a:spLocks/>
                </p:cNvSpPr>
                <p:nvPr/>
              </p:nvSpPr>
              <p:spPr bwMode="auto">
                <a:xfrm>
                  <a:off x="903" y="3572"/>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29"/>
                    <a:gd name="T29" fmla="*/ 75 w 75"/>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25" name="Freeform 89"/>
                <p:cNvSpPr>
                  <a:spLocks/>
                </p:cNvSpPr>
                <p:nvPr/>
              </p:nvSpPr>
              <p:spPr bwMode="auto">
                <a:xfrm>
                  <a:off x="907" y="3582"/>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33" name="Group 90"/>
              <p:cNvGrpSpPr>
                <a:grpSpLocks/>
              </p:cNvGrpSpPr>
              <p:nvPr/>
            </p:nvGrpSpPr>
            <p:grpSpPr bwMode="auto">
              <a:xfrm>
                <a:off x="911" y="3585"/>
                <a:ext cx="49" cy="23"/>
                <a:chOff x="911" y="3585"/>
                <a:chExt cx="49" cy="23"/>
              </a:xfrm>
            </p:grpSpPr>
            <p:sp>
              <p:nvSpPr>
                <p:cNvPr id="12820" name="Freeform 91"/>
                <p:cNvSpPr>
                  <a:spLocks/>
                </p:cNvSpPr>
                <p:nvPr/>
              </p:nvSpPr>
              <p:spPr bwMode="auto">
                <a:xfrm>
                  <a:off x="911" y="3585"/>
                  <a:ext cx="12" cy="23"/>
                </a:xfrm>
                <a:custGeom>
                  <a:avLst/>
                  <a:gdLst>
                    <a:gd name="T0" fmla="*/ 1 w 24"/>
                    <a:gd name="T1" fmla="*/ 0 h 69"/>
                    <a:gd name="T2" fmla="*/ 0 w 24"/>
                    <a:gd name="T3" fmla="*/ 0 h 69"/>
                    <a:gd name="T4" fmla="*/ 1 w 24"/>
                    <a:gd name="T5" fmla="*/ 0 h 69"/>
                    <a:gd name="T6" fmla="*/ 1 w 24"/>
                    <a:gd name="T7" fmla="*/ 0 h 69"/>
                    <a:gd name="T8" fmla="*/ 1 w 24"/>
                    <a:gd name="T9" fmla="*/ 0 h 69"/>
                    <a:gd name="T10" fmla="*/ 0 60000 65536"/>
                    <a:gd name="T11" fmla="*/ 0 60000 65536"/>
                    <a:gd name="T12" fmla="*/ 0 60000 65536"/>
                    <a:gd name="T13" fmla="*/ 0 60000 65536"/>
                    <a:gd name="T14" fmla="*/ 0 60000 65536"/>
                    <a:gd name="T15" fmla="*/ 0 w 24"/>
                    <a:gd name="T16" fmla="*/ 0 h 69"/>
                    <a:gd name="T17" fmla="*/ 24 w 24"/>
                    <a:gd name="T18" fmla="*/ 69 h 69"/>
                  </a:gdLst>
                  <a:ahLst/>
                  <a:cxnLst>
                    <a:cxn ang="T10">
                      <a:pos x="T0" y="T1"/>
                    </a:cxn>
                    <a:cxn ang="T11">
                      <a:pos x="T2" y="T3"/>
                    </a:cxn>
                    <a:cxn ang="T12">
                      <a:pos x="T4" y="T5"/>
                    </a:cxn>
                    <a:cxn ang="T13">
                      <a:pos x="T6" y="T7"/>
                    </a:cxn>
                    <a:cxn ang="T14">
                      <a:pos x="T8" y="T9"/>
                    </a:cxn>
                  </a:cxnLst>
                  <a:rect l="T15" t="T16" r="T17" b="T18"/>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21" name="Freeform 92"/>
                <p:cNvSpPr>
                  <a:spLocks/>
                </p:cNvSpPr>
                <p:nvPr/>
              </p:nvSpPr>
              <p:spPr bwMode="auto">
                <a:xfrm>
                  <a:off x="915" y="3585"/>
                  <a:ext cx="38" cy="10"/>
                </a:xfrm>
                <a:custGeom>
                  <a:avLst/>
                  <a:gdLst>
                    <a:gd name="T0" fmla="*/ 1 w 75"/>
                    <a:gd name="T1" fmla="*/ 0 h 30"/>
                    <a:gd name="T2" fmla="*/ 1 w 75"/>
                    <a:gd name="T3" fmla="*/ 0 h 30"/>
                    <a:gd name="T4" fmla="*/ 1 w 75"/>
                    <a:gd name="T5" fmla="*/ 0 h 30"/>
                    <a:gd name="T6" fmla="*/ 1 w 75"/>
                    <a:gd name="T7" fmla="*/ 0 h 30"/>
                    <a:gd name="T8" fmla="*/ 1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0"/>
                    <a:gd name="T29" fmla="*/ 75 w 75"/>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22" name="Freeform 93"/>
                <p:cNvSpPr>
                  <a:spLocks/>
                </p:cNvSpPr>
                <p:nvPr/>
              </p:nvSpPr>
              <p:spPr bwMode="auto">
                <a:xfrm>
                  <a:off x="919" y="3596"/>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34" name="Group 94"/>
              <p:cNvGrpSpPr>
                <a:grpSpLocks/>
              </p:cNvGrpSpPr>
              <p:nvPr/>
            </p:nvGrpSpPr>
            <p:grpSpPr bwMode="auto">
              <a:xfrm>
                <a:off x="923" y="3600"/>
                <a:ext cx="99" cy="73"/>
                <a:chOff x="923" y="3600"/>
                <a:chExt cx="99" cy="73"/>
              </a:xfrm>
            </p:grpSpPr>
            <p:grpSp>
              <p:nvGrpSpPr>
                <p:cNvPr id="12800" name="Group 95"/>
                <p:cNvGrpSpPr>
                  <a:grpSpLocks/>
                </p:cNvGrpSpPr>
                <p:nvPr/>
              </p:nvGrpSpPr>
              <p:grpSpPr bwMode="auto">
                <a:xfrm>
                  <a:off x="923" y="3600"/>
                  <a:ext cx="49" cy="23"/>
                  <a:chOff x="923" y="3600"/>
                  <a:chExt cx="49" cy="23"/>
                </a:xfrm>
              </p:grpSpPr>
              <p:sp>
                <p:nvSpPr>
                  <p:cNvPr id="12817" name="Freeform 96"/>
                  <p:cNvSpPr>
                    <a:spLocks/>
                  </p:cNvSpPr>
                  <p:nvPr/>
                </p:nvSpPr>
                <p:spPr bwMode="auto">
                  <a:xfrm>
                    <a:off x="923" y="3600"/>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 name="T15" fmla="*/ 0 w 25"/>
                      <a:gd name="T16" fmla="*/ 0 h 69"/>
                      <a:gd name="T17" fmla="*/ 25 w 25"/>
                      <a:gd name="T18" fmla="*/ 69 h 69"/>
                    </a:gdLst>
                    <a:ahLst/>
                    <a:cxnLst>
                      <a:cxn ang="T10">
                        <a:pos x="T0" y="T1"/>
                      </a:cxn>
                      <a:cxn ang="T11">
                        <a:pos x="T2" y="T3"/>
                      </a:cxn>
                      <a:cxn ang="T12">
                        <a:pos x="T4" y="T5"/>
                      </a:cxn>
                      <a:cxn ang="T13">
                        <a:pos x="T6" y="T7"/>
                      </a:cxn>
                      <a:cxn ang="T14">
                        <a:pos x="T8" y="T9"/>
                      </a:cxn>
                    </a:cxnLst>
                    <a:rect l="T15" t="T16" r="T17" b="T18"/>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18" name="Freeform 97"/>
                  <p:cNvSpPr>
                    <a:spLocks/>
                  </p:cNvSpPr>
                  <p:nvPr/>
                </p:nvSpPr>
                <p:spPr bwMode="auto">
                  <a:xfrm>
                    <a:off x="928" y="3600"/>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29"/>
                      <a:gd name="T29" fmla="*/ 75 w 75"/>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19" name="Freeform 98"/>
                  <p:cNvSpPr>
                    <a:spLocks/>
                  </p:cNvSpPr>
                  <p:nvPr/>
                </p:nvSpPr>
                <p:spPr bwMode="auto">
                  <a:xfrm>
                    <a:off x="930" y="3610"/>
                    <a:ext cx="42" cy="13"/>
                  </a:xfrm>
                  <a:custGeom>
                    <a:avLst/>
                    <a:gdLst>
                      <a:gd name="T0" fmla="*/ 0 w 82"/>
                      <a:gd name="T1" fmla="*/ 0 h 37"/>
                      <a:gd name="T2" fmla="*/ 1 w 82"/>
                      <a:gd name="T3" fmla="*/ 0 h 37"/>
                      <a:gd name="T4" fmla="*/ 1 w 82"/>
                      <a:gd name="T5" fmla="*/ 0 h 37"/>
                      <a:gd name="T6" fmla="*/ 1 w 82"/>
                      <a:gd name="T7" fmla="*/ 0 h 37"/>
                      <a:gd name="T8" fmla="*/ 1 w 82"/>
                      <a:gd name="T9" fmla="*/ 0 h 37"/>
                      <a:gd name="T10" fmla="*/ 1 w 82"/>
                      <a:gd name="T11" fmla="*/ 0 h 37"/>
                      <a:gd name="T12" fmla="*/ 0 w 82"/>
                      <a:gd name="T13" fmla="*/ 0 h 37"/>
                      <a:gd name="T14" fmla="*/ 0 60000 65536"/>
                      <a:gd name="T15" fmla="*/ 0 60000 65536"/>
                      <a:gd name="T16" fmla="*/ 0 60000 65536"/>
                      <a:gd name="T17" fmla="*/ 0 60000 65536"/>
                      <a:gd name="T18" fmla="*/ 0 60000 65536"/>
                      <a:gd name="T19" fmla="*/ 0 60000 65536"/>
                      <a:gd name="T20" fmla="*/ 0 60000 65536"/>
                      <a:gd name="T21" fmla="*/ 0 w 82"/>
                      <a:gd name="T22" fmla="*/ 0 h 37"/>
                      <a:gd name="T23" fmla="*/ 82 w 82"/>
                      <a:gd name="T24" fmla="*/ 37 h 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801" name="Group 99"/>
                <p:cNvGrpSpPr>
                  <a:grpSpLocks/>
                </p:cNvGrpSpPr>
                <p:nvPr/>
              </p:nvGrpSpPr>
              <p:grpSpPr bwMode="auto">
                <a:xfrm>
                  <a:off x="935" y="3612"/>
                  <a:ext cx="48" cy="23"/>
                  <a:chOff x="935" y="3612"/>
                  <a:chExt cx="48" cy="23"/>
                </a:xfrm>
              </p:grpSpPr>
              <p:sp>
                <p:nvSpPr>
                  <p:cNvPr id="12814" name="Freeform 100"/>
                  <p:cNvSpPr>
                    <a:spLocks/>
                  </p:cNvSpPr>
                  <p:nvPr/>
                </p:nvSpPr>
                <p:spPr bwMode="auto">
                  <a:xfrm>
                    <a:off x="935"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 name="T15" fmla="*/ 0 w 25"/>
                      <a:gd name="T16" fmla="*/ 0 h 69"/>
                      <a:gd name="T17" fmla="*/ 25 w 25"/>
                      <a:gd name="T18" fmla="*/ 69 h 69"/>
                    </a:gdLst>
                    <a:ahLst/>
                    <a:cxnLst>
                      <a:cxn ang="T10">
                        <a:pos x="T0" y="T1"/>
                      </a:cxn>
                      <a:cxn ang="T11">
                        <a:pos x="T2" y="T3"/>
                      </a:cxn>
                      <a:cxn ang="T12">
                        <a:pos x="T4" y="T5"/>
                      </a:cxn>
                      <a:cxn ang="T13">
                        <a:pos x="T6" y="T7"/>
                      </a:cxn>
                      <a:cxn ang="T14">
                        <a:pos x="T8" y="T9"/>
                      </a:cxn>
                    </a:cxnLst>
                    <a:rect l="T15" t="T16" r="T17" b="T18"/>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15" name="Freeform 101"/>
                  <p:cNvSpPr>
                    <a:spLocks/>
                  </p:cNvSpPr>
                  <p:nvPr/>
                </p:nvSpPr>
                <p:spPr bwMode="auto">
                  <a:xfrm>
                    <a:off x="939" y="3612"/>
                    <a:ext cx="38" cy="11"/>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1"/>
                      <a:gd name="T29" fmla="*/ 75 w 75"/>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16" name="Freeform 102"/>
                  <p:cNvSpPr>
                    <a:spLocks/>
                  </p:cNvSpPr>
                  <p:nvPr/>
                </p:nvSpPr>
                <p:spPr bwMode="auto">
                  <a:xfrm>
                    <a:off x="943" y="3623"/>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802" name="Group 103"/>
                <p:cNvGrpSpPr>
                  <a:grpSpLocks/>
                </p:cNvGrpSpPr>
                <p:nvPr/>
              </p:nvGrpSpPr>
              <p:grpSpPr bwMode="auto">
                <a:xfrm>
                  <a:off x="947" y="3625"/>
                  <a:ext cx="50" cy="22"/>
                  <a:chOff x="947" y="3625"/>
                  <a:chExt cx="50" cy="22"/>
                </a:xfrm>
              </p:grpSpPr>
              <p:sp>
                <p:nvSpPr>
                  <p:cNvPr id="12811" name="Freeform 104"/>
                  <p:cNvSpPr>
                    <a:spLocks/>
                  </p:cNvSpPr>
                  <p:nvPr/>
                </p:nvSpPr>
                <p:spPr bwMode="auto">
                  <a:xfrm>
                    <a:off x="947" y="3625"/>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12" name="Freeform 105"/>
                  <p:cNvSpPr>
                    <a:spLocks/>
                  </p:cNvSpPr>
                  <p:nvPr/>
                </p:nvSpPr>
                <p:spPr bwMode="auto">
                  <a:xfrm>
                    <a:off x="953" y="3625"/>
                    <a:ext cx="36" cy="10"/>
                  </a:xfrm>
                  <a:custGeom>
                    <a:avLst/>
                    <a:gdLst>
                      <a:gd name="T0" fmla="*/ 0 w 73"/>
                      <a:gd name="T1" fmla="*/ 0 h 29"/>
                      <a:gd name="T2" fmla="*/ 0 w 73"/>
                      <a:gd name="T3" fmla="*/ 0 h 29"/>
                      <a:gd name="T4" fmla="*/ 0 w 73"/>
                      <a:gd name="T5" fmla="*/ 0 h 29"/>
                      <a:gd name="T6" fmla="*/ 0 w 73"/>
                      <a:gd name="T7" fmla="*/ 0 h 29"/>
                      <a:gd name="T8" fmla="*/ 0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29"/>
                      <a:gd name="T29" fmla="*/ 73 w 73"/>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13" name="Freeform 106"/>
                  <p:cNvSpPr>
                    <a:spLocks/>
                  </p:cNvSpPr>
                  <p:nvPr/>
                </p:nvSpPr>
                <p:spPr bwMode="auto">
                  <a:xfrm>
                    <a:off x="955" y="3635"/>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803" name="Group 107"/>
                <p:cNvGrpSpPr>
                  <a:grpSpLocks/>
                </p:cNvGrpSpPr>
                <p:nvPr/>
              </p:nvGrpSpPr>
              <p:grpSpPr bwMode="auto">
                <a:xfrm>
                  <a:off x="960" y="3637"/>
                  <a:ext cx="50" cy="23"/>
                  <a:chOff x="960" y="3637"/>
                  <a:chExt cx="50" cy="23"/>
                </a:xfrm>
              </p:grpSpPr>
              <p:sp>
                <p:nvSpPr>
                  <p:cNvPr id="12808" name="Freeform 108"/>
                  <p:cNvSpPr>
                    <a:spLocks/>
                  </p:cNvSpPr>
                  <p:nvPr/>
                </p:nvSpPr>
                <p:spPr bwMode="auto">
                  <a:xfrm>
                    <a:off x="960" y="3637"/>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 name="T15" fmla="*/ 0 w 25"/>
                      <a:gd name="T16" fmla="*/ 0 h 69"/>
                      <a:gd name="T17" fmla="*/ 25 w 25"/>
                      <a:gd name="T18" fmla="*/ 69 h 69"/>
                    </a:gdLst>
                    <a:ahLst/>
                    <a:cxnLst>
                      <a:cxn ang="T10">
                        <a:pos x="T0" y="T1"/>
                      </a:cxn>
                      <a:cxn ang="T11">
                        <a:pos x="T2" y="T3"/>
                      </a:cxn>
                      <a:cxn ang="T12">
                        <a:pos x="T4" y="T5"/>
                      </a:cxn>
                      <a:cxn ang="T13">
                        <a:pos x="T6" y="T7"/>
                      </a:cxn>
                      <a:cxn ang="T14">
                        <a:pos x="T8" y="T9"/>
                      </a:cxn>
                    </a:cxnLst>
                    <a:rect l="T15" t="T16" r="T17" b="T18"/>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09" name="Freeform 109"/>
                  <p:cNvSpPr>
                    <a:spLocks/>
                  </p:cNvSpPr>
                  <p:nvPr/>
                </p:nvSpPr>
                <p:spPr bwMode="auto">
                  <a:xfrm>
                    <a:off x="965" y="3638"/>
                    <a:ext cx="37" cy="9"/>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29"/>
                      <a:gd name="T29" fmla="*/ 74 w 74"/>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10" name="Freeform 110"/>
                  <p:cNvSpPr>
                    <a:spLocks/>
                  </p:cNvSpPr>
                  <p:nvPr/>
                </p:nvSpPr>
                <p:spPr bwMode="auto">
                  <a:xfrm>
                    <a:off x="968" y="3648"/>
                    <a:ext cx="42" cy="12"/>
                  </a:xfrm>
                  <a:custGeom>
                    <a:avLst/>
                    <a:gdLst>
                      <a:gd name="T0" fmla="*/ 0 w 83"/>
                      <a:gd name="T1" fmla="*/ 0 h 35"/>
                      <a:gd name="T2" fmla="*/ 1 w 83"/>
                      <a:gd name="T3" fmla="*/ 0 h 35"/>
                      <a:gd name="T4" fmla="*/ 1 w 83"/>
                      <a:gd name="T5" fmla="*/ 0 h 35"/>
                      <a:gd name="T6" fmla="*/ 1 w 83"/>
                      <a:gd name="T7" fmla="*/ 0 h 35"/>
                      <a:gd name="T8" fmla="*/ 1 w 83"/>
                      <a:gd name="T9" fmla="*/ 0 h 35"/>
                      <a:gd name="T10" fmla="*/ 1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 name="T21" fmla="*/ 0 w 83"/>
                      <a:gd name="T22" fmla="*/ 0 h 35"/>
                      <a:gd name="T23" fmla="*/ 83 w 83"/>
                      <a:gd name="T24" fmla="*/ 35 h 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804" name="Group 111"/>
                <p:cNvGrpSpPr>
                  <a:grpSpLocks/>
                </p:cNvGrpSpPr>
                <p:nvPr/>
              </p:nvGrpSpPr>
              <p:grpSpPr bwMode="auto">
                <a:xfrm>
                  <a:off x="973" y="3650"/>
                  <a:ext cx="49" cy="23"/>
                  <a:chOff x="973" y="3650"/>
                  <a:chExt cx="49" cy="23"/>
                </a:xfrm>
              </p:grpSpPr>
              <p:sp>
                <p:nvSpPr>
                  <p:cNvPr id="12805" name="Freeform 112"/>
                  <p:cNvSpPr>
                    <a:spLocks/>
                  </p:cNvSpPr>
                  <p:nvPr/>
                </p:nvSpPr>
                <p:spPr bwMode="auto">
                  <a:xfrm>
                    <a:off x="973" y="3650"/>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06" name="Freeform 113"/>
                  <p:cNvSpPr>
                    <a:spLocks/>
                  </p:cNvSpPr>
                  <p:nvPr/>
                </p:nvSpPr>
                <p:spPr bwMode="auto">
                  <a:xfrm>
                    <a:off x="978" y="3651"/>
                    <a:ext cx="37" cy="10"/>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29"/>
                      <a:gd name="T29" fmla="*/ 74 w 74"/>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807" name="Freeform 114"/>
                  <p:cNvSpPr>
                    <a:spLocks/>
                  </p:cNvSpPr>
                  <p:nvPr/>
                </p:nvSpPr>
                <p:spPr bwMode="auto">
                  <a:xfrm>
                    <a:off x="982" y="3661"/>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grpSp>
            <p:nvGrpSpPr>
              <p:cNvPr id="12435" name="Group 115"/>
              <p:cNvGrpSpPr>
                <a:grpSpLocks/>
              </p:cNvGrpSpPr>
              <p:nvPr/>
            </p:nvGrpSpPr>
            <p:grpSpPr bwMode="auto">
              <a:xfrm>
                <a:off x="985" y="3665"/>
                <a:ext cx="100" cy="73"/>
                <a:chOff x="985" y="3665"/>
                <a:chExt cx="100" cy="73"/>
              </a:xfrm>
            </p:grpSpPr>
            <p:grpSp>
              <p:nvGrpSpPr>
                <p:cNvPr id="12780" name="Group 116"/>
                <p:cNvGrpSpPr>
                  <a:grpSpLocks/>
                </p:cNvGrpSpPr>
                <p:nvPr/>
              </p:nvGrpSpPr>
              <p:grpSpPr bwMode="auto">
                <a:xfrm>
                  <a:off x="985" y="3665"/>
                  <a:ext cx="50" cy="23"/>
                  <a:chOff x="985" y="3665"/>
                  <a:chExt cx="50" cy="23"/>
                </a:xfrm>
              </p:grpSpPr>
              <p:sp>
                <p:nvSpPr>
                  <p:cNvPr id="12797" name="Freeform 117"/>
                  <p:cNvSpPr>
                    <a:spLocks/>
                  </p:cNvSpPr>
                  <p:nvPr/>
                </p:nvSpPr>
                <p:spPr bwMode="auto">
                  <a:xfrm>
                    <a:off x="985" y="366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98" name="Freeform 118"/>
                  <p:cNvSpPr>
                    <a:spLocks/>
                  </p:cNvSpPr>
                  <p:nvPr/>
                </p:nvSpPr>
                <p:spPr bwMode="auto">
                  <a:xfrm>
                    <a:off x="989" y="3665"/>
                    <a:ext cx="38" cy="11"/>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1"/>
                      <a:gd name="T29" fmla="*/ 75 w 75"/>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99" name="Freeform 119"/>
                  <p:cNvSpPr>
                    <a:spLocks/>
                  </p:cNvSpPr>
                  <p:nvPr/>
                </p:nvSpPr>
                <p:spPr bwMode="auto">
                  <a:xfrm>
                    <a:off x="993" y="3676"/>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781" name="Group 120"/>
                <p:cNvGrpSpPr>
                  <a:grpSpLocks/>
                </p:cNvGrpSpPr>
                <p:nvPr/>
              </p:nvGrpSpPr>
              <p:grpSpPr bwMode="auto">
                <a:xfrm>
                  <a:off x="997" y="3677"/>
                  <a:ext cx="49" cy="23"/>
                  <a:chOff x="997" y="3677"/>
                  <a:chExt cx="49" cy="23"/>
                </a:xfrm>
              </p:grpSpPr>
              <p:sp>
                <p:nvSpPr>
                  <p:cNvPr id="12794" name="Freeform 121"/>
                  <p:cNvSpPr>
                    <a:spLocks/>
                  </p:cNvSpPr>
                  <p:nvPr/>
                </p:nvSpPr>
                <p:spPr bwMode="auto">
                  <a:xfrm>
                    <a:off x="997" y="3677"/>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 name="T15" fmla="*/ 0 w 25"/>
                      <a:gd name="T16" fmla="*/ 0 h 69"/>
                      <a:gd name="T17" fmla="*/ 25 w 25"/>
                      <a:gd name="T18" fmla="*/ 69 h 69"/>
                    </a:gdLst>
                    <a:ahLst/>
                    <a:cxnLst>
                      <a:cxn ang="T10">
                        <a:pos x="T0" y="T1"/>
                      </a:cxn>
                      <a:cxn ang="T11">
                        <a:pos x="T2" y="T3"/>
                      </a:cxn>
                      <a:cxn ang="T12">
                        <a:pos x="T4" y="T5"/>
                      </a:cxn>
                      <a:cxn ang="T13">
                        <a:pos x="T6" y="T7"/>
                      </a:cxn>
                      <a:cxn ang="T14">
                        <a:pos x="T8" y="T9"/>
                      </a:cxn>
                    </a:cxnLst>
                    <a:rect l="T15" t="T16" r="T17" b="T18"/>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95" name="Freeform 122"/>
                  <p:cNvSpPr>
                    <a:spLocks/>
                  </p:cNvSpPr>
                  <p:nvPr/>
                </p:nvSpPr>
                <p:spPr bwMode="auto">
                  <a:xfrm>
                    <a:off x="1002" y="3678"/>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30"/>
                      <a:gd name="T29" fmla="*/ 73 w 73"/>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96" name="Freeform 123"/>
                  <p:cNvSpPr>
                    <a:spLocks/>
                  </p:cNvSpPr>
                  <p:nvPr/>
                </p:nvSpPr>
                <p:spPr bwMode="auto">
                  <a:xfrm>
                    <a:off x="1005" y="3688"/>
                    <a:ext cx="41" cy="12"/>
                  </a:xfrm>
                  <a:custGeom>
                    <a:avLst/>
                    <a:gdLst>
                      <a:gd name="T0" fmla="*/ 0 w 83"/>
                      <a:gd name="T1" fmla="*/ 0 h 37"/>
                      <a:gd name="T2" fmla="*/ 0 w 83"/>
                      <a:gd name="T3" fmla="*/ 0 h 37"/>
                      <a:gd name="T4" fmla="*/ 0 w 83"/>
                      <a:gd name="T5" fmla="*/ 0 h 37"/>
                      <a:gd name="T6" fmla="*/ 0 w 83"/>
                      <a:gd name="T7" fmla="*/ 0 h 37"/>
                      <a:gd name="T8" fmla="*/ 0 w 83"/>
                      <a:gd name="T9" fmla="*/ 0 h 37"/>
                      <a:gd name="T10" fmla="*/ 0 w 83"/>
                      <a:gd name="T11" fmla="*/ 0 h 37"/>
                      <a:gd name="T12" fmla="*/ 0 w 83"/>
                      <a:gd name="T13" fmla="*/ 0 h 37"/>
                      <a:gd name="T14" fmla="*/ 0 60000 65536"/>
                      <a:gd name="T15" fmla="*/ 0 60000 65536"/>
                      <a:gd name="T16" fmla="*/ 0 60000 65536"/>
                      <a:gd name="T17" fmla="*/ 0 60000 65536"/>
                      <a:gd name="T18" fmla="*/ 0 60000 65536"/>
                      <a:gd name="T19" fmla="*/ 0 60000 65536"/>
                      <a:gd name="T20" fmla="*/ 0 60000 65536"/>
                      <a:gd name="T21" fmla="*/ 0 w 83"/>
                      <a:gd name="T22" fmla="*/ 0 h 37"/>
                      <a:gd name="T23" fmla="*/ 83 w 83"/>
                      <a:gd name="T24" fmla="*/ 37 h 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782" name="Group 124"/>
                <p:cNvGrpSpPr>
                  <a:grpSpLocks/>
                </p:cNvGrpSpPr>
                <p:nvPr/>
              </p:nvGrpSpPr>
              <p:grpSpPr bwMode="auto">
                <a:xfrm>
                  <a:off x="1010" y="3690"/>
                  <a:ext cx="48" cy="23"/>
                  <a:chOff x="1010" y="3690"/>
                  <a:chExt cx="48" cy="23"/>
                </a:xfrm>
              </p:grpSpPr>
              <p:sp>
                <p:nvSpPr>
                  <p:cNvPr id="12791" name="Freeform 125"/>
                  <p:cNvSpPr>
                    <a:spLocks/>
                  </p:cNvSpPr>
                  <p:nvPr/>
                </p:nvSpPr>
                <p:spPr bwMode="auto">
                  <a:xfrm>
                    <a:off x="1010" y="3690"/>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 name="T15" fmla="*/ 0 w 25"/>
                      <a:gd name="T16" fmla="*/ 0 h 69"/>
                      <a:gd name="T17" fmla="*/ 25 w 25"/>
                      <a:gd name="T18" fmla="*/ 69 h 69"/>
                    </a:gdLst>
                    <a:ahLst/>
                    <a:cxnLst>
                      <a:cxn ang="T10">
                        <a:pos x="T0" y="T1"/>
                      </a:cxn>
                      <a:cxn ang="T11">
                        <a:pos x="T2" y="T3"/>
                      </a:cxn>
                      <a:cxn ang="T12">
                        <a:pos x="T4" y="T5"/>
                      </a:cxn>
                      <a:cxn ang="T13">
                        <a:pos x="T6" y="T7"/>
                      </a:cxn>
                      <a:cxn ang="T14">
                        <a:pos x="T8" y="T9"/>
                      </a:cxn>
                    </a:cxnLst>
                    <a:rect l="T15" t="T16" r="T17" b="T18"/>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92" name="Freeform 126"/>
                  <p:cNvSpPr>
                    <a:spLocks/>
                  </p:cNvSpPr>
                  <p:nvPr/>
                </p:nvSpPr>
                <p:spPr bwMode="auto">
                  <a:xfrm>
                    <a:off x="1014" y="3690"/>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1"/>
                      <a:gd name="T29" fmla="*/ 75 w 75"/>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93" name="Freeform 127"/>
                  <p:cNvSpPr>
                    <a:spLocks/>
                  </p:cNvSpPr>
                  <p:nvPr/>
                </p:nvSpPr>
                <p:spPr bwMode="auto">
                  <a:xfrm>
                    <a:off x="1018" y="3701"/>
                    <a:ext cx="40" cy="12"/>
                  </a:xfrm>
                  <a:custGeom>
                    <a:avLst/>
                    <a:gdLst>
                      <a:gd name="T0" fmla="*/ 0 w 82"/>
                      <a:gd name="T1" fmla="*/ 0 h 35"/>
                      <a:gd name="T2" fmla="*/ 0 w 82"/>
                      <a:gd name="T3" fmla="*/ 0 h 35"/>
                      <a:gd name="T4" fmla="*/ 0 w 82"/>
                      <a:gd name="T5" fmla="*/ 0 h 35"/>
                      <a:gd name="T6" fmla="*/ 0 w 82"/>
                      <a:gd name="T7" fmla="*/ 0 h 35"/>
                      <a:gd name="T8" fmla="*/ 0 w 82"/>
                      <a:gd name="T9" fmla="*/ 0 h 35"/>
                      <a:gd name="T10" fmla="*/ 0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 name="T21" fmla="*/ 0 w 82"/>
                      <a:gd name="T22" fmla="*/ 0 h 35"/>
                      <a:gd name="T23" fmla="*/ 82 w 82"/>
                      <a:gd name="T24" fmla="*/ 35 h 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783" name="Group 128"/>
                <p:cNvGrpSpPr>
                  <a:grpSpLocks/>
                </p:cNvGrpSpPr>
                <p:nvPr/>
              </p:nvGrpSpPr>
              <p:grpSpPr bwMode="auto">
                <a:xfrm>
                  <a:off x="1023" y="3703"/>
                  <a:ext cx="49" cy="22"/>
                  <a:chOff x="1023" y="3703"/>
                  <a:chExt cx="49" cy="22"/>
                </a:xfrm>
              </p:grpSpPr>
              <p:sp>
                <p:nvSpPr>
                  <p:cNvPr id="12788" name="Freeform 129"/>
                  <p:cNvSpPr>
                    <a:spLocks/>
                  </p:cNvSpPr>
                  <p:nvPr/>
                </p:nvSpPr>
                <p:spPr bwMode="auto">
                  <a:xfrm>
                    <a:off x="1023" y="3703"/>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89" name="Freeform 130"/>
                  <p:cNvSpPr>
                    <a:spLocks/>
                  </p:cNvSpPr>
                  <p:nvPr/>
                </p:nvSpPr>
                <p:spPr bwMode="auto">
                  <a:xfrm>
                    <a:off x="1028" y="3703"/>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29"/>
                      <a:gd name="T29" fmla="*/ 75 w 75"/>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90" name="Freeform 131"/>
                  <p:cNvSpPr>
                    <a:spLocks/>
                  </p:cNvSpPr>
                  <p:nvPr/>
                </p:nvSpPr>
                <p:spPr bwMode="auto">
                  <a:xfrm>
                    <a:off x="1030" y="3713"/>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784" name="Group 132"/>
                <p:cNvGrpSpPr>
                  <a:grpSpLocks/>
                </p:cNvGrpSpPr>
                <p:nvPr/>
              </p:nvGrpSpPr>
              <p:grpSpPr bwMode="auto">
                <a:xfrm>
                  <a:off x="1036" y="3716"/>
                  <a:ext cx="49" cy="22"/>
                  <a:chOff x="1036" y="3716"/>
                  <a:chExt cx="49" cy="22"/>
                </a:xfrm>
              </p:grpSpPr>
              <p:sp>
                <p:nvSpPr>
                  <p:cNvPr id="12785" name="Freeform 133"/>
                  <p:cNvSpPr>
                    <a:spLocks/>
                  </p:cNvSpPr>
                  <p:nvPr/>
                </p:nvSpPr>
                <p:spPr bwMode="auto">
                  <a:xfrm>
                    <a:off x="1036" y="3716"/>
                    <a:ext cx="11" cy="22"/>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 name="T15" fmla="*/ 0 w 22"/>
                      <a:gd name="T16" fmla="*/ 0 h 68"/>
                      <a:gd name="T17" fmla="*/ 22 w 22"/>
                      <a:gd name="T18" fmla="*/ 68 h 68"/>
                    </a:gdLst>
                    <a:ahLst/>
                    <a:cxnLst>
                      <a:cxn ang="T10">
                        <a:pos x="T0" y="T1"/>
                      </a:cxn>
                      <a:cxn ang="T11">
                        <a:pos x="T2" y="T3"/>
                      </a:cxn>
                      <a:cxn ang="T12">
                        <a:pos x="T4" y="T5"/>
                      </a:cxn>
                      <a:cxn ang="T13">
                        <a:pos x="T6" y="T7"/>
                      </a:cxn>
                      <a:cxn ang="T14">
                        <a:pos x="T8" y="T9"/>
                      </a:cxn>
                    </a:cxnLst>
                    <a:rect l="T15" t="T16" r="T17" b="T18"/>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86" name="Freeform 134"/>
                  <p:cNvSpPr>
                    <a:spLocks/>
                  </p:cNvSpPr>
                  <p:nvPr/>
                </p:nvSpPr>
                <p:spPr bwMode="auto">
                  <a:xfrm>
                    <a:off x="1040" y="3716"/>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29"/>
                      <a:gd name="T29" fmla="*/ 75 w 75"/>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87" name="Freeform 135"/>
                  <p:cNvSpPr>
                    <a:spLocks/>
                  </p:cNvSpPr>
                  <p:nvPr/>
                </p:nvSpPr>
                <p:spPr bwMode="auto">
                  <a:xfrm>
                    <a:off x="1043" y="3726"/>
                    <a:ext cx="42"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grpSp>
            <p:nvGrpSpPr>
              <p:cNvPr id="12436" name="Group 136"/>
              <p:cNvGrpSpPr>
                <a:grpSpLocks/>
              </p:cNvGrpSpPr>
              <p:nvPr/>
            </p:nvGrpSpPr>
            <p:grpSpPr bwMode="auto">
              <a:xfrm>
                <a:off x="1046" y="3727"/>
                <a:ext cx="49" cy="23"/>
                <a:chOff x="1046" y="3727"/>
                <a:chExt cx="49" cy="23"/>
              </a:xfrm>
            </p:grpSpPr>
            <p:sp>
              <p:nvSpPr>
                <p:cNvPr id="12777" name="Freeform 137"/>
                <p:cNvSpPr>
                  <a:spLocks/>
                </p:cNvSpPr>
                <p:nvPr/>
              </p:nvSpPr>
              <p:spPr bwMode="auto">
                <a:xfrm>
                  <a:off x="1046" y="3727"/>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 name="T15" fmla="*/ 0 w 24"/>
                    <a:gd name="T16" fmla="*/ 0 h 68"/>
                    <a:gd name="T17" fmla="*/ 24 w 24"/>
                    <a:gd name="T18" fmla="*/ 68 h 68"/>
                  </a:gdLst>
                  <a:ahLst/>
                  <a:cxnLst>
                    <a:cxn ang="T10">
                      <a:pos x="T0" y="T1"/>
                    </a:cxn>
                    <a:cxn ang="T11">
                      <a:pos x="T2" y="T3"/>
                    </a:cxn>
                    <a:cxn ang="T12">
                      <a:pos x="T4" y="T5"/>
                    </a:cxn>
                    <a:cxn ang="T13">
                      <a:pos x="T6" y="T7"/>
                    </a:cxn>
                    <a:cxn ang="T14">
                      <a:pos x="T8" y="T9"/>
                    </a:cxn>
                  </a:cxnLst>
                  <a:rect l="T15" t="T16" r="T17" b="T18"/>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78" name="Freeform 138"/>
                <p:cNvSpPr>
                  <a:spLocks/>
                </p:cNvSpPr>
                <p:nvPr/>
              </p:nvSpPr>
              <p:spPr bwMode="auto">
                <a:xfrm>
                  <a:off x="1051" y="3727"/>
                  <a:ext cx="36" cy="11"/>
                </a:xfrm>
                <a:custGeom>
                  <a:avLst/>
                  <a:gdLst>
                    <a:gd name="T0" fmla="*/ 0 w 73"/>
                    <a:gd name="T1" fmla="*/ 0 h 31"/>
                    <a:gd name="T2" fmla="*/ 0 w 73"/>
                    <a:gd name="T3" fmla="*/ 0 h 31"/>
                    <a:gd name="T4" fmla="*/ 0 w 73"/>
                    <a:gd name="T5" fmla="*/ 0 h 31"/>
                    <a:gd name="T6" fmla="*/ 0 w 73"/>
                    <a:gd name="T7" fmla="*/ 0 h 31"/>
                    <a:gd name="T8" fmla="*/ 0 w 73"/>
                    <a:gd name="T9" fmla="*/ 0 h 31"/>
                    <a:gd name="T10" fmla="*/ 0 w 73"/>
                    <a:gd name="T11" fmla="*/ 0 h 31"/>
                    <a:gd name="T12" fmla="*/ 0 w 73"/>
                    <a:gd name="T13" fmla="*/ 0 h 31"/>
                    <a:gd name="T14" fmla="*/ 0 w 73"/>
                    <a:gd name="T15" fmla="*/ 0 h 31"/>
                    <a:gd name="T16" fmla="*/ 0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31"/>
                    <a:gd name="T29" fmla="*/ 73 w 73"/>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79" name="Freeform 139"/>
                <p:cNvSpPr>
                  <a:spLocks/>
                </p:cNvSpPr>
                <p:nvPr/>
              </p:nvSpPr>
              <p:spPr bwMode="auto">
                <a:xfrm>
                  <a:off x="1054" y="3738"/>
                  <a:ext cx="41" cy="12"/>
                </a:xfrm>
                <a:custGeom>
                  <a:avLst/>
                  <a:gdLst>
                    <a:gd name="T0" fmla="*/ 0 w 82"/>
                    <a:gd name="T1" fmla="*/ 0 h 35"/>
                    <a:gd name="T2" fmla="*/ 1 w 82"/>
                    <a:gd name="T3" fmla="*/ 0 h 35"/>
                    <a:gd name="T4" fmla="*/ 1 w 82"/>
                    <a:gd name="T5" fmla="*/ 0 h 35"/>
                    <a:gd name="T6" fmla="*/ 1 w 82"/>
                    <a:gd name="T7" fmla="*/ 0 h 35"/>
                    <a:gd name="T8" fmla="*/ 1 w 82"/>
                    <a:gd name="T9" fmla="*/ 0 h 35"/>
                    <a:gd name="T10" fmla="*/ 1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 name="T21" fmla="*/ 0 w 82"/>
                    <a:gd name="T22" fmla="*/ 0 h 35"/>
                    <a:gd name="T23" fmla="*/ 82 w 82"/>
                    <a:gd name="T24" fmla="*/ 35 h 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37" name="Group 140"/>
              <p:cNvGrpSpPr>
                <a:grpSpLocks/>
              </p:cNvGrpSpPr>
              <p:nvPr/>
            </p:nvGrpSpPr>
            <p:grpSpPr bwMode="auto">
              <a:xfrm>
                <a:off x="1058" y="3739"/>
                <a:ext cx="50" cy="23"/>
                <a:chOff x="1058" y="3739"/>
                <a:chExt cx="50" cy="23"/>
              </a:xfrm>
            </p:grpSpPr>
            <p:sp>
              <p:nvSpPr>
                <p:cNvPr id="12774" name="Freeform 141"/>
                <p:cNvSpPr>
                  <a:spLocks/>
                </p:cNvSpPr>
                <p:nvPr/>
              </p:nvSpPr>
              <p:spPr bwMode="auto">
                <a:xfrm>
                  <a:off x="1058" y="3739"/>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75" name="Freeform 142"/>
                <p:cNvSpPr>
                  <a:spLocks/>
                </p:cNvSpPr>
                <p:nvPr/>
              </p:nvSpPr>
              <p:spPr bwMode="auto">
                <a:xfrm>
                  <a:off x="1063" y="3740"/>
                  <a:ext cx="37" cy="10"/>
                </a:xfrm>
                <a:custGeom>
                  <a:avLst/>
                  <a:gdLst>
                    <a:gd name="T0" fmla="*/ 0 w 75"/>
                    <a:gd name="T1" fmla="*/ 0 h 30"/>
                    <a:gd name="T2" fmla="*/ 0 w 75"/>
                    <a:gd name="T3" fmla="*/ 0 h 30"/>
                    <a:gd name="T4" fmla="*/ 0 w 75"/>
                    <a:gd name="T5" fmla="*/ 0 h 30"/>
                    <a:gd name="T6" fmla="*/ 0 w 75"/>
                    <a:gd name="T7" fmla="*/ 0 h 30"/>
                    <a:gd name="T8" fmla="*/ 0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0"/>
                    <a:gd name="T29" fmla="*/ 75 w 75"/>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76" name="Freeform 143"/>
                <p:cNvSpPr>
                  <a:spLocks/>
                </p:cNvSpPr>
                <p:nvPr/>
              </p:nvSpPr>
              <p:spPr bwMode="auto">
                <a:xfrm>
                  <a:off x="1067" y="3750"/>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 name="T21" fmla="*/ 0 w 81"/>
                    <a:gd name="T22" fmla="*/ 0 h 36"/>
                    <a:gd name="T23" fmla="*/ 81 w 81"/>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38" name="Group 144"/>
              <p:cNvGrpSpPr>
                <a:grpSpLocks/>
              </p:cNvGrpSpPr>
              <p:nvPr/>
            </p:nvGrpSpPr>
            <p:grpSpPr bwMode="auto">
              <a:xfrm>
                <a:off x="1072" y="3753"/>
                <a:ext cx="48" cy="22"/>
                <a:chOff x="1072" y="3753"/>
                <a:chExt cx="48" cy="22"/>
              </a:xfrm>
            </p:grpSpPr>
            <p:sp>
              <p:nvSpPr>
                <p:cNvPr id="12771" name="Freeform 145"/>
                <p:cNvSpPr>
                  <a:spLocks/>
                </p:cNvSpPr>
                <p:nvPr/>
              </p:nvSpPr>
              <p:spPr bwMode="auto">
                <a:xfrm>
                  <a:off x="1072" y="3753"/>
                  <a:ext cx="11" cy="22"/>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 name="T15" fmla="*/ 0 w 24"/>
                    <a:gd name="T16" fmla="*/ 0 h 68"/>
                    <a:gd name="T17" fmla="*/ 24 w 24"/>
                    <a:gd name="T18" fmla="*/ 68 h 68"/>
                  </a:gdLst>
                  <a:ahLst/>
                  <a:cxnLst>
                    <a:cxn ang="T10">
                      <a:pos x="T0" y="T1"/>
                    </a:cxn>
                    <a:cxn ang="T11">
                      <a:pos x="T2" y="T3"/>
                    </a:cxn>
                    <a:cxn ang="T12">
                      <a:pos x="T4" y="T5"/>
                    </a:cxn>
                    <a:cxn ang="T13">
                      <a:pos x="T6" y="T7"/>
                    </a:cxn>
                    <a:cxn ang="T14">
                      <a:pos x="T8" y="T9"/>
                    </a:cxn>
                  </a:cxnLst>
                  <a:rect l="T15" t="T16" r="T17" b="T18"/>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72" name="Freeform 146"/>
                <p:cNvSpPr>
                  <a:spLocks/>
                </p:cNvSpPr>
                <p:nvPr/>
              </p:nvSpPr>
              <p:spPr bwMode="auto">
                <a:xfrm>
                  <a:off x="1076" y="3753"/>
                  <a:ext cx="37" cy="10"/>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31"/>
                    <a:gd name="T29" fmla="*/ 74 w 74"/>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73" name="Freeform 147"/>
                <p:cNvSpPr>
                  <a:spLocks/>
                </p:cNvSpPr>
                <p:nvPr/>
              </p:nvSpPr>
              <p:spPr bwMode="auto">
                <a:xfrm>
                  <a:off x="1079" y="3763"/>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 name="T21" fmla="*/ 0 w 81"/>
                    <a:gd name="T22" fmla="*/ 0 h 36"/>
                    <a:gd name="T23" fmla="*/ 81 w 81"/>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sp>
            <p:nvSpPr>
              <p:cNvPr id="12439" name="Freeform 148"/>
              <p:cNvSpPr>
                <a:spLocks/>
              </p:cNvSpPr>
              <p:nvPr/>
            </p:nvSpPr>
            <p:spPr bwMode="auto">
              <a:xfrm>
                <a:off x="820" y="3535"/>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 name="T15" fmla="*/ 0 w 23"/>
                  <a:gd name="T16" fmla="*/ 0 h 68"/>
                  <a:gd name="T17" fmla="*/ 23 w 23"/>
                  <a:gd name="T18" fmla="*/ 68 h 68"/>
                </a:gdLst>
                <a:ahLst/>
                <a:cxnLst>
                  <a:cxn ang="T10">
                    <a:pos x="T0" y="T1"/>
                  </a:cxn>
                  <a:cxn ang="T11">
                    <a:pos x="T2" y="T3"/>
                  </a:cxn>
                  <a:cxn ang="T12">
                    <a:pos x="T4" y="T5"/>
                  </a:cxn>
                  <a:cxn ang="T13">
                    <a:pos x="T6" y="T7"/>
                  </a:cxn>
                  <a:cxn ang="T14">
                    <a:pos x="T8" y="T9"/>
                  </a:cxn>
                </a:cxnLst>
                <a:rect l="T15" t="T16" r="T17" b="T18"/>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40" name="Freeform 149"/>
              <p:cNvSpPr>
                <a:spLocks/>
              </p:cNvSpPr>
              <p:nvPr/>
            </p:nvSpPr>
            <p:spPr bwMode="auto">
              <a:xfrm>
                <a:off x="825" y="3535"/>
                <a:ext cx="36" cy="9"/>
              </a:xfrm>
              <a:custGeom>
                <a:avLst/>
                <a:gdLst>
                  <a:gd name="T0" fmla="*/ 0 w 71"/>
                  <a:gd name="T1" fmla="*/ 0 h 27"/>
                  <a:gd name="T2" fmla="*/ 1 w 71"/>
                  <a:gd name="T3" fmla="*/ 0 h 27"/>
                  <a:gd name="T4" fmla="*/ 1 w 71"/>
                  <a:gd name="T5" fmla="*/ 0 h 27"/>
                  <a:gd name="T6" fmla="*/ 1 w 71"/>
                  <a:gd name="T7" fmla="*/ 0 h 27"/>
                  <a:gd name="T8" fmla="*/ 1 w 71"/>
                  <a:gd name="T9" fmla="*/ 0 h 27"/>
                  <a:gd name="T10" fmla="*/ 1 w 71"/>
                  <a:gd name="T11" fmla="*/ 0 h 27"/>
                  <a:gd name="T12" fmla="*/ 1 w 71"/>
                  <a:gd name="T13" fmla="*/ 0 h 27"/>
                  <a:gd name="T14" fmla="*/ 0 w 71"/>
                  <a:gd name="T15" fmla="*/ 0 h 27"/>
                  <a:gd name="T16" fmla="*/ 0 w 71"/>
                  <a:gd name="T17" fmla="*/ 0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1"/>
                  <a:gd name="T28" fmla="*/ 0 h 27"/>
                  <a:gd name="T29" fmla="*/ 71 w 71"/>
                  <a:gd name="T30" fmla="*/ 27 h 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41" name="Freeform 150"/>
              <p:cNvSpPr>
                <a:spLocks/>
              </p:cNvSpPr>
              <p:nvPr/>
            </p:nvSpPr>
            <p:spPr bwMode="auto">
              <a:xfrm>
                <a:off x="828" y="3546"/>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nvGrpSpPr>
              <p:cNvPr id="12442" name="Group 151"/>
              <p:cNvGrpSpPr>
                <a:grpSpLocks/>
              </p:cNvGrpSpPr>
              <p:nvPr/>
            </p:nvGrpSpPr>
            <p:grpSpPr bwMode="auto">
              <a:xfrm>
                <a:off x="832" y="3547"/>
                <a:ext cx="49" cy="23"/>
                <a:chOff x="832" y="3547"/>
                <a:chExt cx="49" cy="23"/>
              </a:xfrm>
            </p:grpSpPr>
            <p:sp>
              <p:nvSpPr>
                <p:cNvPr id="12768" name="Freeform 152"/>
                <p:cNvSpPr>
                  <a:spLocks/>
                </p:cNvSpPr>
                <p:nvPr/>
              </p:nvSpPr>
              <p:spPr bwMode="auto">
                <a:xfrm>
                  <a:off x="832" y="3547"/>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 name="T15" fmla="*/ 0 w 24"/>
                    <a:gd name="T16" fmla="*/ 0 h 68"/>
                    <a:gd name="T17" fmla="*/ 24 w 24"/>
                    <a:gd name="T18" fmla="*/ 68 h 68"/>
                  </a:gdLst>
                  <a:ahLst/>
                  <a:cxnLst>
                    <a:cxn ang="T10">
                      <a:pos x="T0" y="T1"/>
                    </a:cxn>
                    <a:cxn ang="T11">
                      <a:pos x="T2" y="T3"/>
                    </a:cxn>
                    <a:cxn ang="T12">
                      <a:pos x="T4" y="T5"/>
                    </a:cxn>
                    <a:cxn ang="T13">
                      <a:pos x="T6" y="T7"/>
                    </a:cxn>
                    <a:cxn ang="T14">
                      <a:pos x="T8" y="T9"/>
                    </a:cxn>
                  </a:cxnLst>
                  <a:rect l="T15" t="T16" r="T17" b="T18"/>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69" name="Freeform 153"/>
                <p:cNvSpPr>
                  <a:spLocks/>
                </p:cNvSpPr>
                <p:nvPr/>
              </p:nvSpPr>
              <p:spPr bwMode="auto">
                <a:xfrm>
                  <a:off x="837" y="3548"/>
                  <a:ext cx="36"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2"/>
                    <a:gd name="T28" fmla="*/ 0 h 29"/>
                    <a:gd name="T29" fmla="*/ 72 w 72"/>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70" name="Freeform 154"/>
                <p:cNvSpPr>
                  <a:spLocks/>
                </p:cNvSpPr>
                <p:nvPr/>
              </p:nvSpPr>
              <p:spPr bwMode="auto">
                <a:xfrm>
                  <a:off x="840" y="3558"/>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43" name="Group 155"/>
              <p:cNvGrpSpPr>
                <a:grpSpLocks/>
              </p:cNvGrpSpPr>
              <p:nvPr/>
            </p:nvGrpSpPr>
            <p:grpSpPr bwMode="auto">
              <a:xfrm>
                <a:off x="844" y="3560"/>
                <a:ext cx="49" cy="22"/>
                <a:chOff x="844" y="3560"/>
                <a:chExt cx="49" cy="22"/>
              </a:xfrm>
            </p:grpSpPr>
            <p:sp>
              <p:nvSpPr>
                <p:cNvPr id="12765" name="Freeform 156"/>
                <p:cNvSpPr>
                  <a:spLocks/>
                </p:cNvSpPr>
                <p:nvPr/>
              </p:nvSpPr>
              <p:spPr bwMode="auto">
                <a:xfrm>
                  <a:off x="844" y="3560"/>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66" name="Freeform 157"/>
                <p:cNvSpPr>
                  <a:spLocks/>
                </p:cNvSpPr>
                <p:nvPr/>
              </p:nvSpPr>
              <p:spPr bwMode="auto">
                <a:xfrm>
                  <a:off x="849" y="3560"/>
                  <a:ext cx="37" cy="10"/>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29"/>
                    <a:gd name="T29" fmla="*/ 73 w 73"/>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67" name="Freeform 158"/>
                <p:cNvSpPr>
                  <a:spLocks/>
                </p:cNvSpPr>
                <p:nvPr/>
              </p:nvSpPr>
              <p:spPr bwMode="auto">
                <a:xfrm>
                  <a:off x="853" y="3571"/>
                  <a:ext cx="40" cy="11"/>
                </a:xfrm>
                <a:custGeom>
                  <a:avLst/>
                  <a:gdLst>
                    <a:gd name="T0" fmla="*/ 0 w 82"/>
                    <a:gd name="T1" fmla="*/ 0 h 35"/>
                    <a:gd name="T2" fmla="*/ 0 w 82"/>
                    <a:gd name="T3" fmla="*/ 0 h 35"/>
                    <a:gd name="T4" fmla="*/ 0 w 82"/>
                    <a:gd name="T5" fmla="*/ 0 h 35"/>
                    <a:gd name="T6" fmla="*/ 0 w 82"/>
                    <a:gd name="T7" fmla="*/ 0 h 35"/>
                    <a:gd name="T8" fmla="*/ 0 w 82"/>
                    <a:gd name="T9" fmla="*/ 0 h 35"/>
                    <a:gd name="T10" fmla="*/ 0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 name="T21" fmla="*/ 0 w 82"/>
                    <a:gd name="T22" fmla="*/ 0 h 35"/>
                    <a:gd name="T23" fmla="*/ 82 w 82"/>
                    <a:gd name="T24" fmla="*/ 35 h 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44" name="Group 159"/>
              <p:cNvGrpSpPr>
                <a:grpSpLocks/>
              </p:cNvGrpSpPr>
              <p:nvPr/>
            </p:nvGrpSpPr>
            <p:grpSpPr bwMode="auto">
              <a:xfrm>
                <a:off x="857" y="3572"/>
                <a:ext cx="50" cy="23"/>
                <a:chOff x="857" y="3572"/>
                <a:chExt cx="50" cy="23"/>
              </a:xfrm>
            </p:grpSpPr>
            <p:sp>
              <p:nvSpPr>
                <p:cNvPr id="12762" name="Freeform 160"/>
                <p:cNvSpPr>
                  <a:spLocks/>
                </p:cNvSpPr>
                <p:nvPr/>
              </p:nvSpPr>
              <p:spPr bwMode="auto">
                <a:xfrm>
                  <a:off x="857" y="3572"/>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 name="T15" fmla="*/ 0 w 23"/>
                    <a:gd name="T16" fmla="*/ 0 h 68"/>
                    <a:gd name="T17" fmla="*/ 23 w 23"/>
                    <a:gd name="T18" fmla="*/ 68 h 68"/>
                  </a:gdLst>
                  <a:ahLst/>
                  <a:cxnLst>
                    <a:cxn ang="T10">
                      <a:pos x="T0" y="T1"/>
                    </a:cxn>
                    <a:cxn ang="T11">
                      <a:pos x="T2" y="T3"/>
                    </a:cxn>
                    <a:cxn ang="T12">
                      <a:pos x="T4" y="T5"/>
                    </a:cxn>
                    <a:cxn ang="T13">
                      <a:pos x="T6" y="T7"/>
                    </a:cxn>
                    <a:cxn ang="T14">
                      <a:pos x="T8" y="T9"/>
                    </a:cxn>
                  </a:cxnLst>
                  <a:rect l="T15" t="T16" r="T17" b="T18"/>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63" name="Freeform 161"/>
                <p:cNvSpPr>
                  <a:spLocks/>
                </p:cNvSpPr>
                <p:nvPr/>
              </p:nvSpPr>
              <p:spPr bwMode="auto">
                <a:xfrm>
                  <a:off x="862" y="3573"/>
                  <a:ext cx="37" cy="9"/>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29"/>
                    <a:gd name="T29" fmla="*/ 73 w 73"/>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64" name="Freeform 162"/>
                <p:cNvSpPr>
                  <a:spLocks/>
                </p:cNvSpPr>
                <p:nvPr/>
              </p:nvSpPr>
              <p:spPr bwMode="auto">
                <a:xfrm>
                  <a:off x="865" y="3583"/>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45" name="Group 163"/>
              <p:cNvGrpSpPr>
                <a:grpSpLocks/>
              </p:cNvGrpSpPr>
              <p:nvPr/>
            </p:nvGrpSpPr>
            <p:grpSpPr bwMode="auto">
              <a:xfrm>
                <a:off x="870" y="3585"/>
                <a:ext cx="48" cy="23"/>
                <a:chOff x="870" y="3585"/>
                <a:chExt cx="48" cy="23"/>
              </a:xfrm>
            </p:grpSpPr>
            <p:sp>
              <p:nvSpPr>
                <p:cNvPr id="12759" name="Freeform 164"/>
                <p:cNvSpPr>
                  <a:spLocks/>
                </p:cNvSpPr>
                <p:nvPr/>
              </p:nvSpPr>
              <p:spPr bwMode="auto">
                <a:xfrm>
                  <a:off x="870" y="358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60" name="Freeform 165"/>
                <p:cNvSpPr>
                  <a:spLocks/>
                </p:cNvSpPr>
                <p:nvPr/>
              </p:nvSpPr>
              <p:spPr bwMode="auto">
                <a:xfrm>
                  <a:off x="874" y="3586"/>
                  <a:ext cx="38" cy="10"/>
                </a:xfrm>
                <a:custGeom>
                  <a:avLst/>
                  <a:gdLst>
                    <a:gd name="T0" fmla="*/ 1 w 75"/>
                    <a:gd name="T1" fmla="*/ 0 h 29"/>
                    <a:gd name="T2" fmla="*/ 1 w 75"/>
                    <a:gd name="T3" fmla="*/ 0 h 29"/>
                    <a:gd name="T4" fmla="*/ 1 w 75"/>
                    <a:gd name="T5" fmla="*/ 0 h 29"/>
                    <a:gd name="T6" fmla="*/ 1 w 75"/>
                    <a:gd name="T7" fmla="*/ 0 h 29"/>
                    <a:gd name="T8" fmla="*/ 1 w 75"/>
                    <a:gd name="T9" fmla="*/ 0 h 29"/>
                    <a:gd name="T10" fmla="*/ 1 w 75"/>
                    <a:gd name="T11" fmla="*/ 0 h 29"/>
                    <a:gd name="T12" fmla="*/ 1 w 75"/>
                    <a:gd name="T13" fmla="*/ 0 h 29"/>
                    <a:gd name="T14" fmla="*/ 0 w 75"/>
                    <a:gd name="T15" fmla="*/ 0 h 29"/>
                    <a:gd name="T16" fmla="*/ 1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29"/>
                    <a:gd name="T29" fmla="*/ 75 w 75"/>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61" name="Freeform 166"/>
                <p:cNvSpPr>
                  <a:spLocks/>
                </p:cNvSpPr>
                <p:nvPr/>
              </p:nvSpPr>
              <p:spPr bwMode="auto">
                <a:xfrm>
                  <a:off x="878" y="3596"/>
                  <a:ext cx="40" cy="12"/>
                </a:xfrm>
                <a:custGeom>
                  <a:avLst/>
                  <a:gdLst>
                    <a:gd name="T0" fmla="*/ 0 w 80"/>
                    <a:gd name="T1" fmla="*/ 0 h 36"/>
                    <a:gd name="T2" fmla="*/ 1 w 80"/>
                    <a:gd name="T3" fmla="*/ 0 h 36"/>
                    <a:gd name="T4" fmla="*/ 1 w 80"/>
                    <a:gd name="T5" fmla="*/ 0 h 36"/>
                    <a:gd name="T6" fmla="*/ 1 w 80"/>
                    <a:gd name="T7" fmla="*/ 0 h 36"/>
                    <a:gd name="T8" fmla="*/ 1 w 80"/>
                    <a:gd name="T9" fmla="*/ 0 h 36"/>
                    <a:gd name="T10" fmla="*/ 1 w 80"/>
                    <a:gd name="T11" fmla="*/ 0 h 36"/>
                    <a:gd name="T12" fmla="*/ 0 w 80"/>
                    <a:gd name="T13" fmla="*/ 0 h 36"/>
                    <a:gd name="T14" fmla="*/ 0 60000 65536"/>
                    <a:gd name="T15" fmla="*/ 0 60000 65536"/>
                    <a:gd name="T16" fmla="*/ 0 60000 65536"/>
                    <a:gd name="T17" fmla="*/ 0 60000 65536"/>
                    <a:gd name="T18" fmla="*/ 0 60000 65536"/>
                    <a:gd name="T19" fmla="*/ 0 60000 65536"/>
                    <a:gd name="T20" fmla="*/ 0 60000 65536"/>
                    <a:gd name="T21" fmla="*/ 0 w 80"/>
                    <a:gd name="T22" fmla="*/ 0 h 36"/>
                    <a:gd name="T23" fmla="*/ 80 w 80"/>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46" name="Group 167"/>
              <p:cNvGrpSpPr>
                <a:grpSpLocks/>
              </p:cNvGrpSpPr>
              <p:nvPr/>
            </p:nvGrpSpPr>
            <p:grpSpPr bwMode="auto">
              <a:xfrm>
                <a:off x="882" y="3600"/>
                <a:ext cx="100" cy="73"/>
                <a:chOff x="882" y="3600"/>
                <a:chExt cx="100" cy="73"/>
              </a:xfrm>
            </p:grpSpPr>
            <p:grpSp>
              <p:nvGrpSpPr>
                <p:cNvPr id="12739" name="Group 168"/>
                <p:cNvGrpSpPr>
                  <a:grpSpLocks/>
                </p:cNvGrpSpPr>
                <p:nvPr/>
              </p:nvGrpSpPr>
              <p:grpSpPr bwMode="auto">
                <a:xfrm>
                  <a:off x="882" y="3600"/>
                  <a:ext cx="49" cy="23"/>
                  <a:chOff x="882" y="3600"/>
                  <a:chExt cx="49" cy="23"/>
                </a:xfrm>
              </p:grpSpPr>
              <p:sp>
                <p:nvSpPr>
                  <p:cNvPr id="12756" name="Freeform 169"/>
                  <p:cNvSpPr>
                    <a:spLocks/>
                  </p:cNvSpPr>
                  <p:nvPr/>
                </p:nvSpPr>
                <p:spPr bwMode="auto">
                  <a:xfrm>
                    <a:off x="882" y="3600"/>
                    <a:ext cx="12" cy="23"/>
                  </a:xfrm>
                  <a:custGeom>
                    <a:avLst/>
                    <a:gdLst>
                      <a:gd name="T0" fmla="*/ 1 w 23"/>
                      <a:gd name="T1" fmla="*/ 0 h 70"/>
                      <a:gd name="T2" fmla="*/ 0 w 23"/>
                      <a:gd name="T3" fmla="*/ 0 h 70"/>
                      <a:gd name="T4" fmla="*/ 1 w 23"/>
                      <a:gd name="T5" fmla="*/ 0 h 70"/>
                      <a:gd name="T6" fmla="*/ 1 w 23"/>
                      <a:gd name="T7" fmla="*/ 0 h 70"/>
                      <a:gd name="T8" fmla="*/ 1 w 23"/>
                      <a:gd name="T9" fmla="*/ 0 h 70"/>
                      <a:gd name="T10" fmla="*/ 0 60000 65536"/>
                      <a:gd name="T11" fmla="*/ 0 60000 65536"/>
                      <a:gd name="T12" fmla="*/ 0 60000 65536"/>
                      <a:gd name="T13" fmla="*/ 0 60000 65536"/>
                      <a:gd name="T14" fmla="*/ 0 60000 65536"/>
                      <a:gd name="T15" fmla="*/ 0 w 23"/>
                      <a:gd name="T16" fmla="*/ 0 h 70"/>
                      <a:gd name="T17" fmla="*/ 23 w 23"/>
                      <a:gd name="T18" fmla="*/ 70 h 70"/>
                    </a:gdLst>
                    <a:ahLst/>
                    <a:cxnLst>
                      <a:cxn ang="T10">
                        <a:pos x="T0" y="T1"/>
                      </a:cxn>
                      <a:cxn ang="T11">
                        <a:pos x="T2" y="T3"/>
                      </a:cxn>
                      <a:cxn ang="T12">
                        <a:pos x="T4" y="T5"/>
                      </a:cxn>
                      <a:cxn ang="T13">
                        <a:pos x="T6" y="T7"/>
                      </a:cxn>
                      <a:cxn ang="T14">
                        <a:pos x="T8" y="T9"/>
                      </a:cxn>
                    </a:cxnLst>
                    <a:rect l="T15" t="T16" r="T17" b="T18"/>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57" name="Freeform 170"/>
                  <p:cNvSpPr>
                    <a:spLocks/>
                  </p:cNvSpPr>
                  <p:nvPr/>
                </p:nvSpPr>
                <p:spPr bwMode="auto">
                  <a:xfrm>
                    <a:off x="887" y="3600"/>
                    <a:ext cx="37" cy="11"/>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31"/>
                      <a:gd name="T29" fmla="*/ 73 w 73"/>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58" name="Freeform 171"/>
                  <p:cNvSpPr>
                    <a:spLocks/>
                  </p:cNvSpPr>
                  <p:nvPr/>
                </p:nvSpPr>
                <p:spPr bwMode="auto">
                  <a:xfrm>
                    <a:off x="890" y="3611"/>
                    <a:ext cx="41" cy="12"/>
                  </a:xfrm>
                  <a:custGeom>
                    <a:avLst/>
                    <a:gdLst>
                      <a:gd name="T0" fmla="*/ 0 w 83"/>
                      <a:gd name="T1" fmla="*/ 0 h 38"/>
                      <a:gd name="T2" fmla="*/ 0 w 83"/>
                      <a:gd name="T3" fmla="*/ 0 h 38"/>
                      <a:gd name="T4" fmla="*/ 0 w 83"/>
                      <a:gd name="T5" fmla="*/ 0 h 38"/>
                      <a:gd name="T6" fmla="*/ 0 w 83"/>
                      <a:gd name="T7" fmla="*/ 0 h 38"/>
                      <a:gd name="T8" fmla="*/ 0 w 83"/>
                      <a:gd name="T9" fmla="*/ 0 h 38"/>
                      <a:gd name="T10" fmla="*/ 0 w 83"/>
                      <a:gd name="T11" fmla="*/ 0 h 38"/>
                      <a:gd name="T12" fmla="*/ 0 w 83"/>
                      <a:gd name="T13" fmla="*/ 0 h 38"/>
                      <a:gd name="T14" fmla="*/ 0 60000 65536"/>
                      <a:gd name="T15" fmla="*/ 0 60000 65536"/>
                      <a:gd name="T16" fmla="*/ 0 60000 65536"/>
                      <a:gd name="T17" fmla="*/ 0 60000 65536"/>
                      <a:gd name="T18" fmla="*/ 0 60000 65536"/>
                      <a:gd name="T19" fmla="*/ 0 60000 65536"/>
                      <a:gd name="T20" fmla="*/ 0 60000 65536"/>
                      <a:gd name="T21" fmla="*/ 0 w 83"/>
                      <a:gd name="T22" fmla="*/ 0 h 38"/>
                      <a:gd name="T23" fmla="*/ 83 w 83"/>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740" name="Group 172"/>
                <p:cNvGrpSpPr>
                  <a:grpSpLocks/>
                </p:cNvGrpSpPr>
                <p:nvPr/>
              </p:nvGrpSpPr>
              <p:grpSpPr bwMode="auto">
                <a:xfrm>
                  <a:off x="894" y="3612"/>
                  <a:ext cx="49" cy="23"/>
                  <a:chOff x="894" y="3612"/>
                  <a:chExt cx="49" cy="23"/>
                </a:xfrm>
              </p:grpSpPr>
              <p:sp>
                <p:nvSpPr>
                  <p:cNvPr id="12753" name="Freeform 173"/>
                  <p:cNvSpPr>
                    <a:spLocks/>
                  </p:cNvSpPr>
                  <p:nvPr/>
                </p:nvSpPr>
                <p:spPr bwMode="auto">
                  <a:xfrm>
                    <a:off x="894" y="3612"/>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 name="T15" fmla="*/ 0 w 25"/>
                      <a:gd name="T16" fmla="*/ 0 h 69"/>
                      <a:gd name="T17" fmla="*/ 25 w 25"/>
                      <a:gd name="T18" fmla="*/ 69 h 69"/>
                    </a:gdLst>
                    <a:ahLst/>
                    <a:cxnLst>
                      <a:cxn ang="T10">
                        <a:pos x="T0" y="T1"/>
                      </a:cxn>
                      <a:cxn ang="T11">
                        <a:pos x="T2" y="T3"/>
                      </a:cxn>
                      <a:cxn ang="T12">
                        <a:pos x="T4" y="T5"/>
                      </a:cxn>
                      <a:cxn ang="T13">
                        <a:pos x="T6" y="T7"/>
                      </a:cxn>
                      <a:cxn ang="T14">
                        <a:pos x="T8" y="T9"/>
                      </a:cxn>
                    </a:cxnLst>
                    <a:rect l="T15" t="T16" r="T17" b="T18"/>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54" name="Freeform 174"/>
                  <p:cNvSpPr>
                    <a:spLocks/>
                  </p:cNvSpPr>
                  <p:nvPr/>
                </p:nvSpPr>
                <p:spPr bwMode="auto">
                  <a:xfrm>
                    <a:off x="899" y="3613"/>
                    <a:ext cx="37" cy="10"/>
                  </a:xfrm>
                  <a:custGeom>
                    <a:avLst/>
                    <a:gdLst>
                      <a:gd name="T0" fmla="*/ 0 w 75"/>
                      <a:gd name="T1" fmla="*/ 0 h 32"/>
                      <a:gd name="T2" fmla="*/ 0 w 75"/>
                      <a:gd name="T3" fmla="*/ 0 h 32"/>
                      <a:gd name="T4" fmla="*/ 0 w 75"/>
                      <a:gd name="T5" fmla="*/ 0 h 32"/>
                      <a:gd name="T6" fmla="*/ 0 w 75"/>
                      <a:gd name="T7" fmla="*/ 0 h 32"/>
                      <a:gd name="T8" fmla="*/ 0 w 75"/>
                      <a:gd name="T9" fmla="*/ 0 h 32"/>
                      <a:gd name="T10" fmla="*/ 0 w 75"/>
                      <a:gd name="T11" fmla="*/ 0 h 32"/>
                      <a:gd name="T12" fmla="*/ 0 w 75"/>
                      <a:gd name="T13" fmla="*/ 0 h 32"/>
                      <a:gd name="T14" fmla="*/ 0 w 75"/>
                      <a:gd name="T15" fmla="*/ 0 h 32"/>
                      <a:gd name="T16" fmla="*/ 0 w 75"/>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2"/>
                      <a:gd name="T29" fmla="*/ 75 w 75"/>
                      <a:gd name="T30" fmla="*/ 32 h 3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55" name="Freeform 175"/>
                  <p:cNvSpPr>
                    <a:spLocks/>
                  </p:cNvSpPr>
                  <p:nvPr/>
                </p:nvSpPr>
                <p:spPr bwMode="auto">
                  <a:xfrm>
                    <a:off x="902" y="3623"/>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 name="T21" fmla="*/ 0 w 81"/>
                      <a:gd name="T22" fmla="*/ 0 h 36"/>
                      <a:gd name="T23" fmla="*/ 81 w 81"/>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741" name="Group 176"/>
                <p:cNvGrpSpPr>
                  <a:grpSpLocks/>
                </p:cNvGrpSpPr>
                <p:nvPr/>
              </p:nvGrpSpPr>
              <p:grpSpPr bwMode="auto">
                <a:xfrm>
                  <a:off x="907" y="3625"/>
                  <a:ext cx="49" cy="23"/>
                  <a:chOff x="907" y="3625"/>
                  <a:chExt cx="49" cy="23"/>
                </a:xfrm>
              </p:grpSpPr>
              <p:sp>
                <p:nvSpPr>
                  <p:cNvPr id="12750" name="Freeform 177"/>
                  <p:cNvSpPr>
                    <a:spLocks/>
                  </p:cNvSpPr>
                  <p:nvPr/>
                </p:nvSpPr>
                <p:spPr bwMode="auto">
                  <a:xfrm>
                    <a:off x="907" y="3625"/>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 name="T15" fmla="*/ 0 w 24"/>
                      <a:gd name="T16" fmla="*/ 0 h 68"/>
                      <a:gd name="T17" fmla="*/ 24 w 24"/>
                      <a:gd name="T18" fmla="*/ 68 h 68"/>
                    </a:gdLst>
                    <a:ahLst/>
                    <a:cxnLst>
                      <a:cxn ang="T10">
                        <a:pos x="T0" y="T1"/>
                      </a:cxn>
                      <a:cxn ang="T11">
                        <a:pos x="T2" y="T3"/>
                      </a:cxn>
                      <a:cxn ang="T12">
                        <a:pos x="T4" y="T5"/>
                      </a:cxn>
                      <a:cxn ang="T13">
                        <a:pos x="T6" y="T7"/>
                      </a:cxn>
                      <a:cxn ang="T14">
                        <a:pos x="T8" y="T9"/>
                      </a:cxn>
                    </a:cxnLst>
                    <a:rect l="T15" t="T16" r="T17" b="T18"/>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51" name="Freeform 178"/>
                  <p:cNvSpPr>
                    <a:spLocks/>
                  </p:cNvSpPr>
                  <p:nvPr/>
                </p:nvSpPr>
                <p:spPr bwMode="auto">
                  <a:xfrm>
                    <a:off x="912" y="3626"/>
                    <a:ext cx="36" cy="9"/>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2"/>
                      <a:gd name="T28" fmla="*/ 0 h 29"/>
                      <a:gd name="T29" fmla="*/ 72 w 72"/>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52" name="Freeform 179"/>
                  <p:cNvSpPr>
                    <a:spLocks/>
                  </p:cNvSpPr>
                  <p:nvPr/>
                </p:nvSpPr>
                <p:spPr bwMode="auto">
                  <a:xfrm>
                    <a:off x="914" y="3636"/>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742" name="Group 180"/>
                <p:cNvGrpSpPr>
                  <a:grpSpLocks/>
                </p:cNvGrpSpPr>
                <p:nvPr/>
              </p:nvGrpSpPr>
              <p:grpSpPr bwMode="auto">
                <a:xfrm>
                  <a:off x="919" y="3638"/>
                  <a:ext cx="49" cy="22"/>
                  <a:chOff x="919" y="3638"/>
                  <a:chExt cx="49" cy="22"/>
                </a:xfrm>
              </p:grpSpPr>
              <p:sp>
                <p:nvSpPr>
                  <p:cNvPr id="12747" name="Freeform 181"/>
                  <p:cNvSpPr>
                    <a:spLocks/>
                  </p:cNvSpPr>
                  <p:nvPr/>
                </p:nvSpPr>
                <p:spPr bwMode="auto">
                  <a:xfrm>
                    <a:off x="919" y="3638"/>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48" name="Freeform 182"/>
                  <p:cNvSpPr>
                    <a:spLocks/>
                  </p:cNvSpPr>
                  <p:nvPr/>
                </p:nvSpPr>
                <p:spPr bwMode="auto">
                  <a:xfrm>
                    <a:off x="924" y="3638"/>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30"/>
                      <a:gd name="T29" fmla="*/ 73 w 73"/>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49" name="Freeform 183"/>
                  <p:cNvSpPr>
                    <a:spLocks/>
                  </p:cNvSpPr>
                  <p:nvPr/>
                </p:nvSpPr>
                <p:spPr bwMode="auto">
                  <a:xfrm>
                    <a:off x="928" y="3648"/>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743" name="Group 184"/>
                <p:cNvGrpSpPr>
                  <a:grpSpLocks/>
                </p:cNvGrpSpPr>
                <p:nvPr/>
              </p:nvGrpSpPr>
              <p:grpSpPr bwMode="auto">
                <a:xfrm>
                  <a:off x="932" y="3651"/>
                  <a:ext cx="50" cy="22"/>
                  <a:chOff x="932" y="3651"/>
                  <a:chExt cx="50" cy="22"/>
                </a:xfrm>
              </p:grpSpPr>
              <p:sp>
                <p:nvSpPr>
                  <p:cNvPr id="12744" name="Freeform 185"/>
                  <p:cNvSpPr>
                    <a:spLocks/>
                  </p:cNvSpPr>
                  <p:nvPr/>
                </p:nvSpPr>
                <p:spPr bwMode="auto">
                  <a:xfrm>
                    <a:off x="932" y="3651"/>
                    <a:ext cx="12" cy="22"/>
                  </a:xfrm>
                  <a:custGeom>
                    <a:avLst/>
                    <a:gdLst>
                      <a:gd name="T0" fmla="*/ 1 w 24"/>
                      <a:gd name="T1" fmla="*/ 0 h 67"/>
                      <a:gd name="T2" fmla="*/ 0 w 24"/>
                      <a:gd name="T3" fmla="*/ 0 h 67"/>
                      <a:gd name="T4" fmla="*/ 1 w 24"/>
                      <a:gd name="T5" fmla="*/ 0 h 67"/>
                      <a:gd name="T6" fmla="*/ 1 w 24"/>
                      <a:gd name="T7" fmla="*/ 0 h 67"/>
                      <a:gd name="T8" fmla="*/ 1 w 24"/>
                      <a:gd name="T9" fmla="*/ 0 h 67"/>
                      <a:gd name="T10" fmla="*/ 0 60000 65536"/>
                      <a:gd name="T11" fmla="*/ 0 60000 65536"/>
                      <a:gd name="T12" fmla="*/ 0 60000 65536"/>
                      <a:gd name="T13" fmla="*/ 0 60000 65536"/>
                      <a:gd name="T14" fmla="*/ 0 60000 65536"/>
                      <a:gd name="T15" fmla="*/ 0 w 24"/>
                      <a:gd name="T16" fmla="*/ 0 h 67"/>
                      <a:gd name="T17" fmla="*/ 24 w 24"/>
                      <a:gd name="T18" fmla="*/ 67 h 67"/>
                    </a:gdLst>
                    <a:ahLst/>
                    <a:cxnLst>
                      <a:cxn ang="T10">
                        <a:pos x="T0" y="T1"/>
                      </a:cxn>
                      <a:cxn ang="T11">
                        <a:pos x="T2" y="T3"/>
                      </a:cxn>
                      <a:cxn ang="T12">
                        <a:pos x="T4" y="T5"/>
                      </a:cxn>
                      <a:cxn ang="T13">
                        <a:pos x="T6" y="T7"/>
                      </a:cxn>
                      <a:cxn ang="T14">
                        <a:pos x="T8" y="T9"/>
                      </a:cxn>
                    </a:cxnLst>
                    <a:rect l="T15" t="T16" r="T17" b="T18"/>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45" name="Freeform 186"/>
                  <p:cNvSpPr>
                    <a:spLocks/>
                  </p:cNvSpPr>
                  <p:nvPr/>
                </p:nvSpPr>
                <p:spPr bwMode="auto">
                  <a:xfrm>
                    <a:off x="937" y="3651"/>
                    <a:ext cx="37"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2"/>
                      <a:gd name="T28" fmla="*/ 0 h 29"/>
                      <a:gd name="T29" fmla="*/ 72 w 72"/>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46" name="Freeform 187"/>
                  <p:cNvSpPr>
                    <a:spLocks/>
                  </p:cNvSpPr>
                  <p:nvPr/>
                </p:nvSpPr>
                <p:spPr bwMode="auto">
                  <a:xfrm>
                    <a:off x="940" y="3662"/>
                    <a:ext cx="42" cy="11"/>
                  </a:xfrm>
                  <a:custGeom>
                    <a:avLst/>
                    <a:gdLst>
                      <a:gd name="T0" fmla="*/ 0 w 83"/>
                      <a:gd name="T1" fmla="*/ 0 h 35"/>
                      <a:gd name="T2" fmla="*/ 1 w 83"/>
                      <a:gd name="T3" fmla="*/ 0 h 35"/>
                      <a:gd name="T4" fmla="*/ 1 w 83"/>
                      <a:gd name="T5" fmla="*/ 0 h 35"/>
                      <a:gd name="T6" fmla="*/ 1 w 83"/>
                      <a:gd name="T7" fmla="*/ 0 h 35"/>
                      <a:gd name="T8" fmla="*/ 1 w 83"/>
                      <a:gd name="T9" fmla="*/ 0 h 35"/>
                      <a:gd name="T10" fmla="*/ 1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 name="T21" fmla="*/ 0 w 83"/>
                      <a:gd name="T22" fmla="*/ 0 h 35"/>
                      <a:gd name="T23" fmla="*/ 83 w 83"/>
                      <a:gd name="T24" fmla="*/ 35 h 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grpSp>
            <p:nvGrpSpPr>
              <p:cNvPr id="12447" name="Group 188"/>
              <p:cNvGrpSpPr>
                <a:grpSpLocks/>
              </p:cNvGrpSpPr>
              <p:nvPr/>
            </p:nvGrpSpPr>
            <p:grpSpPr bwMode="auto">
              <a:xfrm>
                <a:off x="944" y="3665"/>
                <a:ext cx="99" cy="74"/>
                <a:chOff x="944" y="3665"/>
                <a:chExt cx="99" cy="74"/>
              </a:xfrm>
            </p:grpSpPr>
            <p:grpSp>
              <p:nvGrpSpPr>
                <p:cNvPr id="12719" name="Group 189"/>
                <p:cNvGrpSpPr>
                  <a:grpSpLocks/>
                </p:cNvGrpSpPr>
                <p:nvPr/>
              </p:nvGrpSpPr>
              <p:grpSpPr bwMode="auto">
                <a:xfrm>
                  <a:off x="944" y="3665"/>
                  <a:ext cx="49" cy="23"/>
                  <a:chOff x="944" y="3665"/>
                  <a:chExt cx="49" cy="23"/>
                </a:xfrm>
              </p:grpSpPr>
              <p:sp>
                <p:nvSpPr>
                  <p:cNvPr id="12736" name="Freeform 190"/>
                  <p:cNvSpPr>
                    <a:spLocks/>
                  </p:cNvSpPr>
                  <p:nvPr/>
                </p:nvSpPr>
                <p:spPr bwMode="auto">
                  <a:xfrm>
                    <a:off x="944" y="3665"/>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 name="T15" fmla="*/ 0 w 25"/>
                      <a:gd name="T16" fmla="*/ 0 h 69"/>
                      <a:gd name="T17" fmla="*/ 25 w 25"/>
                      <a:gd name="T18" fmla="*/ 69 h 69"/>
                    </a:gdLst>
                    <a:ahLst/>
                    <a:cxnLst>
                      <a:cxn ang="T10">
                        <a:pos x="T0" y="T1"/>
                      </a:cxn>
                      <a:cxn ang="T11">
                        <a:pos x="T2" y="T3"/>
                      </a:cxn>
                      <a:cxn ang="T12">
                        <a:pos x="T4" y="T5"/>
                      </a:cxn>
                      <a:cxn ang="T13">
                        <a:pos x="T6" y="T7"/>
                      </a:cxn>
                      <a:cxn ang="T14">
                        <a:pos x="T8" y="T9"/>
                      </a:cxn>
                    </a:cxnLst>
                    <a:rect l="T15" t="T16" r="T17" b="T18"/>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37" name="Freeform 191"/>
                  <p:cNvSpPr>
                    <a:spLocks/>
                  </p:cNvSpPr>
                  <p:nvPr/>
                </p:nvSpPr>
                <p:spPr bwMode="auto">
                  <a:xfrm>
                    <a:off x="949" y="3666"/>
                    <a:ext cx="37" cy="10"/>
                  </a:xfrm>
                  <a:custGeom>
                    <a:avLst/>
                    <a:gdLst>
                      <a:gd name="T0" fmla="*/ 0 w 75"/>
                      <a:gd name="T1" fmla="*/ 0 h 31"/>
                      <a:gd name="T2" fmla="*/ 0 w 75"/>
                      <a:gd name="T3" fmla="*/ 0 h 31"/>
                      <a:gd name="T4" fmla="*/ 0 w 75"/>
                      <a:gd name="T5" fmla="*/ 0 h 31"/>
                      <a:gd name="T6" fmla="*/ 0 w 75"/>
                      <a:gd name="T7" fmla="*/ 0 h 31"/>
                      <a:gd name="T8" fmla="*/ 0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1"/>
                      <a:gd name="T29" fmla="*/ 75 w 75"/>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38" name="Freeform 192"/>
                  <p:cNvSpPr>
                    <a:spLocks/>
                  </p:cNvSpPr>
                  <p:nvPr/>
                </p:nvSpPr>
                <p:spPr bwMode="auto">
                  <a:xfrm>
                    <a:off x="953" y="3676"/>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720" name="Group 193"/>
                <p:cNvGrpSpPr>
                  <a:grpSpLocks/>
                </p:cNvGrpSpPr>
                <p:nvPr/>
              </p:nvGrpSpPr>
              <p:grpSpPr bwMode="auto">
                <a:xfrm>
                  <a:off x="957" y="3678"/>
                  <a:ext cx="48" cy="23"/>
                  <a:chOff x="957" y="3678"/>
                  <a:chExt cx="48" cy="23"/>
                </a:xfrm>
              </p:grpSpPr>
              <p:sp>
                <p:nvSpPr>
                  <p:cNvPr id="12733" name="Freeform 194"/>
                  <p:cNvSpPr>
                    <a:spLocks/>
                  </p:cNvSpPr>
                  <p:nvPr/>
                </p:nvSpPr>
                <p:spPr bwMode="auto">
                  <a:xfrm>
                    <a:off x="957" y="3678"/>
                    <a:ext cx="11" cy="23"/>
                  </a:xfrm>
                  <a:custGeom>
                    <a:avLst/>
                    <a:gdLst>
                      <a:gd name="T0" fmla="*/ 0 w 24"/>
                      <a:gd name="T1" fmla="*/ 0 h 70"/>
                      <a:gd name="T2" fmla="*/ 0 w 24"/>
                      <a:gd name="T3" fmla="*/ 0 h 70"/>
                      <a:gd name="T4" fmla="*/ 0 w 24"/>
                      <a:gd name="T5" fmla="*/ 0 h 70"/>
                      <a:gd name="T6" fmla="*/ 0 w 24"/>
                      <a:gd name="T7" fmla="*/ 0 h 70"/>
                      <a:gd name="T8" fmla="*/ 0 w 24"/>
                      <a:gd name="T9" fmla="*/ 0 h 70"/>
                      <a:gd name="T10" fmla="*/ 0 60000 65536"/>
                      <a:gd name="T11" fmla="*/ 0 60000 65536"/>
                      <a:gd name="T12" fmla="*/ 0 60000 65536"/>
                      <a:gd name="T13" fmla="*/ 0 60000 65536"/>
                      <a:gd name="T14" fmla="*/ 0 60000 65536"/>
                      <a:gd name="T15" fmla="*/ 0 w 24"/>
                      <a:gd name="T16" fmla="*/ 0 h 70"/>
                      <a:gd name="T17" fmla="*/ 24 w 24"/>
                      <a:gd name="T18" fmla="*/ 70 h 70"/>
                    </a:gdLst>
                    <a:ahLst/>
                    <a:cxnLst>
                      <a:cxn ang="T10">
                        <a:pos x="T0" y="T1"/>
                      </a:cxn>
                      <a:cxn ang="T11">
                        <a:pos x="T2" y="T3"/>
                      </a:cxn>
                      <a:cxn ang="T12">
                        <a:pos x="T4" y="T5"/>
                      </a:cxn>
                      <a:cxn ang="T13">
                        <a:pos x="T6" y="T7"/>
                      </a:cxn>
                      <a:cxn ang="T14">
                        <a:pos x="T8" y="T9"/>
                      </a:cxn>
                    </a:cxnLst>
                    <a:rect l="T15" t="T16" r="T17" b="T18"/>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34" name="Freeform 195"/>
                  <p:cNvSpPr>
                    <a:spLocks/>
                  </p:cNvSpPr>
                  <p:nvPr/>
                </p:nvSpPr>
                <p:spPr bwMode="auto">
                  <a:xfrm>
                    <a:off x="961" y="3678"/>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30"/>
                      <a:gd name="T29" fmla="*/ 74 w 74"/>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35" name="Freeform 196"/>
                  <p:cNvSpPr>
                    <a:spLocks/>
                  </p:cNvSpPr>
                  <p:nvPr/>
                </p:nvSpPr>
                <p:spPr bwMode="auto">
                  <a:xfrm>
                    <a:off x="964" y="3688"/>
                    <a:ext cx="41" cy="13"/>
                  </a:xfrm>
                  <a:custGeom>
                    <a:avLst/>
                    <a:gdLst>
                      <a:gd name="T0" fmla="*/ 0 w 82"/>
                      <a:gd name="T1" fmla="*/ 0 h 38"/>
                      <a:gd name="T2" fmla="*/ 1 w 82"/>
                      <a:gd name="T3" fmla="*/ 0 h 38"/>
                      <a:gd name="T4" fmla="*/ 1 w 82"/>
                      <a:gd name="T5" fmla="*/ 0 h 38"/>
                      <a:gd name="T6" fmla="*/ 1 w 82"/>
                      <a:gd name="T7" fmla="*/ 0 h 38"/>
                      <a:gd name="T8" fmla="*/ 1 w 82"/>
                      <a:gd name="T9" fmla="*/ 0 h 38"/>
                      <a:gd name="T10" fmla="*/ 1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 name="T21" fmla="*/ 0 w 82"/>
                      <a:gd name="T22" fmla="*/ 0 h 38"/>
                      <a:gd name="T23" fmla="*/ 82 w 82"/>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721" name="Group 197"/>
                <p:cNvGrpSpPr>
                  <a:grpSpLocks/>
                </p:cNvGrpSpPr>
                <p:nvPr/>
              </p:nvGrpSpPr>
              <p:grpSpPr bwMode="auto">
                <a:xfrm>
                  <a:off x="969" y="3690"/>
                  <a:ext cx="49" cy="23"/>
                  <a:chOff x="969" y="3690"/>
                  <a:chExt cx="49" cy="23"/>
                </a:xfrm>
              </p:grpSpPr>
              <p:sp>
                <p:nvSpPr>
                  <p:cNvPr id="12730" name="Freeform 198"/>
                  <p:cNvSpPr>
                    <a:spLocks/>
                  </p:cNvSpPr>
                  <p:nvPr/>
                </p:nvSpPr>
                <p:spPr bwMode="auto">
                  <a:xfrm>
                    <a:off x="969" y="3690"/>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 name="T15" fmla="*/ 0 w 25"/>
                      <a:gd name="T16" fmla="*/ 0 h 70"/>
                      <a:gd name="T17" fmla="*/ 25 w 25"/>
                      <a:gd name="T18" fmla="*/ 70 h 70"/>
                    </a:gdLst>
                    <a:ahLst/>
                    <a:cxnLst>
                      <a:cxn ang="T10">
                        <a:pos x="T0" y="T1"/>
                      </a:cxn>
                      <a:cxn ang="T11">
                        <a:pos x="T2" y="T3"/>
                      </a:cxn>
                      <a:cxn ang="T12">
                        <a:pos x="T4" y="T5"/>
                      </a:cxn>
                      <a:cxn ang="T13">
                        <a:pos x="T6" y="T7"/>
                      </a:cxn>
                      <a:cxn ang="T14">
                        <a:pos x="T8" y="T9"/>
                      </a:cxn>
                    </a:cxnLst>
                    <a:rect l="T15" t="T16" r="T17" b="T18"/>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31" name="Freeform 199"/>
                  <p:cNvSpPr>
                    <a:spLocks/>
                  </p:cNvSpPr>
                  <p:nvPr/>
                </p:nvSpPr>
                <p:spPr bwMode="auto">
                  <a:xfrm>
                    <a:off x="974" y="3691"/>
                    <a:ext cx="37" cy="10"/>
                  </a:xfrm>
                  <a:custGeom>
                    <a:avLst/>
                    <a:gdLst>
                      <a:gd name="T0" fmla="*/ 0 w 75"/>
                      <a:gd name="T1" fmla="*/ 0 h 31"/>
                      <a:gd name="T2" fmla="*/ 0 w 75"/>
                      <a:gd name="T3" fmla="*/ 0 h 31"/>
                      <a:gd name="T4" fmla="*/ 0 w 75"/>
                      <a:gd name="T5" fmla="*/ 0 h 31"/>
                      <a:gd name="T6" fmla="*/ 0 w 75"/>
                      <a:gd name="T7" fmla="*/ 0 h 31"/>
                      <a:gd name="T8" fmla="*/ 0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1"/>
                      <a:gd name="T29" fmla="*/ 75 w 75"/>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32" name="Freeform 200"/>
                  <p:cNvSpPr>
                    <a:spLocks/>
                  </p:cNvSpPr>
                  <p:nvPr/>
                </p:nvSpPr>
                <p:spPr bwMode="auto">
                  <a:xfrm>
                    <a:off x="977" y="3701"/>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 name="T21" fmla="*/ 0 w 81"/>
                      <a:gd name="T22" fmla="*/ 0 h 36"/>
                      <a:gd name="T23" fmla="*/ 81 w 81"/>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722" name="Group 201"/>
                <p:cNvGrpSpPr>
                  <a:grpSpLocks/>
                </p:cNvGrpSpPr>
                <p:nvPr/>
              </p:nvGrpSpPr>
              <p:grpSpPr bwMode="auto">
                <a:xfrm>
                  <a:off x="982" y="3703"/>
                  <a:ext cx="49" cy="23"/>
                  <a:chOff x="982" y="3703"/>
                  <a:chExt cx="49" cy="23"/>
                </a:xfrm>
              </p:grpSpPr>
              <p:sp>
                <p:nvSpPr>
                  <p:cNvPr id="12727" name="Freeform 202"/>
                  <p:cNvSpPr>
                    <a:spLocks/>
                  </p:cNvSpPr>
                  <p:nvPr/>
                </p:nvSpPr>
                <p:spPr bwMode="auto">
                  <a:xfrm>
                    <a:off x="982" y="370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28" name="Freeform 203"/>
                  <p:cNvSpPr>
                    <a:spLocks/>
                  </p:cNvSpPr>
                  <p:nvPr/>
                </p:nvSpPr>
                <p:spPr bwMode="auto">
                  <a:xfrm>
                    <a:off x="987" y="3703"/>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30"/>
                      <a:gd name="T29" fmla="*/ 73 w 73"/>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29" name="Freeform 204"/>
                  <p:cNvSpPr>
                    <a:spLocks/>
                  </p:cNvSpPr>
                  <p:nvPr/>
                </p:nvSpPr>
                <p:spPr bwMode="auto">
                  <a:xfrm>
                    <a:off x="989" y="3714"/>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723" name="Group 205"/>
                <p:cNvGrpSpPr>
                  <a:grpSpLocks/>
                </p:cNvGrpSpPr>
                <p:nvPr/>
              </p:nvGrpSpPr>
              <p:grpSpPr bwMode="auto">
                <a:xfrm>
                  <a:off x="995" y="3716"/>
                  <a:ext cx="48" cy="23"/>
                  <a:chOff x="995" y="3716"/>
                  <a:chExt cx="48" cy="23"/>
                </a:xfrm>
              </p:grpSpPr>
              <p:sp>
                <p:nvSpPr>
                  <p:cNvPr id="12724" name="Freeform 206"/>
                  <p:cNvSpPr>
                    <a:spLocks/>
                  </p:cNvSpPr>
                  <p:nvPr/>
                </p:nvSpPr>
                <p:spPr bwMode="auto">
                  <a:xfrm>
                    <a:off x="995" y="3716"/>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 name="T15" fmla="*/ 0 w 24"/>
                      <a:gd name="T16" fmla="*/ 0 h 68"/>
                      <a:gd name="T17" fmla="*/ 24 w 24"/>
                      <a:gd name="T18" fmla="*/ 68 h 68"/>
                    </a:gdLst>
                    <a:ahLst/>
                    <a:cxnLst>
                      <a:cxn ang="T10">
                        <a:pos x="T0" y="T1"/>
                      </a:cxn>
                      <a:cxn ang="T11">
                        <a:pos x="T2" y="T3"/>
                      </a:cxn>
                      <a:cxn ang="T12">
                        <a:pos x="T4" y="T5"/>
                      </a:cxn>
                      <a:cxn ang="T13">
                        <a:pos x="T6" y="T7"/>
                      </a:cxn>
                      <a:cxn ang="T14">
                        <a:pos x="T8" y="T9"/>
                      </a:cxn>
                    </a:cxnLst>
                    <a:rect l="T15" t="T16" r="T17" b="T18"/>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25" name="Freeform 207"/>
                  <p:cNvSpPr>
                    <a:spLocks/>
                  </p:cNvSpPr>
                  <p:nvPr/>
                </p:nvSpPr>
                <p:spPr bwMode="auto">
                  <a:xfrm>
                    <a:off x="999" y="3717"/>
                    <a:ext cx="38" cy="9"/>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29"/>
                      <a:gd name="T29" fmla="*/ 74 w 74"/>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26" name="Freeform 208"/>
                  <p:cNvSpPr>
                    <a:spLocks/>
                  </p:cNvSpPr>
                  <p:nvPr/>
                </p:nvSpPr>
                <p:spPr bwMode="auto">
                  <a:xfrm>
                    <a:off x="1003" y="3727"/>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grpSp>
            <p:nvGrpSpPr>
              <p:cNvPr id="12448" name="Group 209"/>
              <p:cNvGrpSpPr>
                <a:grpSpLocks/>
              </p:cNvGrpSpPr>
              <p:nvPr/>
            </p:nvGrpSpPr>
            <p:grpSpPr bwMode="auto">
              <a:xfrm>
                <a:off x="1005" y="3727"/>
                <a:ext cx="49" cy="23"/>
                <a:chOff x="1005" y="3727"/>
                <a:chExt cx="49" cy="23"/>
              </a:xfrm>
            </p:grpSpPr>
            <p:sp>
              <p:nvSpPr>
                <p:cNvPr id="12716" name="Freeform 210"/>
                <p:cNvSpPr>
                  <a:spLocks/>
                </p:cNvSpPr>
                <p:nvPr/>
              </p:nvSpPr>
              <p:spPr bwMode="auto">
                <a:xfrm>
                  <a:off x="1005" y="3727"/>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 name="T15" fmla="*/ 0 w 25"/>
                    <a:gd name="T16" fmla="*/ 0 h 69"/>
                    <a:gd name="T17" fmla="*/ 25 w 25"/>
                    <a:gd name="T18" fmla="*/ 69 h 69"/>
                  </a:gdLst>
                  <a:ahLst/>
                  <a:cxnLst>
                    <a:cxn ang="T10">
                      <a:pos x="T0" y="T1"/>
                    </a:cxn>
                    <a:cxn ang="T11">
                      <a:pos x="T2" y="T3"/>
                    </a:cxn>
                    <a:cxn ang="T12">
                      <a:pos x="T4" y="T5"/>
                    </a:cxn>
                    <a:cxn ang="T13">
                      <a:pos x="T6" y="T7"/>
                    </a:cxn>
                    <a:cxn ang="T14">
                      <a:pos x="T8" y="T9"/>
                    </a:cxn>
                  </a:cxnLst>
                  <a:rect l="T15" t="T16" r="T17" b="T18"/>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17" name="Freeform 211"/>
                <p:cNvSpPr>
                  <a:spLocks/>
                </p:cNvSpPr>
                <p:nvPr/>
              </p:nvSpPr>
              <p:spPr bwMode="auto">
                <a:xfrm>
                  <a:off x="1010" y="3728"/>
                  <a:ext cx="37" cy="10"/>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31"/>
                    <a:gd name="T29" fmla="*/ 73 w 73"/>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18" name="Freeform 212"/>
                <p:cNvSpPr>
                  <a:spLocks/>
                </p:cNvSpPr>
                <p:nvPr/>
              </p:nvSpPr>
              <p:spPr bwMode="auto">
                <a:xfrm>
                  <a:off x="1013" y="3738"/>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49" name="Group 213"/>
              <p:cNvGrpSpPr>
                <a:grpSpLocks/>
              </p:cNvGrpSpPr>
              <p:nvPr/>
            </p:nvGrpSpPr>
            <p:grpSpPr bwMode="auto">
              <a:xfrm>
                <a:off x="1018" y="3740"/>
                <a:ext cx="49" cy="22"/>
                <a:chOff x="1018" y="3740"/>
                <a:chExt cx="49" cy="22"/>
              </a:xfrm>
            </p:grpSpPr>
            <p:sp>
              <p:nvSpPr>
                <p:cNvPr id="12713" name="Freeform 214"/>
                <p:cNvSpPr>
                  <a:spLocks/>
                </p:cNvSpPr>
                <p:nvPr/>
              </p:nvSpPr>
              <p:spPr bwMode="auto">
                <a:xfrm>
                  <a:off x="1018" y="3740"/>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14" name="Freeform 215"/>
                <p:cNvSpPr>
                  <a:spLocks/>
                </p:cNvSpPr>
                <p:nvPr/>
              </p:nvSpPr>
              <p:spPr bwMode="auto">
                <a:xfrm>
                  <a:off x="1022" y="3740"/>
                  <a:ext cx="38" cy="10"/>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31"/>
                    <a:gd name="T29" fmla="*/ 74 w 74"/>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15" name="Freeform 216"/>
                <p:cNvSpPr>
                  <a:spLocks/>
                </p:cNvSpPr>
                <p:nvPr/>
              </p:nvSpPr>
              <p:spPr bwMode="auto">
                <a:xfrm>
                  <a:off x="1026" y="3750"/>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50" name="Group 217"/>
              <p:cNvGrpSpPr>
                <a:grpSpLocks/>
              </p:cNvGrpSpPr>
              <p:nvPr/>
            </p:nvGrpSpPr>
            <p:grpSpPr bwMode="auto">
              <a:xfrm>
                <a:off x="1030" y="3753"/>
                <a:ext cx="49" cy="23"/>
                <a:chOff x="1030" y="3753"/>
                <a:chExt cx="49" cy="23"/>
              </a:xfrm>
            </p:grpSpPr>
            <p:sp>
              <p:nvSpPr>
                <p:cNvPr id="12710" name="Freeform 218"/>
                <p:cNvSpPr>
                  <a:spLocks/>
                </p:cNvSpPr>
                <p:nvPr/>
              </p:nvSpPr>
              <p:spPr bwMode="auto">
                <a:xfrm>
                  <a:off x="1030" y="375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11" name="Freeform 219"/>
                <p:cNvSpPr>
                  <a:spLocks/>
                </p:cNvSpPr>
                <p:nvPr/>
              </p:nvSpPr>
              <p:spPr bwMode="auto">
                <a:xfrm>
                  <a:off x="1035" y="3753"/>
                  <a:ext cx="37" cy="11"/>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31"/>
                    <a:gd name="T29" fmla="*/ 74 w 74"/>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12" name="Freeform 220"/>
                <p:cNvSpPr>
                  <a:spLocks/>
                </p:cNvSpPr>
                <p:nvPr/>
              </p:nvSpPr>
              <p:spPr bwMode="auto">
                <a:xfrm>
                  <a:off x="1039" y="3764"/>
                  <a:ext cx="40" cy="12"/>
                </a:xfrm>
                <a:custGeom>
                  <a:avLst/>
                  <a:gdLst>
                    <a:gd name="T0" fmla="*/ 0 w 82"/>
                    <a:gd name="T1" fmla="*/ 0 h 35"/>
                    <a:gd name="T2" fmla="*/ 0 w 82"/>
                    <a:gd name="T3" fmla="*/ 0 h 35"/>
                    <a:gd name="T4" fmla="*/ 0 w 82"/>
                    <a:gd name="T5" fmla="*/ 0 h 35"/>
                    <a:gd name="T6" fmla="*/ 0 w 82"/>
                    <a:gd name="T7" fmla="*/ 0 h 35"/>
                    <a:gd name="T8" fmla="*/ 0 w 82"/>
                    <a:gd name="T9" fmla="*/ 0 h 35"/>
                    <a:gd name="T10" fmla="*/ 0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 name="T21" fmla="*/ 0 w 82"/>
                    <a:gd name="T22" fmla="*/ 0 h 35"/>
                    <a:gd name="T23" fmla="*/ 82 w 82"/>
                    <a:gd name="T24" fmla="*/ 35 h 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sp>
            <p:nvSpPr>
              <p:cNvPr id="12451" name="Freeform 221"/>
              <p:cNvSpPr>
                <a:spLocks/>
              </p:cNvSpPr>
              <p:nvPr/>
            </p:nvSpPr>
            <p:spPr bwMode="auto">
              <a:xfrm>
                <a:off x="778" y="3535"/>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 name="T15" fmla="*/ 0 w 24"/>
                  <a:gd name="T16" fmla="*/ 0 h 68"/>
                  <a:gd name="T17" fmla="*/ 24 w 24"/>
                  <a:gd name="T18" fmla="*/ 68 h 68"/>
                </a:gdLst>
                <a:ahLst/>
                <a:cxnLst>
                  <a:cxn ang="T10">
                    <a:pos x="T0" y="T1"/>
                  </a:cxn>
                  <a:cxn ang="T11">
                    <a:pos x="T2" y="T3"/>
                  </a:cxn>
                  <a:cxn ang="T12">
                    <a:pos x="T4" y="T5"/>
                  </a:cxn>
                  <a:cxn ang="T13">
                    <a:pos x="T6" y="T7"/>
                  </a:cxn>
                  <a:cxn ang="T14">
                    <a:pos x="T8" y="T9"/>
                  </a:cxn>
                </a:cxnLst>
                <a:rect l="T15" t="T16" r="T17" b="T18"/>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52" name="Freeform 222"/>
              <p:cNvSpPr>
                <a:spLocks/>
              </p:cNvSpPr>
              <p:nvPr/>
            </p:nvSpPr>
            <p:spPr bwMode="auto">
              <a:xfrm>
                <a:off x="783" y="3535"/>
                <a:ext cx="36" cy="11"/>
              </a:xfrm>
              <a:custGeom>
                <a:avLst/>
                <a:gdLst>
                  <a:gd name="T0" fmla="*/ 1 w 72"/>
                  <a:gd name="T1" fmla="*/ 0 h 31"/>
                  <a:gd name="T2" fmla="*/ 1 w 72"/>
                  <a:gd name="T3" fmla="*/ 0 h 31"/>
                  <a:gd name="T4" fmla="*/ 1 w 72"/>
                  <a:gd name="T5" fmla="*/ 0 h 31"/>
                  <a:gd name="T6" fmla="*/ 1 w 72"/>
                  <a:gd name="T7" fmla="*/ 0 h 31"/>
                  <a:gd name="T8" fmla="*/ 1 w 72"/>
                  <a:gd name="T9" fmla="*/ 0 h 31"/>
                  <a:gd name="T10" fmla="*/ 1 w 72"/>
                  <a:gd name="T11" fmla="*/ 0 h 31"/>
                  <a:gd name="T12" fmla="*/ 1 w 72"/>
                  <a:gd name="T13" fmla="*/ 0 h 31"/>
                  <a:gd name="T14" fmla="*/ 0 w 72"/>
                  <a:gd name="T15" fmla="*/ 0 h 31"/>
                  <a:gd name="T16" fmla="*/ 1 w 72"/>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2"/>
                  <a:gd name="T28" fmla="*/ 0 h 31"/>
                  <a:gd name="T29" fmla="*/ 72 w 72"/>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53" name="Freeform 223"/>
              <p:cNvSpPr>
                <a:spLocks/>
              </p:cNvSpPr>
              <p:nvPr/>
            </p:nvSpPr>
            <p:spPr bwMode="auto">
              <a:xfrm>
                <a:off x="786" y="3546"/>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nvGrpSpPr>
              <p:cNvPr id="12454" name="Group 224"/>
              <p:cNvGrpSpPr>
                <a:grpSpLocks/>
              </p:cNvGrpSpPr>
              <p:nvPr/>
            </p:nvGrpSpPr>
            <p:grpSpPr bwMode="auto">
              <a:xfrm>
                <a:off x="790" y="3547"/>
                <a:ext cx="49" cy="23"/>
                <a:chOff x="790" y="3547"/>
                <a:chExt cx="49" cy="23"/>
              </a:xfrm>
            </p:grpSpPr>
            <p:sp>
              <p:nvSpPr>
                <p:cNvPr id="12707" name="Freeform 225"/>
                <p:cNvSpPr>
                  <a:spLocks/>
                </p:cNvSpPr>
                <p:nvPr/>
              </p:nvSpPr>
              <p:spPr bwMode="auto">
                <a:xfrm>
                  <a:off x="790" y="3547"/>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08" name="Freeform 226"/>
                <p:cNvSpPr>
                  <a:spLocks/>
                </p:cNvSpPr>
                <p:nvPr/>
              </p:nvSpPr>
              <p:spPr bwMode="auto">
                <a:xfrm>
                  <a:off x="795" y="3548"/>
                  <a:ext cx="37" cy="10"/>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29"/>
                    <a:gd name="T29" fmla="*/ 73 w 73"/>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09" name="Freeform 227"/>
                <p:cNvSpPr>
                  <a:spLocks/>
                </p:cNvSpPr>
                <p:nvPr/>
              </p:nvSpPr>
              <p:spPr bwMode="auto">
                <a:xfrm>
                  <a:off x="798" y="3558"/>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55" name="Group 228"/>
              <p:cNvGrpSpPr>
                <a:grpSpLocks/>
              </p:cNvGrpSpPr>
              <p:nvPr/>
            </p:nvGrpSpPr>
            <p:grpSpPr bwMode="auto">
              <a:xfrm>
                <a:off x="803" y="3560"/>
                <a:ext cx="49" cy="22"/>
                <a:chOff x="803" y="3560"/>
                <a:chExt cx="49" cy="22"/>
              </a:xfrm>
            </p:grpSpPr>
            <p:sp>
              <p:nvSpPr>
                <p:cNvPr id="12704" name="Freeform 229"/>
                <p:cNvSpPr>
                  <a:spLocks/>
                </p:cNvSpPr>
                <p:nvPr/>
              </p:nvSpPr>
              <p:spPr bwMode="auto">
                <a:xfrm>
                  <a:off x="803" y="3560"/>
                  <a:ext cx="12" cy="22"/>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 name="T15" fmla="*/ 0 w 24"/>
                    <a:gd name="T16" fmla="*/ 0 h 68"/>
                    <a:gd name="T17" fmla="*/ 24 w 24"/>
                    <a:gd name="T18" fmla="*/ 68 h 68"/>
                  </a:gdLst>
                  <a:ahLst/>
                  <a:cxnLst>
                    <a:cxn ang="T10">
                      <a:pos x="T0" y="T1"/>
                    </a:cxn>
                    <a:cxn ang="T11">
                      <a:pos x="T2" y="T3"/>
                    </a:cxn>
                    <a:cxn ang="T12">
                      <a:pos x="T4" y="T5"/>
                    </a:cxn>
                    <a:cxn ang="T13">
                      <a:pos x="T6" y="T7"/>
                    </a:cxn>
                    <a:cxn ang="T14">
                      <a:pos x="T8" y="T9"/>
                    </a:cxn>
                  </a:cxnLst>
                  <a:rect l="T15" t="T16" r="T17" b="T18"/>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05" name="Freeform 230"/>
                <p:cNvSpPr>
                  <a:spLocks/>
                </p:cNvSpPr>
                <p:nvPr/>
              </p:nvSpPr>
              <p:spPr bwMode="auto">
                <a:xfrm>
                  <a:off x="808" y="3560"/>
                  <a:ext cx="36"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2"/>
                    <a:gd name="T28" fmla="*/ 0 h 29"/>
                    <a:gd name="T29" fmla="*/ 72 w 72"/>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06" name="Freeform 231"/>
                <p:cNvSpPr>
                  <a:spLocks/>
                </p:cNvSpPr>
                <p:nvPr/>
              </p:nvSpPr>
              <p:spPr bwMode="auto">
                <a:xfrm>
                  <a:off x="811" y="3571"/>
                  <a:ext cx="41" cy="11"/>
                </a:xfrm>
                <a:custGeom>
                  <a:avLst/>
                  <a:gdLst>
                    <a:gd name="T0" fmla="*/ 0 w 83"/>
                    <a:gd name="T1" fmla="*/ 0 h 35"/>
                    <a:gd name="T2" fmla="*/ 0 w 83"/>
                    <a:gd name="T3" fmla="*/ 0 h 35"/>
                    <a:gd name="T4" fmla="*/ 0 w 83"/>
                    <a:gd name="T5" fmla="*/ 0 h 35"/>
                    <a:gd name="T6" fmla="*/ 0 w 83"/>
                    <a:gd name="T7" fmla="*/ 0 h 35"/>
                    <a:gd name="T8" fmla="*/ 0 w 83"/>
                    <a:gd name="T9" fmla="*/ 0 h 35"/>
                    <a:gd name="T10" fmla="*/ 0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 name="T21" fmla="*/ 0 w 83"/>
                    <a:gd name="T22" fmla="*/ 0 h 35"/>
                    <a:gd name="T23" fmla="*/ 83 w 83"/>
                    <a:gd name="T24" fmla="*/ 35 h 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56" name="Group 232"/>
              <p:cNvGrpSpPr>
                <a:grpSpLocks/>
              </p:cNvGrpSpPr>
              <p:nvPr/>
            </p:nvGrpSpPr>
            <p:grpSpPr bwMode="auto">
              <a:xfrm>
                <a:off x="815" y="3572"/>
                <a:ext cx="50" cy="23"/>
                <a:chOff x="815" y="3572"/>
                <a:chExt cx="50" cy="23"/>
              </a:xfrm>
            </p:grpSpPr>
            <p:sp>
              <p:nvSpPr>
                <p:cNvPr id="12701" name="Freeform 233"/>
                <p:cNvSpPr>
                  <a:spLocks/>
                </p:cNvSpPr>
                <p:nvPr/>
              </p:nvSpPr>
              <p:spPr bwMode="auto">
                <a:xfrm>
                  <a:off x="815" y="3572"/>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02" name="Freeform 234"/>
                <p:cNvSpPr>
                  <a:spLocks/>
                </p:cNvSpPr>
                <p:nvPr/>
              </p:nvSpPr>
              <p:spPr bwMode="auto">
                <a:xfrm>
                  <a:off x="820" y="3573"/>
                  <a:ext cx="37" cy="9"/>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29"/>
                    <a:gd name="T29" fmla="*/ 75 w 75"/>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03" name="Freeform 235"/>
                <p:cNvSpPr>
                  <a:spLocks/>
                </p:cNvSpPr>
                <p:nvPr/>
              </p:nvSpPr>
              <p:spPr bwMode="auto">
                <a:xfrm>
                  <a:off x="824" y="3583"/>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57" name="Group 236"/>
              <p:cNvGrpSpPr>
                <a:grpSpLocks/>
              </p:cNvGrpSpPr>
              <p:nvPr/>
            </p:nvGrpSpPr>
            <p:grpSpPr bwMode="auto">
              <a:xfrm>
                <a:off x="828" y="3585"/>
                <a:ext cx="49" cy="23"/>
                <a:chOff x="828" y="3585"/>
                <a:chExt cx="49" cy="23"/>
              </a:xfrm>
            </p:grpSpPr>
            <p:sp>
              <p:nvSpPr>
                <p:cNvPr id="12698" name="Freeform 237"/>
                <p:cNvSpPr>
                  <a:spLocks/>
                </p:cNvSpPr>
                <p:nvPr/>
              </p:nvSpPr>
              <p:spPr bwMode="auto">
                <a:xfrm>
                  <a:off x="828" y="3585"/>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99" name="Freeform 238"/>
                <p:cNvSpPr>
                  <a:spLocks/>
                </p:cNvSpPr>
                <p:nvPr/>
              </p:nvSpPr>
              <p:spPr bwMode="auto">
                <a:xfrm>
                  <a:off x="833" y="3586"/>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29"/>
                    <a:gd name="T29" fmla="*/ 75 w 75"/>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700" name="Freeform 239"/>
                <p:cNvSpPr>
                  <a:spLocks/>
                </p:cNvSpPr>
                <p:nvPr/>
              </p:nvSpPr>
              <p:spPr bwMode="auto">
                <a:xfrm>
                  <a:off x="837" y="3596"/>
                  <a:ext cx="40" cy="12"/>
                </a:xfrm>
                <a:custGeom>
                  <a:avLst/>
                  <a:gdLst>
                    <a:gd name="T0" fmla="*/ 0 w 80"/>
                    <a:gd name="T1" fmla="*/ 0 h 36"/>
                    <a:gd name="T2" fmla="*/ 1 w 80"/>
                    <a:gd name="T3" fmla="*/ 0 h 36"/>
                    <a:gd name="T4" fmla="*/ 1 w 80"/>
                    <a:gd name="T5" fmla="*/ 0 h 36"/>
                    <a:gd name="T6" fmla="*/ 1 w 80"/>
                    <a:gd name="T7" fmla="*/ 0 h 36"/>
                    <a:gd name="T8" fmla="*/ 1 w 80"/>
                    <a:gd name="T9" fmla="*/ 0 h 36"/>
                    <a:gd name="T10" fmla="*/ 1 w 80"/>
                    <a:gd name="T11" fmla="*/ 0 h 36"/>
                    <a:gd name="T12" fmla="*/ 0 w 80"/>
                    <a:gd name="T13" fmla="*/ 0 h 36"/>
                    <a:gd name="T14" fmla="*/ 0 60000 65536"/>
                    <a:gd name="T15" fmla="*/ 0 60000 65536"/>
                    <a:gd name="T16" fmla="*/ 0 60000 65536"/>
                    <a:gd name="T17" fmla="*/ 0 60000 65536"/>
                    <a:gd name="T18" fmla="*/ 0 60000 65536"/>
                    <a:gd name="T19" fmla="*/ 0 60000 65536"/>
                    <a:gd name="T20" fmla="*/ 0 60000 65536"/>
                    <a:gd name="T21" fmla="*/ 0 w 80"/>
                    <a:gd name="T22" fmla="*/ 0 h 36"/>
                    <a:gd name="T23" fmla="*/ 80 w 80"/>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58" name="Group 240"/>
              <p:cNvGrpSpPr>
                <a:grpSpLocks/>
              </p:cNvGrpSpPr>
              <p:nvPr/>
            </p:nvGrpSpPr>
            <p:grpSpPr bwMode="auto">
              <a:xfrm>
                <a:off x="840" y="3600"/>
                <a:ext cx="100" cy="73"/>
                <a:chOff x="840" y="3600"/>
                <a:chExt cx="100" cy="73"/>
              </a:xfrm>
            </p:grpSpPr>
            <p:grpSp>
              <p:nvGrpSpPr>
                <p:cNvPr id="12678" name="Group 241"/>
                <p:cNvGrpSpPr>
                  <a:grpSpLocks/>
                </p:cNvGrpSpPr>
                <p:nvPr/>
              </p:nvGrpSpPr>
              <p:grpSpPr bwMode="auto">
                <a:xfrm>
                  <a:off x="840" y="3600"/>
                  <a:ext cx="49" cy="23"/>
                  <a:chOff x="840" y="3600"/>
                  <a:chExt cx="49" cy="23"/>
                </a:xfrm>
              </p:grpSpPr>
              <p:sp>
                <p:nvSpPr>
                  <p:cNvPr id="12695" name="Freeform 242"/>
                  <p:cNvSpPr>
                    <a:spLocks/>
                  </p:cNvSpPr>
                  <p:nvPr/>
                </p:nvSpPr>
                <p:spPr bwMode="auto">
                  <a:xfrm>
                    <a:off x="840" y="3600"/>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 name="T15" fmla="*/ 0 w 25"/>
                      <a:gd name="T16" fmla="*/ 0 h 70"/>
                      <a:gd name="T17" fmla="*/ 25 w 25"/>
                      <a:gd name="T18" fmla="*/ 70 h 70"/>
                    </a:gdLst>
                    <a:ahLst/>
                    <a:cxnLst>
                      <a:cxn ang="T10">
                        <a:pos x="T0" y="T1"/>
                      </a:cxn>
                      <a:cxn ang="T11">
                        <a:pos x="T2" y="T3"/>
                      </a:cxn>
                      <a:cxn ang="T12">
                        <a:pos x="T4" y="T5"/>
                      </a:cxn>
                      <a:cxn ang="T13">
                        <a:pos x="T6" y="T7"/>
                      </a:cxn>
                      <a:cxn ang="T14">
                        <a:pos x="T8" y="T9"/>
                      </a:cxn>
                    </a:cxnLst>
                    <a:rect l="T15" t="T16" r="T17" b="T18"/>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96" name="Freeform 243"/>
                  <p:cNvSpPr>
                    <a:spLocks/>
                  </p:cNvSpPr>
                  <p:nvPr/>
                </p:nvSpPr>
                <p:spPr bwMode="auto">
                  <a:xfrm>
                    <a:off x="845" y="3600"/>
                    <a:ext cx="37" cy="11"/>
                  </a:xfrm>
                  <a:custGeom>
                    <a:avLst/>
                    <a:gdLst>
                      <a:gd name="T0" fmla="*/ 0 w 75"/>
                      <a:gd name="T1" fmla="*/ 0 h 31"/>
                      <a:gd name="T2" fmla="*/ 0 w 75"/>
                      <a:gd name="T3" fmla="*/ 0 h 31"/>
                      <a:gd name="T4" fmla="*/ 0 w 75"/>
                      <a:gd name="T5" fmla="*/ 0 h 31"/>
                      <a:gd name="T6" fmla="*/ 0 w 75"/>
                      <a:gd name="T7" fmla="*/ 0 h 31"/>
                      <a:gd name="T8" fmla="*/ 0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1"/>
                      <a:gd name="T29" fmla="*/ 75 w 75"/>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97" name="Freeform 244"/>
                  <p:cNvSpPr>
                    <a:spLocks/>
                  </p:cNvSpPr>
                  <p:nvPr/>
                </p:nvSpPr>
                <p:spPr bwMode="auto">
                  <a:xfrm>
                    <a:off x="848" y="3611"/>
                    <a:ext cx="41" cy="12"/>
                  </a:xfrm>
                  <a:custGeom>
                    <a:avLst/>
                    <a:gdLst>
                      <a:gd name="T0" fmla="*/ 0 w 82"/>
                      <a:gd name="T1" fmla="*/ 0 h 38"/>
                      <a:gd name="T2" fmla="*/ 1 w 82"/>
                      <a:gd name="T3" fmla="*/ 0 h 38"/>
                      <a:gd name="T4" fmla="*/ 1 w 82"/>
                      <a:gd name="T5" fmla="*/ 0 h 38"/>
                      <a:gd name="T6" fmla="*/ 1 w 82"/>
                      <a:gd name="T7" fmla="*/ 0 h 38"/>
                      <a:gd name="T8" fmla="*/ 1 w 82"/>
                      <a:gd name="T9" fmla="*/ 0 h 38"/>
                      <a:gd name="T10" fmla="*/ 1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 name="T21" fmla="*/ 0 w 82"/>
                      <a:gd name="T22" fmla="*/ 0 h 38"/>
                      <a:gd name="T23" fmla="*/ 82 w 82"/>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679" name="Group 245"/>
                <p:cNvGrpSpPr>
                  <a:grpSpLocks/>
                </p:cNvGrpSpPr>
                <p:nvPr/>
              </p:nvGrpSpPr>
              <p:grpSpPr bwMode="auto">
                <a:xfrm>
                  <a:off x="853" y="3612"/>
                  <a:ext cx="48" cy="23"/>
                  <a:chOff x="853" y="3612"/>
                  <a:chExt cx="48" cy="23"/>
                </a:xfrm>
              </p:grpSpPr>
              <p:sp>
                <p:nvSpPr>
                  <p:cNvPr id="12692" name="Freeform 246"/>
                  <p:cNvSpPr>
                    <a:spLocks/>
                  </p:cNvSpPr>
                  <p:nvPr/>
                </p:nvSpPr>
                <p:spPr bwMode="auto">
                  <a:xfrm>
                    <a:off x="853"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 name="T15" fmla="*/ 0 w 25"/>
                      <a:gd name="T16" fmla="*/ 0 h 69"/>
                      <a:gd name="T17" fmla="*/ 25 w 25"/>
                      <a:gd name="T18" fmla="*/ 69 h 69"/>
                    </a:gdLst>
                    <a:ahLst/>
                    <a:cxnLst>
                      <a:cxn ang="T10">
                        <a:pos x="T0" y="T1"/>
                      </a:cxn>
                      <a:cxn ang="T11">
                        <a:pos x="T2" y="T3"/>
                      </a:cxn>
                      <a:cxn ang="T12">
                        <a:pos x="T4" y="T5"/>
                      </a:cxn>
                      <a:cxn ang="T13">
                        <a:pos x="T6" y="T7"/>
                      </a:cxn>
                      <a:cxn ang="T14">
                        <a:pos x="T8" y="T9"/>
                      </a:cxn>
                    </a:cxnLst>
                    <a:rect l="T15" t="T16" r="T17" b="T18"/>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93" name="Freeform 247"/>
                  <p:cNvSpPr>
                    <a:spLocks/>
                  </p:cNvSpPr>
                  <p:nvPr/>
                </p:nvSpPr>
                <p:spPr bwMode="auto">
                  <a:xfrm>
                    <a:off x="857" y="3613"/>
                    <a:ext cx="37" cy="10"/>
                  </a:xfrm>
                  <a:custGeom>
                    <a:avLst/>
                    <a:gdLst>
                      <a:gd name="T0" fmla="*/ 1 w 73"/>
                      <a:gd name="T1" fmla="*/ 0 h 32"/>
                      <a:gd name="T2" fmla="*/ 1 w 73"/>
                      <a:gd name="T3" fmla="*/ 0 h 32"/>
                      <a:gd name="T4" fmla="*/ 1 w 73"/>
                      <a:gd name="T5" fmla="*/ 0 h 32"/>
                      <a:gd name="T6" fmla="*/ 1 w 73"/>
                      <a:gd name="T7" fmla="*/ 0 h 32"/>
                      <a:gd name="T8" fmla="*/ 1 w 73"/>
                      <a:gd name="T9" fmla="*/ 0 h 32"/>
                      <a:gd name="T10" fmla="*/ 1 w 73"/>
                      <a:gd name="T11" fmla="*/ 0 h 32"/>
                      <a:gd name="T12" fmla="*/ 1 w 73"/>
                      <a:gd name="T13" fmla="*/ 0 h 32"/>
                      <a:gd name="T14" fmla="*/ 0 w 73"/>
                      <a:gd name="T15" fmla="*/ 0 h 32"/>
                      <a:gd name="T16" fmla="*/ 1 w 73"/>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32"/>
                      <a:gd name="T29" fmla="*/ 73 w 73"/>
                      <a:gd name="T30" fmla="*/ 32 h 3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94" name="Freeform 248"/>
                  <p:cNvSpPr>
                    <a:spLocks/>
                  </p:cNvSpPr>
                  <p:nvPr/>
                </p:nvSpPr>
                <p:spPr bwMode="auto">
                  <a:xfrm>
                    <a:off x="860" y="3623"/>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680" name="Group 249"/>
                <p:cNvGrpSpPr>
                  <a:grpSpLocks/>
                </p:cNvGrpSpPr>
                <p:nvPr/>
              </p:nvGrpSpPr>
              <p:grpSpPr bwMode="auto">
                <a:xfrm>
                  <a:off x="865" y="3625"/>
                  <a:ext cx="49" cy="23"/>
                  <a:chOff x="865" y="3625"/>
                  <a:chExt cx="49" cy="23"/>
                </a:xfrm>
              </p:grpSpPr>
              <p:sp>
                <p:nvSpPr>
                  <p:cNvPr id="12689" name="Freeform 250"/>
                  <p:cNvSpPr>
                    <a:spLocks/>
                  </p:cNvSpPr>
                  <p:nvPr/>
                </p:nvSpPr>
                <p:spPr bwMode="auto">
                  <a:xfrm>
                    <a:off x="865" y="362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90" name="Freeform 251"/>
                  <p:cNvSpPr>
                    <a:spLocks/>
                  </p:cNvSpPr>
                  <p:nvPr/>
                </p:nvSpPr>
                <p:spPr bwMode="auto">
                  <a:xfrm>
                    <a:off x="870" y="3626"/>
                    <a:ext cx="37" cy="9"/>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29"/>
                      <a:gd name="T29" fmla="*/ 73 w 73"/>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91" name="Freeform 252"/>
                  <p:cNvSpPr>
                    <a:spLocks/>
                  </p:cNvSpPr>
                  <p:nvPr/>
                </p:nvSpPr>
                <p:spPr bwMode="auto">
                  <a:xfrm>
                    <a:off x="873" y="3636"/>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681" name="Group 253"/>
                <p:cNvGrpSpPr>
                  <a:grpSpLocks/>
                </p:cNvGrpSpPr>
                <p:nvPr/>
              </p:nvGrpSpPr>
              <p:grpSpPr bwMode="auto">
                <a:xfrm>
                  <a:off x="878" y="3638"/>
                  <a:ext cx="49" cy="22"/>
                  <a:chOff x="878" y="3638"/>
                  <a:chExt cx="49" cy="22"/>
                </a:xfrm>
              </p:grpSpPr>
              <p:sp>
                <p:nvSpPr>
                  <p:cNvPr id="12686" name="Freeform 254"/>
                  <p:cNvSpPr>
                    <a:spLocks/>
                  </p:cNvSpPr>
                  <p:nvPr/>
                </p:nvSpPr>
                <p:spPr bwMode="auto">
                  <a:xfrm>
                    <a:off x="878" y="3638"/>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87" name="Freeform 255"/>
                  <p:cNvSpPr>
                    <a:spLocks/>
                  </p:cNvSpPr>
                  <p:nvPr/>
                </p:nvSpPr>
                <p:spPr bwMode="auto">
                  <a:xfrm>
                    <a:off x="883" y="3638"/>
                    <a:ext cx="36"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2"/>
                      <a:gd name="T28" fmla="*/ 0 h 30"/>
                      <a:gd name="T29" fmla="*/ 72 w 72"/>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88" name="Freeform 256"/>
                  <p:cNvSpPr>
                    <a:spLocks/>
                  </p:cNvSpPr>
                  <p:nvPr/>
                </p:nvSpPr>
                <p:spPr bwMode="auto">
                  <a:xfrm>
                    <a:off x="886" y="3648"/>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682" name="Group 257"/>
                <p:cNvGrpSpPr>
                  <a:grpSpLocks/>
                </p:cNvGrpSpPr>
                <p:nvPr/>
              </p:nvGrpSpPr>
              <p:grpSpPr bwMode="auto">
                <a:xfrm>
                  <a:off x="890" y="3651"/>
                  <a:ext cx="50" cy="22"/>
                  <a:chOff x="890" y="3651"/>
                  <a:chExt cx="50" cy="22"/>
                </a:xfrm>
              </p:grpSpPr>
              <p:sp>
                <p:nvSpPr>
                  <p:cNvPr id="12683" name="Freeform 258"/>
                  <p:cNvSpPr>
                    <a:spLocks/>
                  </p:cNvSpPr>
                  <p:nvPr/>
                </p:nvSpPr>
                <p:spPr bwMode="auto">
                  <a:xfrm>
                    <a:off x="890" y="3651"/>
                    <a:ext cx="13" cy="22"/>
                  </a:xfrm>
                  <a:custGeom>
                    <a:avLst/>
                    <a:gdLst>
                      <a:gd name="T0" fmla="*/ 1 w 25"/>
                      <a:gd name="T1" fmla="*/ 0 h 67"/>
                      <a:gd name="T2" fmla="*/ 0 w 25"/>
                      <a:gd name="T3" fmla="*/ 0 h 67"/>
                      <a:gd name="T4" fmla="*/ 1 w 25"/>
                      <a:gd name="T5" fmla="*/ 0 h 67"/>
                      <a:gd name="T6" fmla="*/ 1 w 25"/>
                      <a:gd name="T7" fmla="*/ 0 h 67"/>
                      <a:gd name="T8" fmla="*/ 1 w 25"/>
                      <a:gd name="T9" fmla="*/ 0 h 67"/>
                      <a:gd name="T10" fmla="*/ 0 60000 65536"/>
                      <a:gd name="T11" fmla="*/ 0 60000 65536"/>
                      <a:gd name="T12" fmla="*/ 0 60000 65536"/>
                      <a:gd name="T13" fmla="*/ 0 60000 65536"/>
                      <a:gd name="T14" fmla="*/ 0 60000 65536"/>
                      <a:gd name="T15" fmla="*/ 0 w 25"/>
                      <a:gd name="T16" fmla="*/ 0 h 67"/>
                      <a:gd name="T17" fmla="*/ 25 w 25"/>
                      <a:gd name="T18" fmla="*/ 67 h 67"/>
                    </a:gdLst>
                    <a:ahLst/>
                    <a:cxnLst>
                      <a:cxn ang="T10">
                        <a:pos x="T0" y="T1"/>
                      </a:cxn>
                      <a:cxn ang="T11">
                        <a:pos x="T2" y="T3"/>
                      </a:cxn>
                      <a:cxn ang="T12">
                        <a:pos x="T4" y="T5"/>
                      </a:cxn>
                      <a:cxn ang="T13">
                        <a:pos x="T6" y="T7"/>
                      </a:cxn>
                      <a:cxn ang="T14">
                        <a:pos x="T8" y="T9"/>
                      </a:cxn>
                    </a:cxnLst>
                    <a:rect l="T15" t="T16" r="T17" b="T18"/>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84" name="Freeform 259"/>
                  <p:cNvSpPr>
                    <a:spLocks/>
                  </p:cNvSpPr>
                  <p:nvPr/>
                </p:nvSpPr>
                <p:spPr bwMode="auto">
                  <a:xfrm>
                    <a:off x="895" y="3651"/>
                    <a:ext cx="37" cy="10"/>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29"/>
                      <a:gd name="T29" fmla="*/ 73 w 73"/>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85" name="Freeform 260"/>
                  <p:cNvSpPr>
                    <a:spLocks/>
                  </p:cNvSpPr>
                  <p:nvPr/>
                </p:nvSpPr>
                <p:spPr bwMode="auto">
                  <a:xfrm>
                    <a:off x="899" y="3662"/>
                    <a:ext cx="41" cy="11"/>
                  </a:xfrm>
                  <a:custGeom>
                    <a:avLst/>
                    <a:gdLst>
                      <a:gd name="T0" fmla="*/ 0 w 83"/>
                      <a:gd name="T1" fmla="*/ 0 h 35"/>
                      <a:gd name="T2" fmla="*/ 0 w 83"/>
                      <a:gd name="T3" fmla="*/ 0 h 35"/>
                      <a:gd name="T4" fmla="*/ 0 w 83"/>
                      <a:gd name="T5" fmla="*/ 0 h 35"/>
                      <a:gd name="T6" fmla="*/ 0 w 83"/>
                      <a:gd name="T7" fmla="*/ 0 h 35"/>
                      <a:gd name="T8" fmla="*/ 0 w 83"/>
                      <a:gd name="T9" fmla="*/ 0 h 35"/>
                      <a:gd name="T10" fmla="*/ 0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 name="T21" fmla="*/ 0 w 83"/>
                      <a:gd name="T22" fmla="*/ 0 h 35"/>
                      <a:gd name="T23" fmla="*/ 83 w 83"/>
                      <a:gd name="T24" fmla="*/ 35 h 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grpSp>
            <p:nvGrpSpPr>
              <p:cNvPr id="12459" name="Group 261"/>
              <p:cNvGrpSpPr>
                <a:grpSpLocks/>
              </p:cNvGrpSpPr>
              <p:nvPr/>
            </p:nvGrpSpPr>
            <p:grpSpPr bwMode="auto">
              <a:xfrm>
                <a:off x="903" y="3665"/>
                <a:ext cx="99" cy="74"/>
                <a:chOff x="903" y="3665"/>
                <a:chExt cx="99" cy="74"/>
              </a:xfrm>
            </p:grpSpPr>
            <p:grpSp>
              <p:nvGrpSpPr>
                <p:cNvPr id="12658" name="Group 262"/>
                <p:cNvGrpSpPr>
                  <a:grpSpLocks/>
                </p:cNvGrpSpPr>
                <p:nvPr/>
              </p:nvGrpSpPr>
              <p:grpSpPr bwMode="auto">
                <a:xfrm>
                  <a:off x="903" y="3665"/>
                  <a:ext cx="49" cy="23"/>
                  <a:chOff x="903" y="3665"/>
                  <a:chExt cx="49" cy="23"/>
                </a:xfrm>
              </p:grpSpPr>
              <p:sp>
                <p:nvSpPr>
                  <p:cNvPr id="12675" name="Freeform 263"/>
                  <p:cNvSpPr>
                    <a:spLocks/>
                  </p:cNvSpPr>
                  <p:nvPr/>
                </p:nvSpPr>
                <p:spPr bwMode="auto">
                  <a:xfrm>
                    <a:off x="903" y="3665"/>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 name="T15" fmla="*/ 0 w 25"/>
                      <a:gd name="T16" fmla="*/ 0 h 69"/>
                      <a:gd name="T17" fmla="*/ 25 w 25"/>
                      <a:gd name="T18" fmla="*/ 69 h 69"/>
                    </a:gdLst>
                    <a:ahLst/>
                    <a:cxnLst>
                      <a:cxn ang="T10">
                        <a:pos x="T0" y="T1"/>
                      </a:cxn>
                      <a:cxn ang="T11">
                        <a:pos x="T2" y="T3"/>
                      </a:cxn>
                      <a:cxn ang="T12">
                        <a:pos x="T4" y="T5"/>
                      </a:cxn>
                      <a:cxn ang="T13">
                        <a:pos x="T6" y="T7"/>
                      </a:cxn>
                      <a:cxn ang="T14">
                        <a:pos x="T8" y="T9"/>
                      </a:cxn>
                    </a:cxnLst>
                    <a:rect l="T15" t="T16" r="T17" b="T18"/>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76" name="Freeform 264"/>
                  <p:cNvSpPr>
                    <a:spLocks/>
                  </p:cNvSpPr>
                  <p:nvPr/>
                </p:nvSpPr>
                <p:spPr bwMode="auto">
                  <a:xfrm>
                    <a:off x="907" y="3666"/>
                    <a:ext cx="37" cy="10"/>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31"/>
                      <a:gd name="T29" fmla="*/ 73 w 73"/>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77" name="Freeform 265"/>
                  <p:cNvSpPr>
                    <a:spLocks/>
                  </p:cNvSpPr>
                  <p:nvPr/>
                </p:nvSpPr>
                <p:spPr bwMode="auto">
                  <a:xfrm>
                    <a:off x="911" y="3676"/>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659" name="Group 266"/>
                <p:cNvGrpSpPr>
                  <a:grpSpLocks/>
                </p:cNvGrpSpPr>
                <p:nvPr/>
              </p:nvGrpSpPr>
              <p:grpSpPr bwMode="auto">
                <a:xfrm>
                  <a:off x="914" y="3678"/>
                  <a:ext cx="49" cy="23"/>
                  <a:chOff x="914" y="3678"/>
                  <a:chExt cx="49" cy="23"/>
                </a:xfrm>
              </p:grpSpPr>
              <p:sp>
                <p:nvSpPr>
                  <p:cNvPr id="12672" name="Freeform 267"/>
                  <p:cNvSpPr>
                    <a:spLocks/>
                  </p:cNvSpPr>
                  <p:nvPr/>
                </p:nvSpPr>
                <p:spPr bwMode="auto">
                  <a:xfrm>
                    <a:off x="914" y="3678"/>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 name="T15" fmla="*/ 0 w 25"/>
                      <a:gd name="T16" fmla="*/ 0 h 70"/>
                      <a:gd name="T17" fmla="*/ 25 w 25"/>
                      <a:gd name="T18" fmla="*/ 70 h 70"/>
                    </a:gdLst>
                    <a:ahLst/>
                    <a:cxnLst>
                      <a:cxn ang="T10">
                        <a:pos x="T0" y="T1"/>
                      </a:cxn>
                      <a:cxn ang="T11">
                        <a:pos x="T2" y="T3"/>
                      </a:cxn>
                      <a:cxn ang="T12">
                        <a:pos x="T4" y="T5"/>
                      </a:cxn>
                      <a:cxn ang="T13">
                        <a:pos x="T6" y="T7"/>
                      </a:cxn>
                      <a:cxn ang="T14">
                        <a:pos x="T8" y="T9"/>
                      </a:cxn>
                    </a:cxnLst>
                    <a:rect l="T15" t="T16" r="T17" b="T18"/>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73" name="Freeform 268"/>
                  <p:cNvSpPr>
                    <a:spLocks/>
                  </p:cNvSpPr>
                  <p:nvPr/>
                </p:nvSpPr>
                <p:spPr bwMode="auto">
                  <a:xfrm>
                    <a:off x="919" y="3678"/>
                    <a:ext cx="38" cy="10"/>
                  </a:xfrm>
                  <a:custGeom>
                    <a:avLst/>
                    <a:gdLst>
                      <a:gd name="T0" fmla="*/ 1 w 75"/>
                      <a:gd name="T1" fmla="*/ 0 h 30"/>
                      <a:gd name="T2" fmla="*/ 1 w 75"/>
                      <a:gd name="T3" fmla="*/ 0 h 30"/>
                      <a:gd name="T4" fmla="*/ 1 w 75"/>
                      <a:gd name="T5" fmla="*/ 0 h 30"/>
                      <a:gd name="T6" fmla="*/ 1 w 75"/>
                      <a:gd name="T7" fmla="*/ 0 h 30"/>
                      <a:gd name="T8" fmla="*/ 1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0"/>
                      <a:gd name="T29" fmla="*/ 75 w 75"/>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74" name="Freeform 269"/>
                  <p:cNvSpPr>
                    <a:spLocks/>
                  </p:cNvSpPr>
                  <p:nvPr/>
                </p:nvSpPr>
                <p:spPr bwMode="auto">
                  <a:xfrm>
                    <a:off x="922" y="3688"/>
                    <a:ext cx="41" cy="13"/>
                  </a:xfrm>
                  <a:custGeom>
                    <a:avLst/>
                    <a:gdLst>
                      <a:gd name="T0" fmla="*/ 0 w 81"/>
                      <a:gd name="T1" fmla="*/ 0 h 38"/>
                      <a:gd name="T2" fmla="*/ 1 w 81"/>
                      <a:gd name="T3" fmla="*/ 0 h 38"/>
                      <a:gd name="T4" fmla="*/ 1 w 81"/>
                      <a:gd name="T5" fmla="*/ 0 h 38"/>
                      <a:gd name="T6" fmla="*/ 1 w 81"/>
                      <a:gd name="T7" fmla="*/ 0 h 38"/>
                      <a:gd name="T8" fmla="*/ 1 w 81"/>
                      <a:gd name="T9" fmla="*/ 0 h 38"/>
                      <a:gd name="T10" fmla="*/ 1 w 81"/>
                      <a:gd name="T11" fmla="*/ 0 h 38"/>
                      <a:gd name="T12" fmla="*/ 0 w 81"/>
                      <a:gd name="T13" fmla="*/ 0 h 38"/>
                      <a:gd name="T14" fmla="*/ 0 60000 65536"/>
                      <a:gd name="T15" fmla="*/ 0 60000 65536"/>
                      <a:gd name="T16" fmla="*/ 0 60000 65536"/>
                      <a:gd name="T17" fmla="*/ 0 60000 65536"/>
                      <a:gd name="T18" fmla="*/ 0 60000 65536"/>
                      <a:gd name="T19" fmla="*/ 0 60000 65536"/>
                      <a:gd name="T20" fmla="*/ 0 60000 65536"/>
                      <a:gd name="T21" fmla="*/ 0 w 81"/>
                      <a:gd name="T22" fmla="*/ 0 h 38"/>
                      <a:gd name="T23" fmla="*/ 81 w 81"/>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660" name="Group 270"/>
                <p:cNvGrpSpPr>
                  <a:grpSpLocks/>
                </p:cNvGrpSpPr>
                <p:nvPr/>
              </p:nvGrpSpPr>
              <p:grpSpPr bwMode="auto">
                <a:xfrm>
                  <a:off x="928" y="3690"/>
                  <a:ext cx="48" cy="23"/>
                  <a:chOff x="928" y="3690"/>
                  <a:chExt cx="48" cy="23"/>
                </a:xfrm>
              </p:grpSpPr>
              <p:sp>
                <p:nvSpPr>
                  <p:cNvPr id="12669" name="Freeform 271"/>
                  <p:cNvSpPr>
                    <a:spLocks/>
                  </p:cNvSpPr>
                  <p:nvPr/>
                </p:nvSpPr>
                <p:spPr bwMode="auto">
                  <a:xfrm>
                    <a:off x="928" y="3690"/>
                    <a:ext cx="12" cy="23"/>
                  </a:xfrm>
                  <a:custGeom>
                    <a:avLst/>
                    <a:gdLst>
                      <a:gd name="T0" fmla="*/ 0 w 25"/>
                      <a:gd name="T1" fmla="*/ 0 h 70"/>
                      <a:gd name="T2" fmla="*/ 0 w 25"/>
                      <a:gd name="T3" fmla="*/ 0 h 70"/>
                      <a:gd name="T4" fmla="*/ 0 w 25"/>
                      <a:gd name="T5" fmla="*/ 0 h 70"/>
                      <a:gd name="T6" fmla="*/ 0 w 25"/>
                      <a:gd name="T7" fmla="*/ 0 h 70"/>
                      <a:gd name="T8" fmla="*/ 0 w 25"/>
                      <a:gd name="T9" fmla="*/ 0 h 70"/>
                      <a:gd name="T10" fmla="*/ 0 60000 65536"/>
                      <a:gd name="T11" fmla="*/ 0 60000 65536"/>
                      <a:gd name="T12" fmla="*/ 0 60000 65536"/>
                      <a:gd name="T13" fmla="*/ 0 60000 65536"/>
                      <a:gd name="T14" fmla="*/ 0 60000 65536"/>
                      <a:gd name="T15" fmla="*/ 0 w 25"/>
                      <a:gd name="T16" fmla="*/ 0 h 70"/>
                      <a:gd name="T17" fmla="*/ 25 w 25"/>
                      <a:gd name="T18" fmla="*/ 70 h 70"/>
                    </a:gdLst>
                    <a:ahLst/>
                    <a:cxnLst>
                      <a:cxn ang="T10">
                        <a:pos x="T0" y="T1"/>
                      </a:cxn>
                      <a:cxn ang="T11">
                        <a:pos x="T2" y="T3"/>
                      </a:cxn>
                      <a:cxn ang="T12">
                        <a:pos x="T4" y="T5"/>
                      </a:cxn>
                      <a:cxn ang="T13">
                        <a:pos x="T6" y="T7"/>
                      </a:cxn>
                      <a:cxn ang="T14">
                        <a:pos x="T8" y="T9"/>
                      </a:cxn>
                    </a:cxnLst>
                    <a:rect l="T15" t="T16" r="T17" b="T18"/>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70" name="Freeform 272"/>
                  <p:cNvSpPr>
                    <a:spLocks/>
                  </p:cNvSpPr>
                  <p:nvPr/>
                </p:nvSpPr>
                <p:spPr bwMode="auto">
                  <a:xfrm>
                    <a:off x="932" y="3691"/>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1"/>
                      <a:gd name="T29" fmla="*/ 75 w 75"/>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71" name="Freeform 273"/>
                  <p:cNvSpPr>
                    <a:spLocks/>
                  </p:cNvSpPr>
                  <p:nvPr/>
                </p:nvSpPr>
                <p:spPr bwMode="auto">
                  <a:xfrm>
                    <a:off x="935" y="3701"/>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661" name="Group 274"/>
                <p:cNvGrpSpPr>
                  <a:grpSpLocks/>
                </p:cNvGrpSpPr>
                <p:nvPr/>
              </p:nvGrpSpPr>
              <p:grpSpPr bwMode="auto">
                <a:xfrm>
                  <a:off x="940" y="3703"/>
                  <a:ext cx="49" cy="23"/>
                  <a:chOff x="940" y="3703"/>
                  <a:chExt cx="49" cy="23"/>
                </a:xfrm>
              </p:grpSpPr>
              <p:sp>
                <p:nvSpPr>
                  <p:cNvPr id="12666" name="Freeform 275"/>
                  <p:cNvSpPr>
                    <a:spLocks/>
                  </p:cNvSpPr>
                  <p:nvPr/>
                </p:nvSpPr>
                <p:spPr bwMode="auto">
                  <a:xfrm>
                    <a:off x="940" y="370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67" name="Freeform 276"/>
                  <p:cNvSpPr>
                    <a:spLocks/>
                  </p:cNvSpPr>
                  <p:nvPr/>
                </p:nvSpPr>
                <p:spPr bwMode="auto">
                  <a:xfrm>
                    <a:off x="945" y="3703"/>
                    <a:ext cx="37" cy="10"/>
                  </a:xfrm>
                  <a:custGeom>
                    <a:avLst/>
                    <a:gdLst>
                      <a:gd name="T0" fmla="*/ 0 w 75"/>
                      <a:gd name="T1" fmla="*/ 0 h 30"/>
                      <a:gd name="T2" fmla="*/ 0 w 75"/>
                      <a:gd name="T3" fmla="*/ 0 h 30"/>
                      <a:gd name="T4" fmla="*/ 0 w 75"/>
                      <a:gd name="T5" fmla="*/ 0 h 30"/>
                      <a:gd name="T6" fmla="*/ 0 w 75"/>
                      <a:gd name="T7" fmla="*/ 0 h 30"/>
                      <a:gd name="T8" fmla="*/ 0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0"/>
                      <a:gd name="T29" fmla="*/ 75 w 75"/>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68" name="Freeform 277"/>
                  <p:cNvSpPr>
                    <a:spLocks/>
                  </p:cNvSpPr>
                  <p:nvPr/>
                </p:nvSpPr>
                <p:spPr bwMode="auto">
                  <a:xfrm>
                    <a:off x="948" y="3714"/>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662" name="Group 278"/>
                <p:cNvGrpSpPr>
                  <a:grpSpLocks/>
                </p:cNvGrpSpPr>
                <p:nvPr/>
              </p:nvGrpSpPr>
              <p:grpSpPr bwMode="auto">
                <a:xfrm>
                  <a:off x="953" y="3716"/>
                  <a:ext cx="49" cy="23"/>
                  <a:chOff x="953" y="3716"/>
                  <a:chExt cx="49" cy="23"/>
                </a:xfrm>
              </p:grpSpPr>
              <p:sp>
                <p:nvSpPr>
                  <p:cNvPr id="12663" name="Freeform 279"/>
                  <p:cNvSpPr>
                    <a:spLocks/>
                  </p:cNvSpPr>
                  <p:nvPr/>
                </p:nvSpPr>
                <p:spPr bwMode="auto">
                  <a:xfrm>
                    <a:off x="953" y="3716"/>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 name="T15" fmla="*/ 0 w 23"/>
                      <a:gd name="T16" fmla="*/ 0 h 68"/>
                      <a:gd name="T17" fmla="*/ 23 w 23"/>
                      <a:gd name="T18" fmla="*/ 68 h 68"/>
                    </a:gdLst>
                    <a:ahLst/>
                    <a:cxnLst>
                      <a:cxn ang="T10">
                        <a:pos x="T0" y="T1"/>
                      </a:cxn>
                      <a:cxn ang="T11">
                        <a:pos x="T2" y="T3"/>
                      </a:cxn>
                      <a:cxn ang="T12">
                        <a:pos x="T4" y="T5"/>
                      </a:cxn>
                      <a:cxn ang="T13">
                        <a:pos x="T6" y="T7"/>
                      </a:cxn>
                      <a:cxn ang="T14">
                        <a:pos x="T8" y="T9"/>
                      </a:cxn>
                    </a:cxnLst>
                    <a:rect l="T15" t="T16" r="T17" b="T18"/>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64" name="Freeform 280"/>
                  <p:cNvSpPr>
                    <a:spLocks/>
                  </p:cNvSpPr>
                  <p:nvPr/>
                </p:nvSpPr>
                <p:spPr bwMode="auto">
                  <a:xfrm>
                    <a:off x="958" y="3717"/>
                    <a:ext cx="37" cy="9"/>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29"/>
                      <a:gd name="T29" fmla="*/ 75 w 75"/>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65" name="Freeform 281"/>
                  <p:cNvSpPr>
                    <a:spLocks/>
                  </p:cNvSpPr>
                  <p:nvPr/>
                </p:nvSpPr>
                <p:spPr bwMode="auto">
                  <a:xfrm>
                    <a:off x="961" y="3727"/>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grpSp>
            <p:nvGrpSpPr>
              <p:cNvPr id="12460" name="Group 282"/>
              <p:cNvGrpSpPr>
                <a:grpSpLocks/>
              </p:cNvGrpSpPr>
              <p:nvPr/>
            </p:nvGrpSpPr>
            <p:grpSpPr bwMode="auto">
              <a:xfrm>
                <a:off x="963" y="3727"/>
                <a:ext cx="49" cy="23"/>
                <a:chOff x="963" y="3727"/>
                <a:chExt cx="49" cy="23"/>
              </a:xfrm>
            </p:grpSpPr>
            <p:sp>
              <p:nvSpPr>
                <p:cNvPr id="12655" name="Freeform 283"/>
                <p:cNvSpPr>
                  <a:spLocks/>
                </p:cNvSpPr>
                <p:nvPr/>
              </p:nvSpPr>
              <p:spPr bwMode="auto">
                <a:xfrm>
                  <a:off x="963" y="3727"/>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 name="T15" fmla="*/ 0 w 25"/>
                    <a:gd name="T16" fmla="*/ 0 h 69"/>
                    <a:gd name="T17" fmla="*/ 25 w 25"/>
                    <a:gd name="T18" fmla="*/ 69 h 69"/>
                  </a:gdLst>
                  <a:ahLst/>
                  <a:cxnLst>
                    <a:cxn ang="T10">
                      <a:pos x="T0" y="T1"/>
                    </a:cxn>
                    <a:cxn ang="T11">
                      <a:pos x="T2" y="T3"/>
                    </a:cxn>
                    <a:cxn ang="T12">
                      <a:pos x="T4" y="T5"/>
                    </a:cxn>
                    <a:cxn ang="T13">
                      <a:pos x="T6" y="T7"/>
                    </a:cxn>
                    <a:cxn ang="T14">
                      <a:pos x="T8" y="T9"/>
                    </a:cxn>
                  </a:cxnLst>
                  <a:rect l="T15" t="T16" r="T17" b="T18"/>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56" name="Freeform 284"/>
                <p:cNvSpPr>
                  <a:spLocks/>
                </p:cNvSpPr>
                <p:nvPr/>
              </p:nvSpPr>
              <p:spPr bwMode="auto">
                <a:xfrm>
                  <a:off x="968" y="3728"/>
                  <a:ext cx="37" cy="10"/>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31"/>
                    <a:gd name="T29" fmla="*/ 73 w 73"/>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57" name="Freeform 285"/>
                <p:cNvSpPr>
                  <a:spLocks/>
                </p:cNvSpPr>
                <p:nvPr/>
              </p:nvSpPr>
              <p:spPr bwMode="auto">
                <a:xfrm>
                  <a:off x="972" y="3738"/>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61" name="Group 286"/>
              <p:cNvGrpSpPr>
                <a:grpSpLocks/>
              </p:cNvGrpSpPr>
              <p:nvPr/>
            </p:nvGrpSpPr>
            <p:grpSpPr bwMode="auto">
              <a:xfrm>
                <a:off x="976" y="3740"/>
                <a:ext cx="50" cy="22"/>
                <a:chOff x="976" y="3740"/>
                <a:chExt cx="50" cy="22"/>
              </a:xfrm>
            </p:grpSpPr>
            <p:sp>
              <p:nvSpPr>
                <p:cNvPr id="12652" name="Freeform 287"/>
                <p:cNvSpPr>
                  <a:spLocks/>
                </p:cNvSpPr>
                <p:nvPr/>
              </p:nvSpPr>
              <p:spPr bwMode="auto">
                <a:xfrm>
                  <a:off x="976" y="3740"/>
                  <a:ext cx="12" cy="22"/>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 name="T15" fmla="*/ 0 w 23"/>
                    <a:gd name="T16" fmla="*/ 0 h 68"/>
                    <a:gd name="T17" fmla="*/ 23 w 23"/>
                    <a:gd name="T18" fmla="*/ 68 h 68"/>
                  </a:gdLst>
                  <a:ahLst/>
                  <a:cxnLst>
                    <a:cxn ang="T10">
                      <a:pos x="T0" y="T1"/>
                    </a:cxn>
                    <a:cxn ang="T11">
                      <a:pos x="T2" y="T3"/>
                    </a:cxn>
                    <a:cxn ang="T12">
                      <a:pos x="T4" y="T5"/>
                    </a:cxn>
                    <a:cxn ang="T13">
                      <a:pos x="T6" y="T7"/>
                    </a:cxn>
                    <a:cxn ang="T14">
                      <a:pos x="T8" y="T9"/>
                    </a:cxn>
                  </a:cxnLst>
                  <a:rect l="T15" t="T16" r="T17" b="T18"/>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53" name="Freeform 288"/>
                <p:cNvSpPr>
                  <a:spLocks/>
                </p:cNvSpPr>
                <p:nvPr/>
              </p:nvSpPr>
              <p:spPr bwMode="auto">
                <a:xfrm>
                  <a:off x="980" y="3740"/>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1"/>
                    <a:gd name="T29" fmla="*/ 75 w 75"/>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54" name="Freeform 289"/>
                <p:cNvSpPr>
                  <a:spLocks/>
                </p:cNvSpPr>
                <p:nvPr/>
              </p:nvSpPr>
              <p:spPr bwMode="auto">
                <a:xfrm>
                  <a:off x="984" y="3750"/>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62" name="Group 290"/>
              <p:cNvGrpSpPr>
                <a:grpSpLocks/>
              </p:cNvGrpSpPr>
              <p:nvPr/>
            </p:nvGrpSpPr>
            <p:grpSpPr bwMode="auto">
              <a:xfrm>
                <a:off x="761" y="3560"/>
                <a:ext cx="50" cy="22"/>
                <a:chOff x="761" y="3560"/>
                <a:chExt cx="50" cy="22"/>
              </a:xfrm>
            </p:grpSpPr>
            <p:sp>
              <p:nvSpPr>
                <p:cNvPr id="12649" name="Freeform 291"/>
                <p:cNvSpPr>
                  <a:spLocks/>
                </p:cNvSpPr>
                <p:nvPr/>
              </p:nvSpPr>
              <p:spPr bwMode="auto">
                <a:xfrm>
                  <a:off x="761" y="3560"/>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50" name="Freeform 292"/>
                <p:cNvSpPr>
                  <a:spLocks/>
                </p:cNvSpPr>
                <p:nvPr/>
              </p:nvSpPr>
              <p:spPr bwMode="auto">
                <a:xfrm>
                  <a:off x="767" y="3560"/>
                  <a:ext cx="36" cy="10"/>
                </a:xfrm>
                <a:custGeom>
                  <a:avLst/>
                  <a:gdLst>
                    <a:gd name="T0" fmla="*/ 0 w 73"/>
                    <a:gd name="T1" fmla="*/ 0 h 29"/>
                    <a:gd name="T2" fmla="*/ 0 w 73"/>
                    <a:gd name="T3" fmla="*/ 0 h 29"/>
                    <a:gd name="T4" fmla="*/ 0 w 73"/>
                    <a:gd name="T5" fmla="*/ 0 h 29"/>
                    <a:gd name="T6" fmla="*/ 0 w 73"/>
                    <a:gd name="T7" fmla="*/ 0 h 29"/>
                    <a:gd name="T8" fmla="*/ 0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29"/>
                    <a:gd name="T29" fmla="*/ 73 w 73"/>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51" name="Freeform 293"/>
                <p:cNvSpPr>
                  <a:spLocks/>
                </p:cNvSpPr>
                <p:nvPr/>
              </p:nvSpPr>
              <p:spPr bwMode="auto">
                <a:xfrm>
                  <a:off x="769" y="3571"/>
                  <a:ext cx="42" cy="11"/>
                </a:xfrm>
                <a:custGeom>
                  <a:avLst/>
                  <a:gdLst>
                    <a:gd name="T0" fmla="*/ 0 w 83"/>
                    <a:gd name="T1" fmla="*/ 0 h 35"/>
                    <a:gd name="T2" fmla="*/ 1 w 83"/>
                    <a:gd name="T3" fmla="*/ 0 h 35"/>
                    <a:gd name="T4" fmla="*/ 1 w 83"/>
                    <a:gd name="T5" fmla="*/ 0 h 35"/>
                    <a:gd name="T6" fmla="*/ 1 w 83"/>
                    <a:gd name="T7" fmla="*/ 0 h 35"/>
                    <a:gd name="T8" fmla="*/ 1 w 83"/>
                    <a:gd name="T9" fmla="*/ 0 h 35"/>
                    <a:gd name="T10" fmla="*/ 1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 name="T21" fmla="*/ 0 w 83"/>
                    <a:gd name="T22" fmla="*/ 0 h 35"/>
                    <a:gd name="T23" fmla="*/ 83 w 83"/>
                    <a:gd name="T24" fmla="*/ 35 h 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63" name="Group 294"/>
              <p:cNvGrpSpPr>
                <a:grpSpLocks/>
              </p:cNvGrpSpPr>
              <p:nvPr/>
            </p:nvGrpSpPr>
            <p:grpSpPr bwMode="auto">
              <a:xfrm>
                <a:off x="774" y="3572"/>
                <a:ext cx="49" cy="23"/>
                <a:chOff x="774" y="3572"/>
                <a:chExt cx="49" cy="23"/>
              </a:xfrm>
            </p:grpSpPr>
            <p:sp>
              <p:nvSpPr>
                <p:cNvPr id="12646" name="Freeform 295"/>
                <p:cNvSpPr>
                  <a:spLocks/>
                </p:cNvSpPr>
                <p:nvPr/>
              </p:nvSpPr>
              <p:spPr bwMode="auto">
                <a:xfrm>
                  <a:off x="774" y="3572"/>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47" name="Freeform 296"/>
                <p:cNvSpPr>
                  <a:spLocks/>
                </p:cNvSpPr>
                <p:nvPr/>
              </p:nvSpPr>
              <p:spPr bwMode="auto">
                <a:xfrm>
                  <a:off x="778" y="3573"/>
                  <a:ext cx="38" cy="9"/>
                </a:xfrm>
                <a:custGeom>
                  <a:avLst/>
                  <a:gdLst>
                    <a:gd name="T0" fmla="*/ 1 w 75"/>
                    <a:gd name="T1" fmla="*/ 0 h 29"/>
                    <a:gd name="T2" fmla="*/ 1 w 75"/>
                    <a:gd name="T3" fmla="*/ 0 h 29"/>
                    <a:gd name="T4" fmla="*/ 1 w 75"/>
                    <a:gd name="T5" fmla="*/ 0 h 29"/>
                    <a:gd name="T6" fmla="*/ 1 w 75"/>
                    <a:gd name="T7" fmla="*/ 0 h 29"/>
                    <a:gd name="T8" fmla="*/ 1 w 75"/>
                    <a:gd name="T9" fmla="*/ 0 h 29"/>
                    <a:gd name="T10" fmla="*/ 1 w 75"/>
                    <a:gd name="T11" fmla="*/ 0 h 29"/>
                    <a:gd name="T12" fmla="*/ 1 w 75"/>
                    <a:gd name="T13" fmla="*/ 0 h 29"/>
                    <a:gd name="T14" fmla="*/ 0 w 75"/>
                    <a:gd name="T15" fmla="*/ 0 h 29"/>
                    <a:gd name="T16" fmla="*/ 1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29"/>
                    <a:gd name="T29" fmla="*/ 75 w 75"/>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48" name="Freeform 297"/>
                <p:cNvSpPr>
                  <a:spLocks/>
                </p:cNvSpPr>
                <p:nvPr/>
              </p:nvSpPr>
              <p:spPr bwMode="auto">
                <a:xfrm>
                  <a:off x="782" y="3583"/>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 name="T21" fmla="*/ 0 w 81"/>
                    <a:gd name="T22" fmla="*/ 0 h 36"/>
                    <a:gd name="T23" fmla="*/ 81 w 81"/>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64" name="Group 298"/>
              <p:cNvGrpSpPr>
                <a:grpSpLocks/>
              </p:cNvGrpSpPr>
              <p:nvPr/>
            </p:nvGrpSpPr>
            <p:grpSpPr bwMode="auto">
              <a:xfrm>
                <a:off x="787" y="3585"/>
                <a:ext cx="49" cy="23"/>
                <a:chOff x="787" y="3585"/>
                <a:chExt cx="49" cy="23"/>
              </a:xfrm>
            </p:grpSpPr>
            <p:sp>
              <p:nvSpPr>
                <p:cNvPr id="12643" name="Freeform 299"/>
                <p:cNvSpPr>
                  <a:spLocks/>
                </p:cNvSpPr>
                <p:nvPr/>
              </p:nvSpPr>
              <p:spPr bwMode="auto">
                <a:xfrm>
                  <a:off x="787" y="3585"/>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 name="T15" fmla="*/ 0 w 24"/>
                    <a:gd name="T16" fmla="*/ 0 h 68"/>
                    <a:gd name="T17" fmla="*/ 24 w 24"/>
                    <a:gd name="T18" fmla="*/ 68 h 68"/>
                  </a:gdLst>
                  <a:ahLst/>
                  <a:cxnLst>
                    <a:cxn ang="T10">
                      <a:pos x="T0" y="T1"/>
                    </a:cxn>
                    <a:cxn ang="T11">
                      <a:pos x="T2" y="T3"/>
                    </a:cxn>
                    <a:cxn ang="T12">
                      <a:pos x="T4" y="T5"/>
                    </a:cxn>
                    <a:cxn ang="T13">
                      <a:pos x="T6" y="T7"/>
                    </a:cxn>
                    <a:cxn ang="T14">
                      <a:pos x="T8" y="T9"/>
                    </a:cxn>
                  </a:cxnLst>
                  <a:rect l="T15" t="T16" r="T17" b="T18"/>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44" name="Freeform 300"/>
                <p:cNvSpPr>
                  <a:spLocks/>
                </p:cNvSpPr>
                <p:nvPr/>
              </p:nvSpPr>
              <p:spPr bwMode="auto">
                <a:xfrm>
                  <a:off x="792" y="3586"/>
                  <a:ext cx="36" cy="10"/>
                </a:xfrm>
                <a:custGeom>
                  <a:avLst/>
                  <a:gdLst>
                    <a:gd name="T0" fmla="*/ 0 w 74"/>
                    <a:gd name="T1" fmla="*/ 0 h 29"/>
                    <a:gd name="T2" fmla="*/ 0 w 74"/>
                    <a:gd name="T3" fmla="*/ 0 h 29"/>
                    <a:gd name="T4" fmla="*/ 0 w 74"/>
                    <a:gd name="T5" fmla="*/ 0 h 29"/>
                    <a:gd name="T6" fmla="*/ 0 w 74"/>
                    <a:gd name="T7" fmla="*/ 0 h 29"/>
                    <a:gd name="T8" fmla="*/ 0 w 74"/>
                    <a:gd name="T9" fmla="*/ 0 h 29"/>
                    <a:gd name="T10" fmla="*/ 0 w 74"/>
                    <a:gd name="T11" fmla="*/ 0 h 29"/>
                    <a:gd name="T12" fmla="*/ 0 w 74"/>
                    <a:gd name="T13" fmla="*/ 0 h 29"/>
                    <a:gd name="T14" fmla="*/ 0 w 74"/>
                    <a:gd name="T15" fmla="*/ 0 h 29"/>
                    <a:gd name="T16" fmla="*/ 0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29"/>
                    <a:gd name="T29" fmla="*/ 74 w 74"/>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45" name="Freeform 301"/>
                <p:cNvSpPr>
                  <a:spLocks/>
                </p:cNvSpPr>
                <p:nvPr/>
              </p:nvSpPr>
              <p:spPr bwMode="auto">
                <a:xfrm>
                  <a:off x="795" y="3596"/>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 name="T21" fmla="*/ 0 w 81"/>
                    <a:gd name="T22" fmla="*/ 0 h 36"/>
                    <a:gd name="T23" fmla="*/ 81 w 81"/>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65" name="Group 302"/>
              <p:cNvGrpSpPr>
                <a:grpSpLocks/>
              </p:cNvGrpSpPr>
              <p:nvPr/>
            </p:nvGrpSpPr>
            <p:grpSpPr bwMode="auto">
              <a:xfrm>
                <a:off x="799" y="3600"/>
                <a:ext cx="99" cy="73"/>
                <a:chOff x="799" y="3600"/>
                <a:chExt cx="99" cy="73"/>
              </a:xfrm>
            </p:grpSpPr>
            <p:grpSp>
              <p:nvGrpSpPr>
                <p:cNvPr id="12623" name="Group 303"/>
                <p:cNvGrpSpPr>
                  <a:grpSpLocks/>
                </p:cNvGrpSpPr>
                <p:nvPr/>
              </p:nvGrpSpPr>
              <p:grpSpPr bwMode="auto">
                <a:xfrm>
                  <a:off x="799" y="3600"/>
                  <a:ext cx="48" cy="23"/>
                  <a:chOff x="799" y="3600"/>
                  <a:chExt cx="48" cy="23"/>
                </a:xfrm>
              </p:grpSpPr>
              <p:sp>
                <p:nvSpPr>
                  <p:cNvPr id="12640" name="Freeform 304"/>
                  <p:cNvSpPr>
                    <a:spLocks/>
                  </p:cNvSpPr>
                  <p:nvPr/>
                </p:nvSpPr>
                <p:spPr bwMode="auto">
                  <a:xfrm>
                    <a:off x="799" y="3600"/>
                    <a:ext cx="12" cy="23"/>
                  </a:xfrm>
                  <a:custGeom>
                    <a:avLst/>
                    <a:gdLst>
                      <a:gd name="T0" fmla="*/ 0 w 25"/>
                      <a:gd name="T1" fmla="*/ 0 h 70"/>
                      <a:gd name="T2" fmla="*/ 0 w 25"/>
                      <a:gd name="T3" fmla="*/ 0 h 70"/>
                      <a:gd name="T4" fmla="*/ 0 w 25"/>
                      <a:gd name="T5" fmla="*/ 0 h 70"/>
                      <a:gd name="T6" fmla="*/ 0 w 25"/>
                      <a:gd name="T7" fmla="*/ 0 h 70"/>
                      <a:gd name="T8" fmla="*/ 0 w 25"/>
                      <a:gd name="T9" fmla="*/ 0 h 70"/>
                      <a:gd name="T10" fmla="*/ 0 60000 65536"/>
                      <a:gd name="T11" fmla="*/ 0 60000 65536"/>
                      <a:gd name="T12" fmla="*/ 0 60000 65536"/>
                      <a:gd name="T13" fmla="*/ 0 60000 65536"/>
                      <a:gd name="T14" fmla="*/ 0 60000 65536"/>
                      <a:gd name="T15" fmla="*/ 0 w 25"/>
                      <a:gd name="T16" fmla="*/ 0 h 70"/>
                      <a:gd name="T17" fmla="*/ 25 w 25"/>
                      <a:gd name="T18" fmla="*/ 70 h 70"/>
                    </a:gdLst>
                    <a:ahLst/>
                    <a:cxnLst>
                      <a:cxn ang="T10">
                        <a:pos x="T0" y="T1"/>
                      </a:cxn>
                      <a:cxn ang="T11">
                        <a:pos x="T2" y="T3"/>
                      </a:cxn>
                      <a:cxn ang="T12">
                        <a:pos x="T4" y="T5"/>
                      </a:cxn>
                      <a:cxn ang="T13">
                        <a:pos x="T6" y="T7"/>
                      </a:cxn>
                      <a:cxn ang="T14">
                        <a:pos x="T8" y="T9"/>
                      </a:cxn>
                    </a:cxnLst>
                    <a:rect l="T15" t="T16" r="T17" b="T18"/>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41" name="Freeform 305"/>
                  <p:cNvSpPr>
                    <a:spLocks/>
                  </p:cNvSpPr>
                  <p:nvPr/>
                </p:nvSpPr>
                <p:spPr bwMode="auto">
                  <a:xfrm>
                    <a:off x="803" y="3600"/>
                    <a:ext cx="38" cy="11"/>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1"/>
                      <a:gd name="T29" fmla="*/ 75 w 75"/>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42" name="Freeform 306"/>
                  <p:cNvSpPr>
                    <a:spLocks/>
                  </p:cNvSpPr>
                  <p:nvPr/>
                </p:nvSpPr>
                <p:spPr bwMode="auto">
                  <a:xfrm>
                    <a:off x="807" y="3611"/>
                    <a:ext cx="40" cy="12"/>
                  </a:xfrm>
                  <a:custGeom>
                    <a:avLst/>
                    <a:gdLst>
                      <a:gd name="T0" fmla="*/ 0 w 82"/>
                      <a:gd name="T1" fmla="*/ 0 h 38"/>
                      <a:gd name="T2" fmla="*/ 0 w 82"/>
                      <a:gd name="T3" fmla="*/ 0 h 38"/>
                      <a:gd name="T4" fmla="*/ 0 w 82"/>
                      <a:gd name="T5" fmla="*/ 0 h 38"/>
                      <a:gd name="T6" fmla="*/ 0 w 82"/>
                      <a:gd name="T7" fmla="*/ 0 h 38"/>
                      <a:gd name="T8" fmla="*/ 0 w 82"/>
                      <a:gd name="T9" fmla="*/ 0 h 38"/>
                      <a:gd name="T10" fmla="*/ 0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 name="T21" fmla="*/ 0 w 82"/>
                      <a:gd name="T22" fmla="*/ 0 h 38"/>
                      <a:gd name="T23" fmla="*/ 82 w 82"/>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624" name="Group 307"/>
                <p:cNvGrpSpPr>
                  <a:grpSpLocks/>
                </p:cNvGrpSpPr>
                <p:nvPr/>
              </p:nvGrpSpPr>
              <p:grpSpPr bwMode="auto">
                <a:xfrm>
                  <a:off x="811" y="3612"/>
                  <a:ext cx="48" cy="23"/>
                  <a:chOff x="811" y="3612"/>
                  <a:chExt cx="48" cy="23"/>
                </a:xfrm>
              </p:grpSpPr>
              <p:sp>
                <p:nvSpPr>
                  <p:cNvPr id="12637" name="Freeform 308"/>
                  <p:cNvSpPr>
                    <a:spLocks/>
                  </p:cNvSpPr>
                  <p:nvPr/>
                </p:nvSpPr>
                <p:spPr bwMode="auto">
                  <a:xfrm>
                    <a:off x="811"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 name="T15" fmla="*/ 0 w 25"/>
                      <a:gd name="T16" fmla="*/ 0 h 69"/>
                      <a:gd name="T17" fmla="*/ 25 w 25"/>
                      <a:gd name="T18" fmla="*/ 69 h 69"/>
                    </a:gdLst>
                    <a:ahLst/>
                    <a:cxnLst>
                      <a:cxn ang="T10">
                        <a:pos x="T0" y="T1"/>
                      </a:cxn>
                      <a:cxn ang="T11">
                        <a:pos x="T2" y="T3"/>
                      </a:cxn>
                      <a:cxn ang="T12">
                        <a:pos x="T4" y="T5"/>
                      </a:cxn>
                      <a:cxn ang="T13">
                        <a:pos x="T6" y="T7"/>
                      </a:cxn>
                      <a:cxn ang="T14">
                        <a:pos x="T8" y="T9"/>
                      </a:cxn>
                    </a:cxnLst>
                    <a:rect l="T15" t="T16" r="T17" b="T18"/>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38" name="Freeform 309"/>
                  <p:cNvSpPr>
                    <a:spLocks/>
                  </p:cNvSpPr>
                  <p:nvPr/>
                </p:nvSpPr>
                <p:spPr bwMode="auto">
                  <a:xfrm>
                    <a:off x="815" y="3613"/>
                    <a:ext cx="38" cy="10"/>
                  </a:xfrm>
                  <a:custGeom>
                    <a:avLst/>
                    <a:gdLst>
                      <a:gd name="T0" fmla="*/ 1 w 75"/>
                      <a:gd name="T1" fmla="*/ 0 h 32"/>
                      <a:gd name="T2" fmla="*/ 1 w 75"/>
                      <a:gd name="T3" fmla="*/ 0 h 32"/>
                      <a:gd name="T4" fmla="*/ 1 w 75"/>
                      <a:gd name="T5" fmla="*/ 0 h 32"/>
                      <a:gd name="T6" fmla="*/ 1 w 75"/>
                      <a:gd name="T7" fmla="*/ 0 h 32"/>
                      <a:gd name="T8" fmla="*/ 1 w 75"/>
                      <a:gd name="T9" fmla="*/ 0 h 32"/>
                      <a:gd name="T10" fmla="*/ 1 w 75"/>
                      <a:gd name="T11" fmla="*/ 0 h 32"/>
                      <a:gd name="T12" fmla="*/ 1 w 75"/>
                      <a:gd name="T13" fmla="*/ 0 h 32"/>
                      <a:gd name="T14" fmla="*/ 0 w 75"/>
                      <a:gd name="T15" fmla="*/ 0 h 32"/>
                      <a:gd name="T16" fmla="*/ 1 w 75"/>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2"/>
                      <a:gd name="T29" fmla="*/ 75 w 75"/>
                      <a:gd name="T30" fmla="*/ 32 h 3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39" name="Freeform 310"/>
                  <p:cNvSpPr>
                    <a:spLocks/>
                  </p:cNvSpPr>
                  <p:nvPr/>
                </p:nvSpPr>
                <p:spPr bwMode="auto">
                  <a:xfrm>
                    <a:off x="819" y="3623"/>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625" name="Group 311"/>
                <p:cNvGrpSpPr>
                  <a:grpSpLocks/>
                </p:cNvGrpSpPr>
                <p:nvPr/>
              </p:nvGrpSpPr>
              <p:grpSpPr bwMode="auto">
                <a:xfrm>
                  <a:off x="823" y="3625"/>
                  <a:ext cx="49" cy="23"/>
                  <a:chOff x="823" y="3625"/>
                  <a:chExt cx="49" cy="23"/>
                </a:xfrm>
              </p:grpSpPr>
              <p:sp>
                <p:nvSpPr>
                  <p:cNvPr id="12634" name="Freeform 312"/>
                  <p:cNvSpPr>
                    <a:spLocks/>
                  </p:cNvSpPr>
                  <p:nvPr/>
                </p:nvSpPr>
                <p:spPr bwMode="auto">
                  <a:xfrm>
                    <a:off x="823" y="3625"/>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35" name="Freeform 313"/>
                  <p:cNvSpPr>
                    <a:spLocks/>
                  </p:cNvSpPr>
                  <p:nvPr/>
                </p:nvSpPr>
                <p:spPr bwMode="auto">
                  <a:xfrm>
                    <a:off x="828" y="3626"/>
                    <a:ext cx="37" cy="9"/>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29"/>
                      <a:gd name="T29" fmla="*/ 73 w 73"/>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36" name="Freeform 314"/>
                  <p:cNvSpPr>
                    <a:spLocks/>
                  </p:cNvSpPr>
                  <p:nvPr/>
                </p:nvSpPr>
                <p:spPr bwMode="auto">
                  <a:xfrm>
                    <a:off x="832" y="3636"/>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626" name="Group 315"/>
                <p:cNvGrpSpPr>
                  <a:grpSpLocks/>
                </p:cNvGrpSpPr>
                <p:nvPr/>
              </p:nvGrpSpPr>
              <p:grpSpPr bwMode="auto">
                <a:xfrm>
                  <a:off x="836" y="3638"/>
                  <a:ext cx="50" cy="22"/>
                  <a:chOff x="836" y="3638"/>
                  <a:chExt cx="50" cy="22"/>
                </a:xfrm>
              </p:grpSpPr>
              <p:sp>
                <p:nvSpPr>
                  <p:cNvPr id="12631" name="Freeform 316"/>
                  <p:cNvSpPr>
                    <a:spLocks/>
                  </p:cNvSpPr>
                  <p:nvPr/>
                </p:nvSpPr>
                <p:spPr bwMode="auto">
                  <a:xfrm>
                    <a:off x="836" y="3638"/>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32" name="Freeform 317"/>
                  <p:cNvSpPr>
                    <a:spLocks/>
                  </p:cNvSpPr>
                  <p:nvPr/>
                </p:nvSpPr>
                <p:spPr bwMode="auto">
                  <a:xfrm>
                    <a:off x="842" y="3638"/>
                    <a:ext cx="36"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2"/>
                      <a:gd name="T28" fmla="*/ 0 h 30"/>
                      <a:gd name="T29" fmla="*/ 72 w 72"/>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33" name="Freeform 318"/>
                  <p:cNvSpPr>
                    <a:spLocks/>
                  </p:cNvSpPr>
                  <p:nvPr/>
                </p:nvSpPr>
                <p:spPr bwMode="auto">
                  <a:xfrm>
                    <a:off x="844" y="3648"/>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627" name="Group 319"/>
                <p:cNvGrpSpPr>
                  <a:grpSpLocks/>
                </p:cNvGrpSpPr>
                <p:nvPr/>
              </p:nvGrpSpPr>
              <p:grpSpPr bwMode="auto">
                <a:xfrm>
                  <a:off x="849" y="3651"/>
                  <a:ext cx="49" cy="22"/>
                  <a:chOff x="849" y="3651"/>
                  <a:chExt cx="49" cy="22"/>
                </a:xfrm>
              </p:grpSpPr>
              <p:sp>
                <p:nvSpPr>
                  <p:cNvPr id="12628" name="Freeform 320"/>
                  <p:cNvSpPr>
                    <a:spLocks/>
                  </p:cNvSpPr>
                  <p:nvPr/>
                </p:nvSpPr>
                <p:spPr bwMode="auto">
                  <a:xfrm>
                    <a:off x="849" y="3651"/>
                    <a:ext cx="12" cy="22"/>
                  </a:xfrm>
                  <a:custGeom>
                    <a:avLst/>
                    <a:gdLst>
                      <a:gd name="T0" fmla="*/ 0 w 25"/>
                      <a:gd name="T1" fmla="*/ 0 h 67"/>
                      <a:gd name="T2" fmla="*/ 0 w 25"/>
                      <a:gd name="T3" fmla="*/ 0 h 67"/>
                      <a:gd name="T4" fmla="*/ 0 w 25"/>
                      <a:gd name="T5" fmla="*/ 0 h 67"/>
                      <a:gd name="T6" fmla="*/ 0 w 25"/>
                      <a:gd name="T7" fmla="*/ 0 h 67"/>
                      <a:gd name="T8" fmla="*/ 0 w 25"/>
                      <a:gd name="T9" fmla="*/ 0 h 67"/>
                      <a:gd name="T10" fmla="*/ 0 60000 65536"/>
                      <a:gd name="T11" fmla="*/ 0 60000 65536"/>
                      <a:gd name="T12" fmla="*/ 0 60000 65536"/>
                      <a:gd name="T13" fmla="*/ 0 60000 65536"/>
                      <a:gd name="T14" fmla="*/ 0 60000 65536"/>
                      <a:gd name="T15" fmla="*/ 0 w 25"/>
                      <a:gd name="T16" fmla="*/ 0 h 67"/>
                      <a:gd name="T17" fmla="*/ 25 w 25"/>
                      <a:gd name="T18" fmla="*/ 67 h 67"/>
                    </a:gdLst>
                    <a:ahLst/>
                    <a:cxnLst>
                      <a:cxn ang="T10">
                        <a:pos x="T0" y="T1"/>
                      </a:cxn>
                      <a:cxn ang="T11">
                        <a:pos x="T2" y="T3"/>
                      </a:cxn>
                      <a:cxn ang="T12">
                        <a:pos x="T4" y="T5"/>
                      </a:cxn>
                      <a:cxn ang="T13">
                        <a:pos x="T6" y="T7"/>
                      </a:cxn>
                      <a:cxn ang="T14">
                        <a:pos x="T8" y="T9"/>
                      </a:cxn>
                    </a:cxnLst>
                    <a:rect l="T15" t="T16" r="T17" b="T18"/>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29" name="Freeform 321"/>
                  <p:cNvSpPr>
                    <a:spLocks/>
                  </p:cNvSpPr>
                  <p:nvPr/>
                </p:nvSpPr>
                <p:spPr bwMode="auto">
                  <a:xfrm>
                    <a:off x="854" y="3651"/>
                    <a:ext cx="37" cy="10"/>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29"/>
                      <a:gd name="T29" fmla="*/ 74 w 74"/>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30" name="Freeform 322"/>
                  <p:cNvSpPr>
                    <a:spLocks/>
                  </p:cNvSpPr>
                  <p:nvPr/>
                </p:nvSpPr>
                <p:spPr bwMode="auto">
                  <a:xfrm>
                    <a:off x="857" y="3662"/>
                    <a:ext cx="41" cy="11"/>
                  </a:xfrm>
                  <a:custGeom>
                    <a:avLst/>
                    <a:gdLst>
                      <a:gd name="T0" fmla="*/ 0 w 81"/>
                      <a:gd name="T1" fmla="*/ 0 h 35"/>
                      <a:gd name="T2" fmla="*/ 1 w 81"/>
                      <a:gd name="T3" fmla="*/ 0 h 35"/>
                      <a:gd name="T4" fmla="*/ 1 w 81"/>
                      <a:gd name="T5" fmla="*/ 0 h 35"/>
                      <a:gd name="T6" fmla="*/ 1 w 81"/>
                      <a:gd name="T7" fmla="*/ 0 h 35"/>
                      <a:gd name="T8" fmla="*/ 1 w 81"/>
                      <a:gd name="T9" fmla="*/ 0 h 35"/>
                      <a:gd name="T10" fmla="*/ 1 w 81"/>
                      <a:gd name="T11" fmla="*/ 0 h 35"/>
                      <a:gd name="T12" fmla="*/ 0 w 81"/>
                      <a:gd name="T13" fmla="*/ 0 h 35"/>
                      <a:gd name="T14" fmla="*/ 0 60000 65536"/>
                      <a:gd name="T15" fmla="*/ 0 60000 65536"/>
                      <a:gd name="T16" fmla="*/ 0 60000 65536"/>
                      <a:gd name="T17" fmla="*/ 0 60000 65536"/>
                      <a:gd name="T18" fmla="*/ 0 60000 65536"/>
                      <a:gd name="T19" fmla="*/ 0 60000 65536"/>
                      <a:gd name="T20" fmla="*/ 0 60000 65536"/>
                      <a:gd name="T21" fmla="*/ 0 w 81"/>
                      <a:gd name="T22" fmla="*/ 0 h 35"/>
                      <a:gd name="T23" fmla="*/ 81 w 81"/>
                      <a:gd name="T24" fmla="*/ 35 h 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grpSp>
            <p:nvGrpSpPr>
              <p:cNvPr id="12466" name="Group 323"/>
              <p:cNvGrpSpPr>
                <a:grpSpLocks/>
              </p:cNvGrpSpPr>
              <p:nvPr/>
            </p:nvGrpSpPr>
            <p:grpSpPr bwMode="auto">
              <a:xfrm>
                <a:off x="861" y="3665"/>
                <a:ext cx="99" cy="74"/>
                <a:chOff x="861" y="3665"/>
                <a:chExt cx="99" cy="74"/>
              </a:xfrm>
            </p:grpSpPr>
            <p:grpSp>
              <p:nvGrpSpPr>
                <p:cNvPr id="12603" name="Group 324"/>
                <p:cNvGrpSpPr>
                  <a:grpSpLocks/>
                </p:cNvGrpSpPr>
                <p:nvPr/>
              </p:nvGrpSpPr>
              <p:grpSpPr bwMode="auto">
                <a:xfrm>
                  <a:off x="861" y="3665"/>
                  <a:ext cx="50" cy="23"/>
                  <a:chOff x="861" y="3665"/>
                  <a:chExt cx="50" cy="23"/>
                </a:xfrm>
              </p:grpSpPr>
              <p:sp>
                <p:nvSpPr>
                  <p:cNvPr id="12620" name="Freeform 325"/>
                  <p:cNvSpPr>
                    <a:spLocks/>
                  </p:cNvSpPr>
                  <p:nvPr/>
                </p:nvSpPr>
                <p:spPr bwMode="auto">
                  <a:xfrm>
                    <a:off x="861" y="3665"/>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 name="T15" fmla="*/ 0 w 25"/>
                      <a:gd name="T16" fmla="*/ 0 h 69"/>
                      <a:gd name="T17" fmla="*/ 25 w 25"/>
                      <a:gd name="T18" fmla="*/ 69 h 69"/>
                    </a:gdLst>
                    <a:ahLst/>
                    <a:cxnLst>
                      <a:cxn ang="T10">
                        <a:pos x="T0" y="T1"/>
                      </a:cxn>
                      <a:cxn ang="T11">
                        <a:pos x="T2" y="T3"/>
                      </a:cxn>
                      <a:cxn ang="T12">
                        <a:pos x="T4" y="T5"/>
                      </a:cxn>
                      <a:cxn ang="T13">
                        <a:pos x="T6" y="T7"/>
                      </a:cxn>
                      <a:cxn ang="T14">
                        <a:pos x="T8" y="T9"/>
                      </a:cxn>
                    </a:cxnLst>
                    <a:rect l="T15" t="T16" r="T17" b="T18"/>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21" name="Freeform 326"/>
                  <p:cNvSpPr>
                    <a:spLocks/>
                  </p:cNvSpPr>
                  <p:nvPr/>
                </p:nvSpPr>
                <p:spPr bwMode="auto">
                  <a:xfrm>
                    <a:off x="865" y="3666"/>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1"/>
                      <a:gd name="T29" fmla="*/ 75 w 75"/>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22" name="Freeform 327"/>
                  <p:cNvSpPr>
                    <a:spLocks/>
                  </p:cNvSpPr>
                  <p:nvPr/>
                </p:nvSpPr>
                <p:spPr bwMode="auto">
                  <a:xfrm>
                    <a:off x="869" y="3676"/>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604" name="Group 328"/>
                <p:cNvGrpSpPr>
                  <a:grpSpLocks/>
                </p:cNvGrpSpPr>
                <p:nvPr/>
              </p:nvGrpSpPr>
              <p:grpSpPr bwMode="auto">
                <a:xfrm>
                  <a:off x="873" y="3678"/>
                  <a:ext cx="49" cy="23"/>
                  <a:chOff x="873" y="3678"/>
                  <a:chExt cx="49" cy="23"/>
                </a:xfrm>
              </p:grpSpPr>
              <p:sp>
                <p:nvSpPr>
                  <p:cNvPr id="12617" name="Freeform 329"/>
                  <p:cNvSpPr>
                    <a:spLocks/>
                  </p:cNvSpPr>
                  <p:nvPr/>
                </p:nvSpPr>
                <p:spPr bwMode="auto">
                  <a:xfrm>
                    <a:off x="873" y="3678"/>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 name="T15" fmla="*/ 0 w 25"/>
                      <a:gd name="T16" fmla="*/ 0 h 70"/>
                      <a:gd name="T17" fmla="*/ 25 w 25"/>
                      <a:gd name="T18" fmla="*/ 70 h 70"/>
                    </a:gdLst>
                    <a:ahLst/>
                    <a:cxnLst>
                      <a:cxn ang="T10">
                        <a:pos x="T0" y="T1"/>
                      </a:cxn>
                      <a:cxn ang="T11">
                        <a:pos x="T2" y="T3"/>
                      </a:cxn>
                      <a:cxn ang="T12">
                        <a:pos x="T4" y="T5"/>
                      </a:cxn>
                      <a:cxn ang="T13">
                        <a:pos x="T6" y="T7"/>
                      </a:cxn>
                      <a:cxn ang="T14">
                        <a:pos x="T8" y="T9"/>
                      </a:cxn>
                    </a:cxnLst>
                    <a:rect l="T15" t="T16" r="T17" b="T18"/>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18" name="Freeform 330"/>
                  <p:cNvSpPr>
                    <a:spLocks/>
                  </p:cNvSpPr>
                  <p:nvPr/>
                </p:nvSpPr>
                <p:spPr bwMode="auto">
                  <a:xfrm>
                    <a:off x="878" y="3678"/>
                    <a:ext cx="37" cy="10"/>
                  </a:xfrm>
                  <a:custGeom>
                    <a:avLst/>
                    <a:gdLst>
                      <a:gd name="T0" fmla="*/ 0 w 75"/>
                      <a:gd name="T1" fmla="*/ 0 h 30"/>
                      <a:gd name="T2" fmla="*/ 0 w 75"/>
                      <a:gd name="T3" fmla="*/ 0 h 30"/>
                      <a:gd name="T4" fmla="*/ 0 w 75"/>
                      <a:gd name="T5" fmla="*/ 0 h 30"/>
                      <a:gd name="T6" fmla="*/ 0 w 75"/>
                      <a:gd name="T7" fmla="*/ 0 h 30"/>
                      <a:gd name="T8" fmla="*/ 0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0"/>
                      <a:gd name="T29" fmla="*/ 75 w 75"/>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19" name="Freeform 331"/>
                  <p:cNvSpPr>
                    <a:spLocks/>
                  </p:cNvSpPr>
                  <p:nvPr/>
                </p:nvSpPr>
                <p:spPr bwMode="auto">
                  <a:xfrm>
                    <a:off x="880" y="3688"/>
                    <a:ext cx="42" cy="13"/>
                  </a:xfrm>
                  <a:custGeom>
                    <a:avLst/>
                    <a:gdLst>
                      <a:gd name="T0" fmla="*/ 0 w 82"/>
                      <a:gd name="T1" fmla="*/ 0 h 38"/>
                      <a:gd name="T2" fmla="*/ 1 w 82"/>
                      <a:gd name="T3" fmla="*/ 0 h 38"/>
                      <a:gd name="T4" fmla="*/ 1 w 82"/>
                      <a:gd name="T5" fmla="*/ 0 h 38"/>
                      <a:gd name="T6" fmla="*/ 1 w 82"/>
                      <a:gd name="T7" fmla="*/ 0 h 38"/>
                      <a:gd name="T8" fmla="*/ 1 w 82"/>
                      <a:gd name="T9" fmla="*/ 0 h 38"/>
                      <a:gd name="T10" fmla="*/ 1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 name="T21" fmla="*/ 0 w 82"/>
                      <a:gd name="T22" fmla="*/ 0 h 38"/>
                      <a:gd name="T23" fmla="*/ 82 w 82"/>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605" name="Group 332"/>
                <p:cNvGrpSpPr>
                  <a:grpSpLocks/>
                </p:cNvGrpSpPr>
                <p:nvPr/>
              </p:nvGrpSpPr>
              <p:grpSpPr bwMode="auto">
                <a:xfrm>
                  <a:off x="886" y="3690"/>
                  <a:ext cx="49" cy="23"/>
                  <a:chOff x="886" y="3690"/>
                  <a:chExt cx="49" cy="23"/>
                </a:xfrm>
              </p:grpSpPr>
              <p:sp>
                <p:nvSpPr>
                  <p:cNvPr id="12614" name="Freeform 333"/>
                  <p:cNvSpPr>
                    <a:spLocks/>
                  </p:cNvSpPr>
                  <p:nvPr/>
                </p:nvSpPr>
                <p:spPr bwMode="auto">
                  <a:xfrm>
                    <a:off x="886" y="3690"/>
                    <a:ext cx="12" cy="23"/>
                  </a:xfrm>
                  <a:custGeom>
                    <a:avLst/>
                    <a:gdLst>
                      <a:gd name="T0" fmla="*/ 1 w 24"/>
                      <a:gd name="T1" fmla="*/ 0 h 70"/>
                      <a:gd name="T2" fmla="*/ 0 w 24"/>
                      <a:gd name="T3" fmla="*/ 0 h 70"/>
                      <a:gd name="T4" fmla="*/ 1 w 24"/>
                      <a:gd name="T5" fmla="*/ 0 h 70"/>
                      <a:gd name="T6" fmla="*/ 1 w 24"/>
                      <a:gd name="T7" fmla="*/ 0 h 70"/>
                      <a:gd name="T8" fmla="*/ 1 w 24"/>
                      <a:gd name="T9" fmla="*/ 0 h 70"/>
                      <a:gd name="T10" fmla="*/ 0 60000 65536"/>
                      <a:gd name="T11" fmla="*/ 0 60000 65536"/>
                      <a:gd name="T12" fmla="*/ 0 60000 65536"/>
                      <a:gd name="T13" fmla="*/ 0 60000 65536"/>
                      <a:gd name="T14" fmla="*/ 0 60000 65536"/>
                      <a:gd name="T15" fmla="*/ 0 w 24"/>
                      <a:gd name="T16" fmla="*/ 0 h 70"/>
                      <a:gd name="T17" fmla="*/ 24 w 24"/>
                      <a:gd name="T18" fmla="*/ 70 h 70"/>
                    </a:gdLst>
                    <a:ahLst/>
                    <a:cxnLst>
                      <a:cxn ang="T10">
                        <a:pos x="T0" y="T1"/>
                      </a:cxn>
                      <a:cxn ang="T11">
                        <a:pos x="T2" y="T3"/>
                      </a:cxn>
                      <a:cxn ang="T12">
                        <a:pos x="T4" y="T5"/>
                      </a:cxn>
                      <a:cxn ang="T13">
                        <a:pos x="T6" y="T7"/>
                      </a:cxn>
                      <a:cxn ang="T14">
                        <a:pos x="T8" y="T9"/>
                      </a:cxn>
                    </a:cxnLst>
                    <a:rect l="T15" t="T16" r="T17" b="T18"/>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15" name="Freeform 334"/>
                  <p:cNvSpPr>
                    <a:spLocks/>
                  </p:cNvSpPr>
                  <p:nvPr/>
                </p:nvSpPr>
                <p:spPr bwMode="auto">
                  <a:xfrm>
                    <a:off x="890" y="3691"/>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1"/>
                      <a:gd name="T29" fmla="*/ 75 w 75"/>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16" name="Freeform 335"/>
                  <p:cNvSpPr>
                    <a:spLocks/>
                  </p:cNvSpPr>
                  <p:nvPr/>
                </p:nvSpPr>
                <p:spPr bwMode="auto">
                  <a:xfrm>
                    <a:off x="893" y="3701"/>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606" name="Group 336"/>
                <p:cNvGrpSpPr>
                  <a:grpSpLocks/>
                </p:cNvGrpSpPr>
                <p:nvPr/>
              </p:nvGrpSpPr>
              <p:grpSpPr bwMode="auto">
                <a:xfrm>
                  <a:off x="899" y="3703"/>
                  <a:ext cx="48" cy="23"/>
                  <a:chOff x="899" y="3703"/>
                  <a:chExt cx="48" cy="23"/>
                </a:xfrm>
              </p:grpSpPr>
              <p:sp>
                <p:nvSpPr>
                  <p:cNvPr id="12611" name="Freeform 337"/>
                  <p:cNvSpPr>
                    <a:spLocks/>
                  </p:cNvSpPr>
                  <p:nvPr/>
                </p:nvSpPr>
                <p:spPr bwMode="auto">
                  <a:xfrm>
                    <a:off x="899" y="3703"/>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12" name="Freeform 338"/>
                  <p:cNvSpPr>
                    <a:spLocks/>
                  </p:cNvSpPr>
                  <p:nvPr/>
                </p:nvSpPr>
                <p:spPr bwMode="auto">
                  <a:xfrm>
                    <a:off x="903" y="3703"/>
                    <a:ext cx="38" cy="10"/>
                  </a:xfrm>
                  <a:custGeom>
                    <a:avLst/>
                    <a:gdLst>
                      <a:gd name="T0" fmla="*/ 1 w 75"/>
                      <a:gd name="T1" fmla="*/ 0 h 30"/>
                      <a:gd name="T2" fmla="*/ 1 w 75"/>
                      <a:gd name="T3" fmla="*/ 0 h 30"/>
                      <a:gd name="T4" fmla="*/ 1 w 75"/>
                      <a:gd name="T5" fmla="*/ 0 h 30"/>
                      <a:gd name="T6" fmla="*/ 1 w 75"/>
                      <a:gd name="T7" fmla="*/ 0 h 30"/>
                      <a:gd name="T8" fmla="*/ 1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30"/>
                      <a:gd name="T29" fmla="*/ 75 w 75"/>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13" name="Freeform 339"/>
                  <p:cNvSpPr>
                    <a:spLocks/>
                  </p:cNvSpPr>
                  <p:nvPr/>
                </p:nvSpPr>
                <p:spPr bwMode="auto">
                  <a:xfrm>
                    <a:off x="907" y="3714"/>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607" name="Group 340"/>
                <p:cNvGrpSpPr>
                  <a:grpSpLocks/>
                </p:cNvGrpSpPr>
                <p:nvPr/>
              </p:nvGrpSpPr>
              <p:grpSpPr bwMode="auto">
                <a:xfrm>
                  <a:off x="912" y="3716"/>
                  <a:ext cx="48" cy="23"/>
                  <a:chOff x="912" y="3716"/>
                  <a:chExt cx="48" cy="23"/>
                </a:xfrm>
              </p:grpSpPr>
              <p:sp>
                <p:nvSpPr>
                  <p:cNvPr id="12608" name="Freeform 341"/>
                  <p:cNvSpPr>
                    <a:spLocks/>
                  </p:cNvSpPr>
                  <p:nvPr/>
                </p:nvSpPr>
                <p:spPr bwMode="auto">
                  <a:xfrm>
                    <a:off x="912" y="3716"/>
                    <a:ext cx="11" cy="23"/>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 name="T15" fmla="*/ 0 w 22"/>
                      <a:gd name="T16" fmla="*/ 0 h 68"/>
                      <a:gd name="T17" fmla="*/ 22 w 22"/>
                      <a:gd name="T18" fmla="*/ 68 h 68"/>
                    </a:gdLst>
                    <a:ahLst/>
                    <a:cxnLst>
                      <a:cxn ang="T10">
                        <a:pos x="T0" y="T1"/>
                      </a:cxn>
                      <a:cxn ang="T11">
                        <a:pos x="T2" y="T3"/>
                      </a:cxn>
                      <a:cxn ang="T12">
                        <a:pos x="T4" y="T5"/>
                      </a:cxn>
                      <a:cxn ang="T13">
                        <a:pos x="T6" y="T7"/>
                      </a:cxn>
                      <a:cxn ang="T14">
                        <a:pos x="T8" y="T9"/>
                      </a:cxn>
                    </a:cxnLst>
                    <a:rect l="T15" t="T16" r="T17" b="T18"/>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09" name="Freeform 342"/>
                  <p:cNvSpPr>
                    <a:spLocks/>
                  </p:cNvSpPr>
                  <p:nvPr/>
                </p:nvSpPr>
                <p:spPr bwMode="auto">
                  <a:xfrm>
                    <a:off x="916" y="3717"/>
                    <a:ext cx="37" cy="9"/>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29"/>
                      <a:gd name="T29" fmla="*/ 74 w 74"/>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10" name="Freeform 343"/>
                  <p:cNvSpPr>
                    <a:spLocks/>
                  </p:cNvSpPr>
                  <p:nvPr/>
                </p:nvSpPr>
                <p:spPr bwMode="auto">
                  <a:xfrm>
                    <a:off x="919" y="3727"/>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grpSp>
            <p:nvGrpSpPr>
              <p:cNvPr id="12467" name="Group 344"/>
              <p:cNvGrpSpPr>
                <a:grpSpLocks/>
              </p:cNvGrpSpPr>
              <p:nvPr/>
            </p:nvGrpSpPr>
            <p:grpSpPr bwMode="auto">
              <a:xfrm>
                <a:off x="922" y="3727"/>
                <a:ext cx="49" cy="23"/>
                <a:chOff x="922" y="3727"/>
                <a:chExt cx="49" cy="23"/>
              </a:xfrm>
            </p:grpSpPr>
            <p:sp>
              <p:nvSpPr>
                <p:cNvPr id="12600" name="Freeform 345"/>
                <p:cNvSpPr>
                  <a:spLocks/>
                </p:cNvSpPr>
                <p:nvPr/>
              </p:nvSpPr>
              <p:spPr bwMode="auto">
                <a:xfrm>
                  <a:off x="922" y="3727"/>
                  <a:ext cx="12" cy="23"/>
                </a:xfrm>
                <a:custGeom>
                  <a:avLst/>
                  <a:gdLst>
                    <a:gd name="T0" fmla="*/ 1 w 24"/>
                    <a:gd name="T1" fmla="*/ 0 h 69"/>
                    <a:gd name="T2" fmla="*/ 0 w 24"/>
                    <a:gd name="T3" fmla="*/ 0 h 69"/>
                    <a:gd name="T4" fmla="*/ 1 w 24"/>
                    <a:gd name="T5" fmla="*/ 0 h 69"/>
                    <a:gd name="T6" fmla="*/ 1 w 24"/>
                    <a:gd name="T7" fmla="*/ 0 h 69"/>
                    <a:gd name="T8" fmla="*/ 1 w 24"/>
                    <a:gd name="T9" fmla="*/ 0 h 69"/>
                    <a:gd name="T10" fmla="*/ 0 60000 65536"/>
                    <a:gd name="T11" fmla="*/ 0 60000 65536"/>
                    <a:gd name="T12" fmla="*/ 0 60000 65536"/>
                    <a:gd name="T13" fmla="*/ 0 60000 65536"/>
                    <a:gd name="T14" fmla="*/ 0 60000 65536"/>
                    <a:gd name="T15" fmla="*/ 0 w 24"/>
                    <a:gd name="T16" fmla="*/ 0 h 69"/>
                    <a:gd name="T17" fmla="*/ 24 w 24"/>
                    <a:gd name="T18" fmla="*/ 69 h 69"/>
                  </a:gdLst>
                  <a:ahLst/>
                  <a:cxnLst>
                    <a:cxn ang="T10">
                      <a:pos x="T0" y="T1"/>
                    </a:cxn>
                    <a:cxn ang="T11">
                      <a:pos x="T2" y="T3"/>
                    </a:cxn>
                    <a:cxn ang="T12">
                      <a:pos x="T4" y="T5"/>
                    </a:cxn>
                    <a:cxn ang="T13">
                      <a:pos x="T6" y="T7"/>
                    </a:cxn>
                    <a:cxn ang="T14">
                      <a:pos x="T8" y="T9"/>
                    </a:cxn>
                  </a:cxnLst>
                  <a:rect l="T15" t="T16" r="T17" b="T18"/>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01" name="Freeform 346"/>
                <p:cNvSpPr>
                  <a:spLocks/>
                </p:cNvSpPr>
                <p:nvPr/>
              </p:nvSpPr>
              <p:spPr bwMode="auto">
                <a:xfrm>
                  <a:off x="927" y="3728"/>
                  <a:ext cx="36" cy="10"/>
                </a:xfrm>
                <a:custGeom>
                  <a:avLst/>
                  <a:gdLst>
                    <a:gd name="T0" fmla="*/ 1 w 72"/>
                    <a:gd name="T1" fmla="*/ 0 h 31"/>
                    <a:gd name="T2" fmla="*/ 1 w 72"/>
                    <a:gd name="T3" fmla="*/ 0 h 31"/>
                    <a:gd name="T4" fmla="*/ 1 w 72"/>
                    <a:gd name="T5" fmla="*/ 0 h 31"/>
                    <a:gd name="T6" fmla="*/ 1 w 72"/>
                    <a:gd name="T7" fmla="*/ 0 h 31"/>
                    <a:gd name="T8" fmla="*/ 1 w 72"/>
                    <a:gd name="T9" fmla="*/ 0 h 31"/>
                    <a:gd name="T10" fmla="*/ 1 w 72"/>
                    <a:gd name="T11" fmla="*/ 0 h 31"/>
                    <a:gd name="T12" fmla="*/ 1 w 72"/>
                    <a:gd name="T13" fmla="*/ 0 h 31"/>
                    <a:gd name="T14" fmla="*/ 0 w 72"/>
                    <a:gd name="T15" fmla="*/ 0 h 31"/>
                    <a:gd name="T16" fmla="*/ 1 w 72"/>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2"/>
                    <a:gd name="T28" fmla="*/ 0 h 31"/>
                    <a:gd name="T29" fmla="*/ 72 w 72"/>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602" name="Freeform 347"/>
                <p:cNvSpPr>
                  <a:spLocks/>
                </p:cNvSpPr>
                <p:nvPr/>
              </p:nvSpPr>
              <p:spPr bwMode="auto">
                <a:xfrm>
                  <a:off x="930" y="3738"/>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68" name="Group 348"/>
              <p:cNvGrpSpPr>
                <a:grpSpLocks/>
              </p:cNvGrpSpPr>
              <p:nvPr/>
            </p:nvGrpSpPr>
            <p:grpSpPr bwMode="auto">
              <a:xfrm>
                <a:off x="895" y="3526"/>
                <a:ext cx="44" cy="23"/>
                <a:chOff x="895" y="3526"/>
                <a:chExt cx="44" cy="23"/>
              </a:xfrm>
            </p:grpSpPr>
            <p:sp>
              <p:nvSpPr>
                <p:cNvPr id="12597" name="Freeform 349"/>
                <p:cNvSpPr>
                  <a:spLocks/>
                </p:cNvSpPr>
                <p:nvPr/>
              </p:nvSpPr>
              <p:spPr bwMode="auto">
                <a:xfrm>
                  <a:off x="895" y="3526"/>
                  <a:ext cx="19" cy="23"/>
                </a:xfrm>
                <a:custGeom>
                  <a:avLst/>
                  <a:gdLst>
                    <a:gd name="T0" fmla="*/ 1 w 38"/>
                    <a:gd name="T1" fmla="*/ 0 h 69"/>
                    <a:gd name="T2" fmla="*/ 0 w 38"/>
                    <a:gd name="T3" fmla="*/ 0 h 69"/>
                    <a:gd name="T4" fmla="*/ 1 w 38"/>
                    <a:gd name="T5" fmla="*/ 0 h 69"/>
                    <a:gd name="T6" fmla="*/ 1 w 38"/>
                    <a:gd name="T7" fmla="*/ 0 h 69"/>
                    <a:gd name="T8" fmla="*/ 1 w 38"/>
                    <a:gd name="T9" fmla="*/ 0 h 69"/>
                    <a:gd name="T10" fmla="*/ 0 60000 65536"/>
                    <a:gd name="T11" fmla="*/ 0 60000 65536"/>
                    <a:gd name="T12" fmla="*/ 0 60000 65536"/>
                    <a:gd name="T13" fmla="*/ 0 60000 65536"/>
                    <a:gd name="T14" fmla="*/ 0 60000 65536"/>
                    <a:gd name="T15" fmla="*/ 0 w 38"/>
                    <a:gd name="T16" fmla="*/ 0 h 69"/>
                    <a:gd name="T17" fmla="*/ 38 w 38"/>
                    <a:gd name="T18" fmla="*/ 69 h 69"/>
                  </a:gdLst>
                  <a:ahLst/>
                  <a:cxnLst>
                    <a:cxn ang="T10">
                      <a:pos x="T0" y="T1"/>
                    </a:cxn>
                    <a:cxn ang="T11">
                      <a:pos x="T2" y="T3"/>
                    </a:cxn>
                    <a:cxn ang="T12">
                      <a:pos x="T4" y="T5"/>
                    </a:cxn>
                    <a:cxn ang="T13">
                      <a:pos x="T6" y="T7"/>
                    </a:cxn>
                    <a:cxn ang="T14">
                      <a:pos x="T8" y="T9"/>
                    </a:cxn>
                  </a:cxnLst>
                  <a:rect l="T15" t="T16" r="T17" b="T18"/>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98" name="Freeform 350"/>
                <p:cNvSpPr>
                  <a:spLocks/>
                </p:cNvSpPr>
                <p:nvPr/>
              </p:nvSpPr>
              <p:spPr bwMode="auto">
                <a:xfrm>
                  <a:off x="901" y="3526"/>
                  <a:ext cx="33" cy="12"/>
                </a:xfrm>
                <a:custGeom>
                  <a:avLst/>
                  <a:gdLst>
                    <a:gd name="T0" fmla="*/ 0 w 64"/>
                    <a:gd name="T1" fmla="*/ 0 h 35"/>
                    <a:gd name="T2" fmla="*/ 1 w 64"/>
                    <a:gd name="T3" fmla="*/ 0 h 35"/>
                    <a:gd name="T4" fmla="*/ 1 w 64"/>
                    <a:gd name="T5" fmla="*/ 0 h 35"/>
                    <a:gd name="T6" fmla="*/ 1 w 64"/>
                    <a:gd name="T7" fmla="*/ 0 h 35"/>
                    <a:gd name="T8" fmla="*/ 0 w 64"/>
                    <a:gd name="T9" fmla="*/ 0 h 35"/>
                    <a:gd name="T10" fmla="*/ 0 60000 65536"/>
                    <a:gd name="T11" fmla="*/ 0 60000 65536"/>
                    <a:gd name="T12" fmla="*/ 0 60000 65536"/>
                    <a:gd name="T13" fmla="*/ 0 60000 65536"/>
                    <a:gd name="T14" fmla="*/ 0 60000 65536"/>
                    <a:gd name="T15" fmla="*/ 0 w 64"/>
                    <a:gd name="T16" fmla="*/ 0 h 35"/>
                    <a:gd name="T17" fmla="*/ 64 w 64"/>
                    <a:gd name="T18" fmla="*/ 35 h 35"/>
                  </a:gdLst>
                  <a:ahLst/>
                  <a:cxnLst>
                    <a:cxn ang="T10">
                      <a:pos x="T0" y="T1"/>
                    </a:cxn>
                    <a:cxn ang="T11">
                      <a:pos x="T2" y="T3"/>
                    </a:cxn>
                    <a:cxn ang="T12">
                      <a:pos x="T4" y="T5"/>
                    </a:cxn>
                    <a:cxn ang="T13">
                      <a:pos x="T6" y="T7"/>
                    </a:cxn>
                    <a:cxn ang="T14">
                      <a:pos x="T8" y="T9"/>
                    </a:cxn>
                  </a:cxnLst>
                  <a:rect l="T15" t="T16" r="T17" b="T18"/>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99" name="Freeform 351"/>
                <p:cNvSpPr>
                  <a:spLocks/>
                </p:cNvSpPr>
                <p:nvPr/>
              </p:nvSpPr>
              <p:spPr bwMode="auto">
                <a:xfrm>
                  <a:off x="907" y="3538"/>
                  <a:ext cx="32" cy="11"/>
                </a:xfrm>
                <a:custGeom>
                  <a:avLst/>
                  <a:gdLst>
                    <a:gd name="T0" fmla="*/ 0 w 65"/>
                    <a:gd name="T1" fmla="*/ 0 h 31"/>
                    <a:gd name="T2" fmla="*/ 0 w 65"/>
                    <a:gd name="T3" fmla="*/ 0 h 31"/>
                    <a:gd name="T4" fmla="*/ 0 w 65"/>
                    <a:gd name="T5" fmla="*/ 0 h 31"/>
                    <a:gd name="T6" fmla="*/ 0 w 65"/>
                    <a:gd name="T7" fmla="*/ 0 h 31"/>
                    <a:gd name="T8" fmla="*/ 0 w 65"/>
                    <a:gd name="T9" fmla="*/ 0 h 31"/>
                    <a:gd name="T10" fmla="*/ 0 60000 65536"/>
                    <a:gd name="T11" fmla="*/ 0 60000 65536"/>
                    <a:gd name="T12" fmla="*/ 0 60000 65536"/>
                    <a:gd name="T13" fmla="*/ 0 60000 65536"/>
                    <a:gd name="T14" fmla="*/ 0 60000 65536"/>
                    <a:gd name="T15" fmla="*/ 0 w 65"/>
                    <a:gd name="T16" fmla="*/ 0 h 31"/>
                    <a:gd name="T17" fmla="*/ 65 w 65"/>
                    <a:gd name="T18" fmla="*/ 31 h 31"/>
                  </a:gdLst>
                  <a:ahLst/>
                  <a:cxnLst>
                    <a:cxn ang="T10">
                      <a:pos x="T0" y="T1"/>
                    </a:cxn>
                    <a:cxn ang="T11">
                      <a:pos x="T2" y="T3"/>
                    </a:cxn>
                    <a:cxn ang="T12">
                      <a:pos x="T4" y="T5"/>
                    </a:cxn>
                    <a:cxn ang="T13">
                      <a:pos x="T6" y="T7"/>
                    </a:cxn>
                    <a:cxn ang="T14">
                      <a:pos x="T8" y="T9"/>
                    </a:cxn>
                  </a:cxnLst>
                  <a:rect l="T15" t="T16" r="T17" b="T18"/>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69" name="Group 352"/>
              <p:cNvGrpSpPr>
                <a:grpSpLocks/>
              </p:cNvGrpSpPr>
              <p:nvPr/>
            </p:nvGrpSpPr>
            <p:grpSpPr bwMode="auto">
              <a:xfrm>
                <a:off x="907" y="3540"/>
                <a:ext cx="45" cy="22"/>
                <a:chOff x="907" y="3540"/>
                <a:chExt cx="45" cy="22"/>
              </a:xfrm>
            </p:grpSpPr>
            <p:sp>
              <p:nvSpPr>
                <p:cNvPr id="12594" name="Freeform 353"/>
                <p:cNvSpPr>
                  <a:spLocks/>
                </p:cNvSpPr>
                <p:nvPr/>
              </p:nvSpPr>
              <p:spPr bwMode="auto">
                <a:xfrm>
                  <a:off x="907" y="3540"/>
                  <a:ext cx="20" cy="22"/>
                </a:xfrm>
                <a:custGeom>
                  <a:avLst/>
                  <a:gdLst>
                    <a:gd name="T0" fmla="*/ 1 w 39"/>
                    <a:gd name="T1" fmla="*/ 0 h 68"/>
                    <a:gd name="T2" fmla="*/ 0 w 39"/>
                    <a:gd name="T3" fmla="*/ 0 h 68"/>
                    <a:gd name="T4" fmla="*/ 1 w 39"/>
                    <a:gd name="T5" fmla="*/ 0 h 68"/>
                    <a:gd name="T6" fmla="*/ 1 w 39"/>
                    <a:gd name="T7" fmla="*/ 0 h 68"/>
                    <a:gd name="T8" fmla="*/ 1 w 39"/>
                    <a:gd name="T9" fmla="*/ 0 h 68"/>
                    <a:gd name="T10" fmla="*/ 0 60000 65536"/>
                    <a:gd name="T11" fmla="*/ 0 60000 65536"/>
                    <a:gd name="T12" fmla="*/ 0 60000 65536"/>
                    <a:gd name="T13" fmla="*/ 0 60000 65536"/>
                    <a:gd name="T14" fmla="*/ 0 60000 65536"/>
                    <a:gd name="T15" fmla="*/ 0 w 39"/>
                    <a:gd name="T16" fmla="*/ 0 h 68"/>
                    <a:gd name="T17" fmla="*/ 39 w 39"/>
                    <a:gd name="T18" fmla="*/ 68 h 68"/>
                  </a:gdLst>
                  <a:ahLst/>
                  <a:cxnLst>
                    <a:cxn ang="T10">
                      <a:pos x="T0" y="T1"/>
                    </a:cxn>
                    <a:cxn ang="T11">
                      <a:pos x="T2" y="T3"/>
                    </a:cxn>
                    <a:cxn ang="T12">
                      <a:pos x="T4" y="T5"/>
                    </a:cxn>
                    <a:cxn ang="T13">
                      <a:pos x="T6" y="T7"/>
                    </a:cxn>
                    <a:cxn ang="T14">
                      <a:pos x="T8" y="T9"/>
                    </a:cxn>
                  </a:cxnLst>
                  <a:rect l="T15" t="T16" r="T17" b="T18"/>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95" name="Freeform 354"/>
                <p:cNvSpPr>
                  <a:spLocks/>
                </p:cNvSpPr>
                <p:nvPr/>
              </p:nvSpPr>
              <p:spPr bwMode="auto">
                <a:xfrm>
                  <a:off x="914" y="3540"/>
                  <a:ext cx="32"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 name="T15" fmla="*/ 0 w 64"/>
                    <a:gd name="T16" fmla="*/ 0 h 34"/>
                    <a:gd name="T17" fmla="*/ 64 w 64"/>
                    <a:gd name="T18" fmla="*/ 34 h 34"/>
                  </a:gdLst>
                  <a:ahLst/>
                  <a:cxnLst>
                    <a:cxn ang="T10">
                      <a:pos x="T0" y="T1"/>
                    </a:cxn>
                    <a:cxn ang="T11">
                      <a:pos x="T2" y="T3"/>
                    </a:cxn>
                    <a:cxn ang="T12">
                      <a:pos x="T4" y="T5"/>
                    </a:cxn>
                    <a:cxn ang="T13">
                      <a:pos x="T6" y="T7"/>
                    </a:cxn>
                    <a:cxn ang="T14">
                      <a:pos x="T8" y="T9"/>
                    </a:cxn>
                  </a:cxnLst>
                  <a:rect l="T15" t="T16" r="T17" b="T18"/>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96" name="Freeform 355"/>
                <p:cNvSpPr>
                  <a:spLocks/>
                </p:cNvSpPr>
                <p:nvPr/>
              </p:nvSpPr>
              <p:spPr bwMode="auto">
                <a:xfrm>
                  <a:off x="919" y="3552"/>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 name="T15" fmla="*/ 0 w 66"/>
                    <a:gd name="T16" fmla="*/ 0 h 30"/>
                    <a:gd name="T17" fmla="*/ 66 w 66"/>
                    <a:gd name="T18" fmla="*/ 30 h 30"/>
                  </a:gdLst>
                  <a:ahLst/>
                  <a:cxnLst>
                    <a:cxn ang="T10">
                      <a:pos x="T0" y="T1"/>
                    </a:cxn>
                    <a:cxn ang="T11">
                      <a:pos x="T2" y="T3"/>
                    </a:cxn>
                    <a:cxn ang="T12">
                      <a:pos x="T4" y="T5"/>
                    </a:cxn>
                    <a:cxn ang="T13">
                      <a:pos x="T6" y="T7"/>
                    </a:cxn>
                    <a:cxn ang="T14">
                      <a:pos x="T8" y="T9"/>
                    </a:cxn>
                  </a:cxnLst>
                  <a:rect l="T15" t="T16" r="T17" b="T18"/>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70" name="Group 356"/>
              <p:cNvGrpSpPr>
                <a:grpSpLocks/>
              </p:cNvGrpSpPr>
              <p:nvPr/>
            </p:nvGrpSpPr>
            <p:grpSpPr bwMode="auto">
              <a:xfrm>
                <a:off x="920" y="3553"/>
                <a:ext cx="45" cy="23"/>
                <a:chOff x="920" y="3553"/>
                <a:chExt cx="45" cy="23"/>
              </a:xfrm>
            </p:grpSpPr>
            <p:sp>
              <p:nvSpPr>
                <p:cNvPr id="12591" name="Freeform 357"/>
                <p:cNvSpPr>
                  <a:spLocks/>
                </p:cNvSpPr>
                <p:nvPr/>
              </p:nvSpPr>
              <p:spPr bwMode="auto">
                <a:xfrm>
                  <a:off x="920" y="3553"/>
                  <a:ext cx="20" cy="23"/>
                </a:xfrm>
                <a:custGeom>
                  <a:avLst/>
                  <a:gdLst>
                    <a:gd name="T0" fmla="*/ 0 w 41"/>
                    <a:gd name="T1" fmla="*/ 0 h 68"/>
                    <a:gd name="T2" fmla="*/ 0 w 41"/>
                    <a:gd name="T3" fmla="*/ 0 h 68"/>
                    <a:gd name="T4" fmla="*/ 0 w 41"/>
                    <a:gd name="T5" fmla="*/ 0 h 68"/>
                    <a:gd name="T6" fmla="*/ 0 w 41"/>
                    <a:gd name="T7" fmla="*/ 0 h 68"/>
                    <a:gd name="T8" fmla="*/ 0 w 41"/>
                    <a:gd name="T9" fmla="*/ 0 h 68"/>
                    <a:gd name="T10" fmla="*/ 0 60000 65536"/>
                    <a:gd name="T11" fmla="*/ 0 60000 65536"/>
                    <a:gd name="T12" fmla="*/ 0 60000 65536"/>
                    <a:gd name="T13" fmla="*/ 0 60000 65536"/>
                    <a:gd name="T14" fmla="*/ 0 60000 65536"/>
                    <a:gd name="T15" fmla="*/ 0 w 41"/>
                    <a:gd name="T16" fmla="*/ 0 h 68"/>
                    <a:gd name="T17" fmla="*/ 41 w 41"/>
                    <a:gd name="T18" fmla="*/ 68 h 68"/>
                  </a:gdLst>
                  <a:ahLst/>
                  <a:cxnLst>
                    <a:cxn ang="T10">
                      <a:pos x="T0" y="T1"/>
                    </a:cxn>
                    <a:cxn ang="T11">
                      <a:pos x="T2" y="T3"/>
                    </a:cxn>
                    <a:cxn ang="T12">
                      <a:pos x="T4" y="T5"/>
                    </a:cxn>
                    <a:cxn ang="T13">
                      <a:pos x="T6" y="T7"/>
                    </a:cxn>
                    <a:cxn ang="T14">
                      <a:pos x="T8" y="T9"/>
                    </a:cxn>
                  </a:cxnLst>
                  <a:rect l="T15" t="T16" r="T17" b="T18"/>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92" name="Freeform 358"/>
                <p:cNvSpPr>
                  <a:spLocks/>
                </p:cNvSpPr>
                <p:nvPr/>
              </p:nvSpPr>
              <p:spPr bwMode="auto">
                <a:xfrm>
                  <a:off x="927" y="3554"/>
                  <a:ext cx="32" cy="11"/>
                </a:xfrm>
                <a:custGeom>
                  <a:avLst/>
                  <a:gdLst>
                    <a:gd name="T0" fmla="*/ 0 w 63"/>
                    <a:gd name="T1" fmla="*/ 0 h 33"/>
                    <a:gd name="T2" fmla="*/ 1 w 63"/>
                    <a:gd name="T3" fmla="*/ 0 h 33"/>
                    <a:gd name="T4" fmla="*/ 1 w 63"/>
                    <a:gd name="T5" fmla="*/ 0 h 33"/>
                    <a:gd name="T6" fmla="*/ 1 w 63"/>
                    <a:gd name="T7" fmla="*/ 0 h 33"/>
                    <a:gd name="T8" fmla="*/ 0 w 63"/>
                    <a:gd name="T9" fmla="*/ 0 h 33"/>
                    <a:gd name="T10" fmla="*/ 0 60000 65536"/>
                    <a:gd name="T11" fmla="*/ 0 60000 65536"/>
                    <a:gd name="T12" fmla="*/ 0 60000 65536"/>
                    <a:gd name="T13" fmla="*/ 0 60000 65536"/>
                    <a:gd name="T14" fmla="*/ 0 60000 65536"/>
                    <a:gd name="T15" fmla="*/ 0 w 63"/>
                    <a:gd name="T16" fmla="*/ 0 h 33"/>
                    <a:gd name="T17" fmla="*/ 63 w 63"/>
                    <a:gd name="T18" fmla="*/ 33 h 33"/>
                  </a:gdLst>
                  <a:ahLst/>
                  <a:cxnLst>
                    <a:cxn ang="T10">
                      <a:pos x="T0" y="T1"/>
                    </a:cxn>
                    <a:cxn ang="T11">
                      <a:pos x="T2" y="T3"/>
                    </a:cxn>
                    <a:cxn ang="T12">
                      <a:pos x="T4" y="T5"/>
                    </a:cxn>
                    <a:cxn ang="T13">
                      <a:pos x="T6" y="T7"/>
                    </a:cxn>
                    <a:cxn ang="T14">
                      <a:pos x="T8" y="T9"/>
                    </a:cxn>
                  </a:cxnLst>
                  <a:rect l="T15" t="T16" r="T17" b="T18"/>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93" name="Freeform 359"/>
                <p:cNvSpPr>
                  <a:spLocks/>
                </p:cNvSpPr>
                <p:nvPr/>
              </p:nvSpPr>
              <p:spPr bwMode="auto">
                <a:xfrm>
                  <a:off x="932" y="3566"/>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 name="T15" fmla="*/ 0 w 66"/>
                    <a:gd name="T16" fmla="*/ 0 h 30"/>
                    <a:gd name="T17" fmla="*/ 66 w 66"/>
                    <a:gd name="T18" fmla="*/ 30 h 30"/>
                  </a:gdLst>
                  <a:ahLst/>
                  <a:cxnLst>
                    <a:cxn ang="T10">
                      <a:pos x="T0" y="T1"/>
                    </a:cxn>
                    <a:cxn ang="T11">
                      <a:pos x="T2" y="T3"/>
                    </a:cxn>
                    <a:cxn ang="T12">
                      <a:pos x="T4" y="T5"/>
                    </a:cxn>
                    <a:cxn ang="T13">
                      <a:pos x="T6" y="T7"/>
                    </a:cxn>
                    <a:cxn ang="T14">
                      <a:pos x="T8" y="T9"/>
                    </a:cxn>
                  </a:cxnLst>
                  <a:rect l="T15" t="T16" r="T17" b="T18"/>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71" name="Group 360"/>
              <p:cNvGrpSpPr>
                <a:grpSpLocks/>
              </p:cNvGrpSpPr>
              <p:nvPr/>
            </p:nvGrpSpPr>
            <p:grpSpPr bwMode="auto">
              <a:xfrm>
                <a:off x="934" y="3566"/>
                <a:ext cx="44" cy="23"/>
                <a:chOff x="934" y="3566"/>
                <a:chExt cx="44" cy="23"/>
              </a:xfrm>
            </p:grpSpPr>
            <p:sp>
              <p:nvSpPr>
                <p:cNvPr id="12588" name="Freeform 361"/>
                <p:cNvSpPr>
                  <a:spLocks/>
                </p:cNvSpPr>
                <p:nvPr/>
              </p:nvSpPr>
              <p:spPr bwMode="auto">
                <a:xfrm>
                  <a:off x="934" y="3566"/>
                  <a:ext cx="19" cy="23"/>
                </a:xfrm>
                <a:custGeom>
                  <a:avLst/>
                  <a:gdLst>
                    <a:gd name="T0" fmla="*/ 0 w 40"/>
                    <a:gd name="T1" fmla="*/ 0 h 68"/>
                    <a:gd name="T2" fmla="*/ 0 w 40"/>
                    <a:gd name="T3" fmla="*/ 0 h 68"/>
                    <a:gd name="T4" fmla="*/ 0 w 40"/>
                    <a:gd name="T5" fmla="*/ 0 h 68"/>
                    <a:gd name="T6" fmla="*/ 0 w 40"/>
                    <a:gd name="T7" fmla="*/ 0 h 68"/>
                    <a:gd name="T8" fmla="*/ 0 w 40"/>
                    <a:gd name="T9" fmla="*/ 0 h 68"/>
                    <a:gd name="T10" fmla="*/ 0 60000 65536"/>
                    <a:gd name="T11" fmla="*/ 0 60000 65536"/>
                    <a:gd name="T12" fmla="*/ 0 60000 65536"/>
                    <a:gd name="T13" fmla="*/ 0 60000 65536"/>
                    <a:gd name="T14" fmla="*/ 0 60000 65536"/>
                    <a:gd name="T15" fmla="*/ 0 w 40"/>
                    <a:gd name="T16" fmla="*/ 0 h 68"/>
                    <a:gd name="T17" fmla="*/ 40 w 40"/>
                    <a:gd name="T18" fmla="*/ 68 h 68"/>
                  </a:gdLst>
                  <a:ahLst/>
                  <a:cxnLst>
                    <a:cxn ang="T10">
                      <a:pos x="T0" y="T1"/>
                    </a:cxn>
                    <a:cxn ang="T11">
                      <a:pos x="T2" y="T3"/>
                    </a:cxn>
                    <a:cxn ang="T12">
                      <a:pos x="T4" y="T5"/>
                    </a:cxn>
                    <a:cxn ang="T13">
                      <a:pos x="T6" y="T7"/>
                    </a:cxn>
                    <a:cxn ang="T14">
                      <a:pos x="T8" y="T9"/>
                    </a:cxn>
                  </a:cxnLst>
                  <a:rect l="T15" t="T16" r="T17" b="T18"/>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89" name="Freeform 362"/>
                <p:cNvSpPr>
                  <a:spLocks/>
                </p:cNvSpPr>
                <p:nvPr/>
              </p:nvSpPr>
              <p:spPr bwMode="auto">
                <a:xfrm>
                  <a:off x="940" y="3567"/>
                  <a:ext cx="32" cy="11"/>
                </a:xfrm>
                <a:custGeom>
                  <a:avLst/>
                  <a:gdLst>
                    <a:gd name="T0" fmla="*/ 0 w 65"/>
                    <a:gd name="T1" fmla="*/ 0 h 35"/>
                    <a:gd name="T2" fmla="*/ 0 w 65"/>
                    <a:gd name="T3" fmla="*/ 0 h 35"/>
                    <a:gd name="T4" fmla="*/ 0 w 65"/>
                    <a:gd name="T5" fmla="*/ 0 h 35"/>
                    <a:gd name="T6" fmla="*/ 0 w 65"/>
                    <a:gd name="T7" fmla="*/ 0 h 35"/>
                    <a:gd name="T8" fmla="*/ 0 w 65"/>
                    <a:gd name="T9" fmla="*/ 0 h 35"/>
                    <a:gd name="T10" fmla="*/ 0 60000 65536"/>
                    <a:gd name="T11" fmla="*/ 0 60000 65536"/>
                    <a:gd name="T12" fmla="*/ 0 60000 65536"/>
                    <a:gd name="T13" fmla="*/ 0 60000 65536"/>
                    <a:gd name="T14" fmla="*/ 0 60000 65536"/>
                    <a:gd name="T15" fmla="*/ 0 w 65"/>
                    <a:gd name="T16" fmla="*/ 0 h 35"/>
                    <a:gd name="T17" fmla="*/ 65 w 65"/>
                    <a:gd name="T18" fmla="*/ 35 h 35"/>
                  </a:gdLst>
                  <a:ahLst/>
                  <a:cxnLst>
                    <a:cxn ang="T10">
                      <a:pos x="T0" y="T1"/>
                    </a:cxn>
                    <a:cxn ang="T11">
                      <a:pos x="T2" y="T3"/>
                    </a:cxn>
                    <a:cxn ang="T12">
                      <a:pos x="T4" y="T5"/>
                    </a:cxn>
                    <a:cxn ang="T13">
                      <a:pos x="T6" y="T7"/>
                    </a:cxn>
                    <a:cxn ang="T14">
                      <a:pos x="T8" y="T9"/>
                    </a:cxn>
                  </a:cxnLst>
                  <a:rect l="T15" t="T16" r="T17" b="T18"/>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90" name="Freeform 363"/>
                <p:cNvSpPr>
                  <a:spLocks/>
                </p:cNvSpPr>
                <p:nvPr/>
              </p:nvSpPr>
              <p:spPr bwMode="auto">
                <a:xfrm>
                  <a:off x="945" y="3579"/>
                  <a:ext cx="33" cy="9"/>
                </a:xfrm>
                <a:custGeom>
                  <a:avLst/>
                  <a:gdLst>
                    <a:gd name="T0" fmla="*/ 0 w 65"/>
                    <a:gd name="T1" fmla="*/ 0 h 28"/>
                    <a:gd name="T2" fmla="*/ 1 w 65"/>
                    <a:gd name="T3" fmla="*/ 0 h 28"/>
                    <a:gd name="T4" fmla="*/ 1 w 65"/>
                    <a:gd name="T5" fmla="*/ 0 h 28"/>
                    <a:gd name="T6" fmla="*/ 1 w 65"/>
                    <a:gd name="T7" fmla="*/ 0 h 28"/>
                    <a:gd name="T8" fmla="*/ 0 w 65"/>
                    <a:gd name="T9" fmla="*/ 0 h 28"/>
                    <a:gd name="T10" fmla="*/ 0 60000 65536"/>
                    <a:gd name="T11" fmla="*/ 0 60000 65536"/>
                    <a:gd name="T12" fmla="*/ 0 60000 65536"/>
                    <a:gd name="T13" fmla="*/ 0 60000 65536"/>
                    <a:gd name="T14" fmla="*/ 0 60000 65536"/>
                    <a:gd name="T15" fmla="*/ 0 w 65"/>
                    <a:gd name="T16" fmla="*/ 0 h 28"/>
                    <a:gd name="T17" fmla="*/ 65 w 65"/>
                    <a:gd name="T18" fmla="*/ 28 h 28"/>
                  </a:gdLst>
                  <a:ahLst/>
                  <a:cxnLst>
                    <a:cxn ang="T10">
                      <a:pos x="T0" y="T1"/>
                    </a:cxn>
                    <a:cxn ang="T11">
                      <a:pos x="T2" y="T3"/>
                    </a:cxn>
                    <a:cxn ang="T12">
                      <a:pos x="T4" y="T5"/>
                    </a:cxn>
                    <a:cxn ang="T13">
                      <a:pos x="T6" y="T7"/>
                    </a:cxn>
                    <a:cxn ang="T14">
                      <a:pos x="T8" y="T9"/>
                    </a:cxn>
                  </a:cxnLst>
                  <a:rect l="T15" t="T16" r="T17" b="T18"/>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72" name="Group 364"/>
              <p:cNvGrpSpPr>
                <a:grpSpLocks/>
              </p:cNvGrpSpPr>
              <p:nvPr/>
            </p:nvGrpSpPr>
            <p:grpSpPr bwMode="auto">
              <a:xfrm>
                <a:off x="949" y="3579"/>
                <a:ext cx="83" cy="63"/>
                <a:chOff x="949" y="3579"/>
                <a:chExt cx="83" cy="63"/>
              </a:xfrm>
            </p:grpSpPr>
            <p:grpSp>
              <p:nvGrpSpPr>
                <p:cNvPr id="12572" name="Group 365"/>
                <p:cNvGrpSpPr>
                  <a:grpSpLocks/>
                </p:cNvGrpSpPr>
                <p:nvPr/>
              </p:nvGrpSpPr>
              <p:grpSpPr bwMode="auto">
                <a:xfrm>
                  <a:off x="949" y="3579"/>
                  <a:ext cx="44" cy="23"/>
                  <a:chOff x="949" y="3579"/>
                  <a:chExt cx="44" cy="23"/>
                </a:xfrm>
              </p:grpSpPr>
              <p:sp>
                <p:nvSpPr>
                  <p:cNvPr id="12585" name="Freeform 366"/>
                  <p:cNvSpPr>
                    <a:spLocks/>
                  </p:cNvSpPr>
                  <p:nvPr/>
                </p:nvSpPr>
                <p:spPr bwMode="auto">
                  <a:xfrm>
                    <a:off x="949" y="3579"/>
                    <a:ext cx="19" cy="23"/>
                  </a:xfrm>
                  <a:custGeom>
                    <a:avLst/>
                    <a:gdLst>
                      <a:gd name="T0" fmla="*/ 1 w 38"/>
                      <a:gd name="T1" fmla="*/ 0 h 68"/>
                      <a:gd name="T2" fmla="*/ 0 w 38"/>
                      <a:gd name="T3" fmla="*/ 0 h 68"/>
                      <a:gd name="T4" fmla="*/ 1 w 38"/>
                      <a:gd name="T5" fmla="*/ 0 h 68"/>
                      <a:gd name="T6" fmla="*/ 1 w 38"/>
                      <a:gd name="T7" fmla="*/ 0 h 68"/>
                      <a:gd name="T8" fmla="*/ 1 w 38"/>
                      <a:gd name="T9" fmla="*/ 0 h 68"/>
                      <a:gd name="T10" fmla="*/ 0 60000 65536"/>
                      <a:gd name="T11" fmla="*/ 0 60000 65536"/>
                      <a:gd name="T12" fmla="*/ 0 60000 65536"/>
                      <a:gd name="T13" fmla="*/ 0 60000 65536"/>
                      <a:gd name="T14" fmla="*/ 0 60000 65536"/>
                      <a:gd name="T15" fmla="*/ 0 w 38"/>
                      <a:gd name="T16" fmla="*/ 0 h 68"/>
                      <a:gd name="T17" fmla="*/ 38 w 38"/>
                      <a:gd name="T18" fmla="*/ 68 h 68"/>
                    </a:gdLst>
                    <a:ahLst/>
                    <a:cxnLst>
                      <a:cxn ang="T10">
                        <a:pos x="T0" y="T1"/>
                      </a:cxn>
                      <a:cxn ang="T11">
                        <a:pos x="T2" y="T3"/>
                      </a:cxn>
                      <a:cxn ang="T12">
                        <a:pos x="T4" y="T5"/>
                      </a:cxn>
                      <a:cxn ang="T13">
                        <a:pos x="T6" y="T7"/>
                      </a:cxn>
                      <a:cxn ang="T14">
                        <a:pos x="T8" y="T9"/>
                      </a:cxn>
                    </a:cxnLst>
                    <a:rect l="T15" t="T16" r="T17" b="T18"/>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86" name="Freeform 367"/>
                  <p:cNvSpPr>
                    <a:spLocks/>
                  </p:cNvSpPr>
                  <p:nvPr/>
                </p:nvSpPr>
                <p:spPr bwMode="auto">
                  <a:xfrm>
                    <a:off x="955" y="3579"/>
                    <a:ext cx="32" cy="11"/>
                  </a:xfrm>
                  <a:custGeom>
                    <a:avLst/>
                    <a:gdLst>
                      <a:gd name="T0" fmla="*/ 0 w 66"/>
                      <a:gd name="T1" fmla="*/ 0 h 32"/>
                      <a:gd name="T2" fmla="*/ 0 w 66"/>
                      <a:gd name="T3" fmla="*/ 0 h 32"/>
                      <a:gd name="T4" fmla="*/ 0 w 66"/>
                      <a:gd name="T5" fmla="*/ 0 h 32"/>
                      <a:gd name="T6" fmla="*/ 0 w 66"/>
                      <a:gd name="T7" fmla="*/ 0 h 32"/>
                      <a:gd name="T8" fmla="*/ 0 w 66"/>
                      <a:gd name="T9" fmla="*/ 0 h 32"/>
                      <a:gd name="T10" fmla="*/ 0 60000 65536"/>
                      <a:gd name="T11" fmla="*/ 0 60000 65536"/>
                      <a:gd name="T12" fmla="*/ 0 60000 65536"/>
                      <a:gd name="T13" fmla="*/ 0 60000 65536"/>
                      <a:gd name="T14" fmla="*/ 0 60000 65536"/>
                      <a:gd name="T15" fmla="*/ 0 w 66"/>
                      <a:gd name="T16" fmla="*/ 0 h 32"/>
                      <a:gd name="T17" fmla="*/ 66 w 66"/>
                      <a:gd name="T18" fmla="*/ 32 h 32"/>
                    </a:gdLst>
                    <a:ahLst/>
                    <a:cxnLst>
                      <a:cxn ang="T10">
                        <a:pos x="T0" y="T1"/>
                      </a:cxn>
                      <a:cxn ang="T11">
                        <a:pos x="T2" y="T3"/>
                      </a:cxn>
                      <a:cxn ang="T12">
                        <a:pos x="T4" y="T5"/>
                      </a:cxn>
                      <a:cxn ang="T13">
                        <a:pos x="T6" y="T7"/>
                      </a:cxn>
                      <a:cxn ang="T14">
                        <a:pos x="T8" y="T9"/>
                      </a:cxn>
                    </a:cxnLst>
                    <a:rect l="T15" t="T16" r="T17" b="T18"/>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87" name="Freeform 368"/>
                  <p:cNvSpPr>
                    <a:spLocks/>
                  </p:cNvSpPr>
                  <p:nvPr/>
                </p:nvSpPr>
                <p:spPr bwMode="auto">
                  <a:xfrm>
                    <a:off x="960" y="3591"/>
                    <a:ext cx="33" cy="10"/>
                  </a:xfrm>
                  <a:custGeom>
                    <a:avLst/>
                    <a:gdLst>
                      <a:gd name="T0" fmla="*/ 0 w 65"/>
                      <a:gd name="T1" fmla="*/ 0 h 31"/>
                      <a:gd name="T2" fmla="*/ 1 w 65"/>
                      <a:gd name="T3" fmla="*/ 0 h 31"/>
                      <a:gd name="T4" fmla="*/ 1 w 65"/>
                      <a:gd name="T5" fmla="*/ 0 h 31"/>
                      <a:gd name="T6" fmla="*/ 1 w 65"/>
                      <a:gd name="T7" fmla="*/ 0 h 31"/>
                      <a:gd name="T8" fmla="*/ 0 w 65"/>
                      <a:gd name="T9" fmla="*/ 0 h 31"/>
                      <a:gd name="T10" fmla="*/ 0 60000 65536"/>
                      <a:gd name="T11" fmla="*/ 0 60000 65536"/>
                      <a:gd name="T12" fmla="*/ 0 60000 65536"/>
                      <a:gd name="T13" fmla="*/ 0 60000 65536"/>
                      <a:gd name="T14" fmla="*/ 0 60000 65536"/>
                      <a:gd name="T15" fmla="*/ 0 w 65"/>
                      <a:gd name="T16" fmla="*/ 0 h 31"/>
                      <a:gd name="T17" fmla="*/ 65 w 65"/>
                      <a:gd name="T18" fmla="*/ 31 h 31"/>
                    </a:gdLst>
                    <a:ahLst/>
                    <a:cxnLst>
                      <a:cxn ang="T10">
                        <a:pos x="T0" y="T1"/>
                      </a:cxn>
                      <a:cxn ang="T11">
                        <a:pos x="T2" y="T3"/>
                      </a:cxn>
                      <a:cxn ang="T12">
                        <a:pos x="T4" y="T5"/>
                      </a:cxn>
                      <a:cxn ang="T13">
                        <a:pos x="T6" y="T7"/>
                      </a:cxn>
                      <a:cxn ang="T14">
                        <a:pos x="T8" y="T9"/>
                      </a:cxn>
                    </a:cxnLst>
                    <a:rect l="T15" t="T16" r="T17" b="T18"/>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573" name="Group 369"/>
                <p:cNvGrpSpPr>
                  <a:grpSpLocks/>
                </p:cNvGrpSpPr>
                <p:nvPr/>
              </p:nvGrpSpPr>
              <p:grpSpPr bwMode="auto">
                <a:xfrm>
                  <a:off x="961" y="3592"/>
                  <a:ext cx="45" cy="23"/>
                  <a:chOff x="961" y="3592"/>
                  <a:chExt cx="45" cy="23"/>
                </a:xfrm>
              </p:grpSpPr>
              <p:sp>
                <p:nvSpPr>
                  <p:cNvPr id="12582" name="Freeform 370"/>
                  <p:cNvSpPr>
                    <a:spLocks/>
                  </p:cNvSpPr>
                  <p:nvPr/>
                </p:nvSpPr>
                <p:spPr bwMode="auto">
                  <a:xfrm>
                    <a:off x="961" y="3592"/>
                    <a:ext cx="20" cy="23"/>
                  </a:xfrm>
                  <a:custGeom>
                    <a:avLst/>
                    <a:gdLst>
                      <a:gd name="T0" fmla="*/ 1 w 40"/>
                      <a:gd name="T1" fmla="*/ 0 h 69"/>
                      <a:gd name="T2" fmla="*/ 0 w 40"/>
                      <a:gd name="T3" fmla="*/ 0 h 69"/>
                      <a:gd name="T4" fmla="*/ 1 w 40"/>
                      <a:gd name="T5" fmla="*/ 0 h 69"/>
                      <a:gd name="T6" fmla="*/ 1 w 40"/>
                      <a:gd name="T7" fmla="*/ 0 h 69"/>
                      <a:gd name="T8" fmla="*/ 1 w 40"/>
                      <a:gd name="T9" fmla="*/ 0 h 69"/>
                      <a:gd name="T10" fmla="*/ 0 60000 65536"/>
                      <a:gd name="T11" fmla="*/ 0 60000 65536"/>
                      <a:gd name="T12" fmla="*/ 0 60000 65536"/>
                      <a:gd name="T13" fmla="*/ 0 60000 65536"/>
                      <a:gd name="T14" fmla="*/ 0 60000 65536"/>
                      <a:gd name="T15" fmla="*/ 0 w 40"/>
                      <a:gd name="T16" fmla="*/ 0 h 69"/>
                      <a:gd name="T17" fmla="*/ 40 w 40"/>
                      <a:gd name="T18" fmla="*/ 69 h 69"/>
                    </a:gdLst>
                    <a:ahLst/>
                    <a:cxnLst>
                      <a:cxn ang="T10">
                        <a:pos x="T0" y="T1"/>
                      </a:cxn>
                      <a:cxn ang="T11">
                        <a:pos x="T2" y="T3"/>
                      </a:cxn>
                      <a:cxn ang="T12">
                        <a:pos x="T4" y="T5"/>
                      </a:cxn>
                      <a:cxn ang="T13">
                        <a:pos x="T6" y="T7"/>
                      </a:cxn>
                      <a:cxn ang="T14">
                        <a:pos x="T8" y="T9"/>
                      </a:cxn>
                    </a:cxnLst>
                    <a:rect l="T15" t="T16" r="T17" b="T18"/>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83" name="Freeform 371"/>
                  <p:cNvSpPr>
                    <a:spLocks/>
                  </p:cNvSpPr>
                  <p:nvPr/>
                </p:nvSpPr>
                <p:spPr bwMode="auto">
                  <a:xfrm>
                    <a:off x="968" y="3593"/>
                    <a:ext cx="33" cy="11"/>
                  </a:xfrm>
                  <a:custGeom>
                    <a:avLst/>
                    <a:gdLst>
                      <a:gd name="T0" fmla="*/ 0 w 66"/>
                      <a:gd name="T1" fmla="*/ 0 h 35"/>
                      <a:gd name="T2" fmla="*/ 1 w 66"/>
                      <a:gd name="T3" fmla="*/ 0 h 35"/>
                      <a:gd name="T4" fmla="*/ 1 w 66"/>
                      <a:gd name="T5" fmla="*/ 0 h 35"/>
                      <a:gd name="T6" fmla="*/ 1 w 66"/>
                      <a:gd name="T7" fmla="*/ 0 h 35"/>
                      <a:gd name="T8" fmla="*/ 0 w 66"/>
                      <a:gd name="T9" fmla="*/ 0 h 35"/>
                      <a:gd name="T10" fmla="*/ 0 60000 65536"/>
                      <a:gd name="T11" fmla="*/ 0 60000 65536"/>
                      <a:gd name="T12" fmla="*/ 0 60000 65536"/>
                      <a:gd name="T13" fmla="*/ 0 60000 65536"/>
                      <a:gd name="T14" fmla="*/ 0 60000 65536"/>
                      <a:gd name="T15" fmla="*/ 0 w 66"/>
                      <a:gd name="T16" fmla="*/ 0 h 35"/>
                      <a:gd name="T17" fmla="*/ 66 w 66"/>
                      <a:gd name="T18" fmla="*/ 35 h 35"/>
                    </a:gdLst>
                    <a:ahLst/>
                    <a:cxnLst>
                      <a:cxn ang="T10">
                        <a:pos x="T0" y="T1"/>
                      </a:cxn>
                      <a:cxn ang="T11">
                        <a:pos x="T2" y="T3"/>
                      </a:cxn>
                      <a:cxn ang="T12">
                        <a:pos x="T4" y="T5"/>
                      </a:cxn>
                      <a:cxn ang="T13">
                        <a:pos x="T6" y="T7"/>
                      </a:cxn>
                      <a:cxn ang="T14">
                        <a:pos x="T8" y="T9"/>
                      </a:cxn>
                    </a:cxnLst>
                    <a:rect l="T15" t="T16" r="T17" b="T18"/>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84" name="Freeform 372"/>
                  <p:cNvSpPr>
                    <a:spLocks/>
                  </p:cNvSpPr>
                  <p:nvPr/>
                </p:nvSpPr>
                <p:spPr bwMode="auto">
                  <a:xfrm>
                    <a:off x="973" y="3605"/>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 name="T15" fmla="*/ 0 w 66"/>
                      <a:gd name="T16" fmla="*/ 0 h 30"/>
                      <a:gd name="T17" fmla="*/ 66 w 66"/>
                      <a:gd name="T18" fmla="*/ 30 h 30"/>
                    </a:gdLst>
                    <a:ahLst/>
                    <a:cxnLst>
                      <a:cxn ang="T10">
                        <a:pos x="T0" y="T1"/>
                      </a:cxn>
                      <a:cxn ang="T11">
                        <a:pos x="T2" y="T3"/>
                      </a:cxn>
                      <a:cxn ang="T12">
                        <a:pos x="T4" y="T5"/>
                      </a:cxn>
                      <a:cxn ang="T13">
                        <a:pos x="T6" y="T7"/>
                      </a:cxn>
                      <a:cxn ang="T14">
                        <a:pos x="T8" y="T9"/>
                      </a:cxn>
                    </a:cxnLst>
                    <a:rect l="T15" t="T16" r="T17" b="T18"/>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574" name="Group 373"/>
                <p:cNvGrpSpPr>
                  <a:grpSpLocks/>
                </p:cNvGrpSpPr>
                <p:nvPr/>
              </p:nvGrpSpPr>
              <p:grpSpPr bwMode="auto">
                <a:xfrm>
                  <a:off x="974" y="3606"/>
                  <a:ext cx="44" cy="23"/>
                  <a:chOff x="974" y="3606"/>
                  <a:chExt cx="44" cy="23"/>
                </a:xfrm>
              </p:grpSpPr>
              <p:sp>
                <p:nvSpPr>
                  <p:cNvPr id="12579" name="Freeform 374"/>
                  <p:cNvSpPr>
                    <a:spLocks/>
                  </p:cNvSpPr>
                  <p:nvPr/>
                </p:nvSpPr>
                <p:spPr bwMode="auto">
                  <a:xfrm>
                    <a:off x="974" y="3606"/>
                    <a:ext cx="19" cy="23"/>
                  </a:xfrm>
                  <a:custGeom>
                    <a:avLst/>
                    <a:gdLst>
                      <a:gd name="T0" fmla="*/ 0 w 40"/>
                      <a:gd name="T1" fmla="*/ 0 h 68"/>
                      <a:gd name="T2" fmla="*/ 0 w 40"/>
                      <a:gd name="T3" fmla="*/ 0 h 68"/>
                      <a:gd name="T4" fmla="*/ 0 w 40"/>
                      <a:gd name="T5" fmla="*/ 0 h 68"/>
                      <a:gd name="T6" fmla="*/ 0 w 40"/>
                      <a:gd name="T7" fmla="*/ 0 h 68"/>
                      <a:gd name="T8" fmla="*/ 0 w 40"/>
                      <a:gd name="T9" fmla="*/ 0 h 68"/>
                      <a:gd name="T10" fmla="*/ 0 60000 65536"/>
                      <a:gd name="T11" fmla="*/ 0 60000 65536"/>
                      <a:gd name="T12" fmla="*/ 0 60000 65536"/>
                      <a:gd name="T13" fmla="*/ 0 60000 65536"/>
                      <a:gd name="T14" fmla="*/ 0 60000 65536"/>
                      <a:gd name="T15" fmla="*/ 0 w 40"/>
                      <a:gd name="T16" fmla="*/ 0 h 68"/>
                      <a:gd name="T17" fmla="*/ 40 w 40"/>
                      <a:gd name="T18" fmla="*/ 68 h 68"/>
                    </a:gdLst>
                    <a:ahLst/>
                    <a:cxnLst>
                      <a:cxn ang="T10">
                        <a:pos x="T0" y="T1"/>
                      </a:cxn>
                      <a:cxn ang="T11">
                        <a:pos x="T2" y="T3"/>
                      </a:cxn>
                      <a:cxn ang="T12">
                        <a:pos x="T4" y="T5"/>
                      </a:cxn>
                      <a:cxn ang="T13">
                        <a:pos x="T6" y="T7"/>
                      </a:cxn>
                      <a:cxn ang="T14">
                        <a:pos x="T8" y="T9"/>
                      </a:cxn>
                    </a:cxnLst>
                    <a:rect l="T15" t="T16" r="T17" b="T18"/>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80" name="Freeform 375"/>
                  <p:cNvSpPr>
                    <a:spLocks/>
                  </p:cNvSpPr>
                  <p:nvPr/>
                </p:nvSpPr>
                <p:spPr bwMode="auto">
                  <a:xfrm>
                    <a:off x="980" y="3606"/>
                    <a:ext cx="32" cy="12"/>
                  </a:xfrm>
                  <a:custGeom>
                    <a:avLst/>
                    <a:gdLst>
                      <a:gd name="T0" fmla="*/ 0 w 65"/>
                      <a:gd name="T1" fmla="*/ 0 h 35"/>
                      <a:gd name="T2" fmla="*/ 0 w 65"/>
                      <a:gd name="T3" fmla="*/ 0 h 35"/>
                      <a:gd name="T4" fmla="*/ 0 w 65"/>
                      <a:gd name="T5" fmla="*/ 0 h 35"/>
                      <a:gd name="T6" fmla="*/ 0 w 65"/>
                      <a:gd name="T7" fmla="*/ 0 h 35"/>
                      <a:gd name="T8" fmla="*/ 0 w 65"/>
                      <a:gd name="T9" fmla="*/ 0 h 35"/>
                      <a:gd name="T10" fmla="*/ 0 60000 65536"/>
                      <a:gd name="T11" fmla="*/ 0 60000 65536"/>
                      <a:gd name="T12" fmla="*/ 0 60000 65536"/>
                      <a:gd name="T13" fmla="*/ 0 60000 65536"/>
                      <a:gd name="T14" fmla="*/ 0 60000 65536"/>
                      <a:gd name="T15" fmla="*/ 0 w 65"/>
                      <a:gd name="T16" fmla="*/ 0 h 35"/>
                      <a:gd name="T17" fmla="*/ 65 w 65"/>
                      <a:gd name="T18" fmla="*/ 35 h 35"/>
                    </a:gdLst>
                    <a:ahLst/>
                    <a:cxnLst>
                      <a:cxn ang="T10">
                        <a:pos x="T0" y="T1"/>
                      </a:cxn>
                      <a:cxn ang="T11">
                        <a:pos x="T2" y="T3"/>
                      </a:cxn>
                      <a:cxn ang="T12">
                        <a:pos x="T4" y="T5"/>
                      </a:cxn>
                      <a:cxn ang="T13">
                        <a:pos x="T6" y="T7"/>
                      </a:cxn>
                      <a:cxn ang="T14">
                        <a:pos x="T8" y="T9"/>
                      </a:cxn>
                    </a:cxnLst>
                    <a:rect l="T15" t="T16" r="T17" b="T18"/>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81" name="Freeform 376"/>
                  <p:cNvSpPr>
                    <a:spLocks/>
                  </p:cNvSpPr>
                  <p:nvPr/>
                </p:nvSpPr>
                <p:spPr bwMode="auto">
                  <a:xfrm>
                    <a:off x="986" y="3619"/>
                    <a:ext cx="32" cy="9"/>
                  </a:xfrm>
                  <a:custGeom>
                    <a:avLst/>
                    <a:gdLst>
                      <a:gd name="T0" fmla="*/ 0 w 65"/>
                      <a:gd name="T1" fmla="*/ 0 h 29"/>
                      <a:gd name="T2" fmla="*/ 0 w 65"/>
                      <a:gd name="T3" fmla="*/ 0 h 29"/>
                      <a:gd name="T4" fmla="*/ 0 w 65"/>
                      <a:gd name="T5" fmla="*/ 0 h 29"/>
                      <a:gd name="T6" fmla="*/ 0 w 65"/>
                      <a:gd name="T7" fmla="*/ 0 h 29"/>
                      <a:gd name="T8" fmla="*/ 0 w 65"/>
                      <a:gd name="T9" fmla="*/ 0 h 29"/>
                      <a:gd name="T10" fmla="*/ 0 60000 65536"/>
                      <a:gd name="T11" fmla="*/ 0 60000 65536"/>
                      <a:gd name="T12" fmla="*/ 0 60000 65536"/>
                      <a:gd name="T13" fmla="*/ 0 60000 65536"/>
                      <a:gd name="T14" fmla="*/ 0 60000 65536"/>
                      <a:gd name="T15" fmla="*/ 0 w 65"/>
                      <a:gd name="T16" fmla="*/ 0 h 29"/>
                      <a:gd name="T17" fmla="*/ 65 w 65"/>
                      <a:gd name="T18" fmla="*/ 29 h 29"/>
                    </a:gdLst>
                    <a:ahLst/>
                    <a:cxnLst>
                      <a:cxn ang="T10">
                        <a:pos x="T0" y="T1"/>
                      </a:cxn>
                      <a:cxn ang="T11">
                        <a:pos x="T2" y="T3"/>
                      </a:cxn>
                      <a:cxn ang="T12">
                        <a:pos x="T4" y="T5"/>
                      </a:cxn>
                      <a:cxn ang="T13">
                        <a:pos x="T6" y="T7"/>
                      </a:cxn>
                      <a:cxn ang="T14">
                        <a:pos x="T8" y="T9"/>
                      </a:cxn>
                    </a:cxnLst>
                    <a:rect l="T15" t="T16" r="T17" b="T18"/>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575" name="Group 377"/>
                <p:cNvGrpSpPr>
                  <a:grpSpLocks/>
                </p:cNvGrpSpPr>
                <p:nvPr/>
              </p:nvGrpSpPr>
              <p:grpSpPr bwMode="auto">
                <a:xfrm>
                  <a:off x="987" y="3619"/>
                  <a:ext cx="45" cy="23"/>
                  <a:chOff x="987" y="3619"/>
                  <a:chExt cx="45" cy="23"/>
                </a:xfrm>
              </p:grpSpPr>
              <p:sp>
                <p:nvSpPr>
                  <p:cNvPr id="12576" name="Freeform 378"/>
                  <p:cNvSpPr>
                    <a:spLocks/>
                  </p:cNvSpPr>
                  <p:nvPr/>
                </p:nvSpPr>
                <p:spPr bwMode="auto">
                  <a:xfrm>
                    <a:off x="987" y="3619"/>
                    <a:ext cx="20" cy="23"/>
                  </a:xfrm>
                  <a:custGeom>
                    <a:avLst/>
                    <a:gdLst>
                      <a:gd name="T0" fmla="*/ 1 w 39"/>
                      <a:gd name="T1" fmla="*/ 0 h 68"/>
                      <a:gd name="T2" fmla="*/ 0 w 39"/>
                      <a:gd name="T3" fmla="*/ 0 h 68"/>
                      <a:gd name="T4" fmla="*/ 1 w 39"/>
                      <a:gd name="T5" fmla="*/ 0 h 68"/>
                      <a:gd name="T6" fmla="*/ 1 w 39"/>
                      <a:gd name="T7" fmla="*/ 0 h 68"/>
                      <a:gd name="T8" fmla="*/ 1 w 39"/>
                      <a:gd name="T9" fmla="*/ 0 h 68"/>
                      <a:gd name="T10" fmla="*/ 0 60000 65536"/>
                      <a:gd name="T11" fmla="*/ 0 60000 65536"/>
                      <a:gd name="T12" fmla="*/ 0 60000 65536"/>
                      <a:gd name="T13" fmla="*/ 0 60000 65536"/>
                      <a:gd name="T14" fmla="*/ 0 60000 65536"/>
                      <a:gd name="T15" fmla="*/ 0 w 39"/>
                      <a:gd name="T16" fmla="*/ 0 h 68"/>
                      <a:gd name="T17" fmla="*/ 39 w 39"/>
                      <a:gd name="T18" fmla="*/ 68 h 68"/>
                    </a:gdLst>
                    <a:ahLst/>
                    <a:cxnLst>
                      <a:cxn ang="T10">
                        <a:pos x="T0" y="T1"/>
                      </a:cxn>
                      <a:cxn ang="T11">
                        <a:pos x="T2" y="T3"/>
                      </a:cxn>
                      <a:cxn ang="T12">
                        <a:pos x="T4" y="T5"/>
                      </a:cxn>
                      <a:cxn ang="T13">
                        <a:pos x="T6" y="T7"/>
                      </a:cxn>
                      <a:cxn ang="T14">
                        <a:pos x="T8" y="T9"/>
                      </a:cxn>
                    </a:cxnLst>
                    <a:rect l="T15" t="T16" r="T17" b="T18"/>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77" name="Freeform 379"/>
                  <p:cNvSpPr>
                    <a:spLocks/>
                  </p:cNvSpPr>
                  <p:nvPr/>
                </p:nvSpPr>
                <p:spPr bwMode="auto">
                  <a:xfrm>
                    <a:off x="994" y="3620"/>
                    <a:ext cx="32" cy="11"/>
                  </a:xfrm>
                  <a:custGeom>
                    <a:avLst/>
                    <a:gdLst>
                      <a:gd name="T0" fmla="*/ 0 w 64"/>
                      <a:gd name="T1" fmla="*/ 0 h 33"/>
                      <a:gd name="T2" fmla="*/ 1 w 64"/>
                      <a:gd name="T3" fmla="*/ 0 h 33"/>
                      <a:gd name="T4" fmla="*/ 1 w 64"/>
                      <a:gd name="T5" fmla="*/ 0 h 33"/>
                      <a:gd name="T6" fmla="*/ 1 w 64"/>
                      <a:gd name="T7" fmla="*/ 0 h 33"/>
                      <a:gd name="T8" fmla="*/ 0 w 64"/>
                      <a:gd name="T9" fmla="*/ 0 h 33"/>
                      <a:gd name="T10" fmla="*/ 0 60000 65536"/>
                      <a:gd name="T11" fmla="*/ 0 60000 65536"/>
                      <a:gd name="T12" fmla="*/ 0 60000 65536"/>
                      <a:gd name="T13" fmla="*/ 0 60000 65536"/>
                      <a:gd name="T14" fmla="*/ 0 60000 65536"/>
                      <a:gd name="T15" fmla="*/ 0 w 64"/>
                      <a:gd name="T16" fmla="*/ 0 h 33"/>
                      <a:gd name="T17" fmla="*/ 64 w 64"/>
                      <a:gd name="T18" fmla="*/ 33 h 33"/>
                    </a:gdLst>
                    <a:ahLst/>
                    <a:cxnLst>
                      <a:cxn ang="T10">
                        <a:pos x="T0" y="T1"/>
                      </a:cxn>
                      <a:cxn ang="T11">
                        <a:pos x="T2" y="T3"/>
                      </a:cxn>
                      <a:cxn ang="T12">
                        <a:pos x="T4" y="T5"/>
                      </a:cxn>
                      <a:cxn ang="T13">
                        <a:pos x="T6" y="T7"/>
                      </a:cxn>
                      <a:cxn ang="T14">
                        <a:pos x="T8" y="T9"/>
                      </a:cxn>
                    </a:cxnLst>
                    <a:rect l="T15" t="T16" r="T17" b="T18"/>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78" name="Freeform 380"/>
                  <p:cNvSpPr>
                    <a:spLocks/>
                  </p:cNvSpPr>
                  <p:nvPr/>
                </p:nvSpPr>
                <p:spPr bwMode="auto">
                  <a:xfrm>
                    <a:off x="999" y="3632"/>
                    <a:ext cx="33" cy="9"/>
                  </a:xfrm>
                  <a:custGeom>
                    <a:avLst/>
                    <a:gdLst>
                      <a:gd name="T0" fmla="*/ 0 w 65"/>
                      <a:gd name="T1" fmla="*/ 0 h 29"/>
                      <a:gd name="T2" fmla="*/ 1 w 65"/>
                      <a:gd name="T3" fmla="*/ 0 h 29"/>
                      <a:gd name="T4" fmla="*/ 1 w 65"/>
                      <a:gd name="T5" fmla="*/ 0 h 29"/>
                      <a:gd name="T6" fmla="*/ 1 w 65"/>
                      <a:gd name="T7" fmla="*/ 0 h 29"/>
                      <a:gd name="T8" fmla="*/ 0 w 65"/>
                      <a:gd name="T9" fmla="*/ 0 h 29"/>
                      <a:gd name="T10" fmla="*/ 0 60000 65536"/>
                      <a:gd name="T11" fmla="*/ 0 60000 65536"/>
                      <a:gd name="T12" fmla="*/ 0 60000 65536"/>
                      <a:gd name="T13" fmla="*/ 0 60000 65536"/>
                      <a:gd name="T14" fmla="*/ 0 60000 65536"/>
                      <a:gd name="T15" fmla="*/ 0 w 65"/>
                      <a:gd name="T16" fmla="*/ 0 h 29"/>
                      <a:gd name="T17" fmla="*/ 65 w 65"/>
                      <a:gd name="T18" fmla="*/ 29 h 29"/>
                    </a:gdLst>
                    <a:ahLst/>
                    <a:cxnLst>
                      <a:cxn ang="T10">
                        <a:pos x="T0" y="T1"/>
                      </a:cxn>
                      <a:cxn ang="T11">
                        <a:pos x="T2" y="T3"/>
                      </a:cxn>
                      <a:cxn ang="T12">
                        <a:pos x="T4" y="T5"/>
                      </a:cxn>
                      <a:cxn ang="T13">
                        <a:pos x="T6" y="T7"/>
                      </a:cxn>
                      <a:cxn ang="T14">
                        <a:pos x="T8" y="T9"/>
                      </a:cxn>
                    </a:cxnLst>
                    <a:rect l="T15" t="T16" r="T17" b="T18"/>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grpSp>
            <p:nvGrpSpPr>
              <p:cNvPr id="12473" name="Group 381"/>
              <p:cNvGrpSpPr>
                <a:grpSpLocks/>
              </p:cNvGrpSpPr>
              <p:nvPr/>
            </p:nvGrpSpPr>
            <p:grpSpPr bwMode="auto">
              <a:xfrm>
                <a:off x="1002" y="3632"/>
                <a:ext cx="83" cy="63"/>
                <a:chOff x="1002" y="3632"/>
                <a:chExt cx="83" cy="63"/>
              </a:xfrm>
            </p:grpSpPr>
            <p:grpSp>
              <p:nvGrpSpPr>
                <p:cNvPr id="12556" name="Group 382"/>
                <p:cNvGrpSpPr>
                  <a:grpSpLocks/>
                </p:cNvGrpSpPr>
                <p:nvPr/>
              </p:nvGrpSpPr>
              <p:grpSpPr bwMode="auto">
                <a:xfrm>
                  <a:off x="1002" y="3632"/>
                  <a:ext cx="44" cy="22"/>
                  <a:chOff x="1002" y="3632"/>
                  <a:chExt cx="44" cy="22"/>
                </a:xfrm>
              </p:grpSpPr>
              <p:sp>
                <p:nvSpPr>
                  <p:cNvPr id="12569" name="Freeform 383"/>
                  <p:cNvSpPr>
                    <a:spLocks/>
                  </p:cNvSpPr>
                  <p:nvPr/>
                </p:nvSpPr>
                <p:spPr bwMode="auto">
                  <a:xfrm>
                    <a:off x="1002" y="3632"/>
                    <a:ext cx="19" cy="22"/>
                  </a:xfrm>
                  <a:custGeom>
                    <a:avLst/>
                    <a:gdLst>
                      <a:gd name="T0" fmla="*/ 1 w 38"/>
                      <a:gd name="T1" fmla="*/ 0 h 68"/>
                      <a:gd name="T2" fmla="*/ 0 w 38"/>
                      <a:gd name="T3" fmla="*/ 0 h 68"/>
                      <a:gd name="T4" fmla="*/ 1 w 38"/>
                      <a:gd name="T5" fmla="*/ 0 h 68"/>
                      <a:gd name="T6" fmla="*/ 1 w 38"/>
                      <a:gd name="T7" fmla="*/ 0 h 68"/>
                      <a:gd name="T8" fmla="*/ 1 w 38"/>
                      <a:gd name="T9" fmla="*/ 0 h 68"/>
                      <a:gd name="T10" fmla="*/ 0 60000 65536"/>
                      <a:gd name="T11" fmla="*/ 0 60000 65536"/>
                      <a:gd name="T12" fmla="*/ 0 60000 65536"/>
                      <a:gd name="T13" fmla="*/ 0 60000 65536"/>
                      <a:gd name="T14" fmla="*/ 0 60000 65536"/>
                      <a:gd name="T15" fmla="*/ 0 w 38"/>
                      <a:gd name="T16" fmla="*/ 0 h 68"/>
                      <a:gd name="T17" fmla="*/ 38 w 38"/>
                      <a:gd name="T18" fmla="*/ 68 h 68"/>
                    </a:gdLst>
                    <a:ahLst/>
                    <a:cxnLst>
                      <a:cxn ang="T10">
                        <a:pos x="T0" y="T1"/>
                      </a:cxn>
                      <a:cxn ang="T11">
                        <a:pos x="T2" y="T3"/>
                      </a:cxn>
                      <a:cxn ang="T12">
                        <a:pos x="T4" y="T5"/>
                      </a:cxn>
                      <a:cxn ang="T13">
                        <a:pos x="T6" y="T7"/>
                      </a:cxn>
                      <a:cxn ang="T14">
                        <a:pos x="T8" y="T9"/>
                      </a:cxn>
                    </a:cxnLst>
                    <a:rect l="T15" t="T16" r="T17" b="T18"/>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70" name="Freeform 384"/>
                  <p:cNvSpPr>
                    <a:spLocks/>
                  </p:cNvSpPr>
                  <p:nvPr/>
                </p:nvSpPr>
                <p:spPr bwMode="auto">
                  <a:xfrm>
                    <a:off x="1008" y="3632"/>
                    <a:ext cx="33" cy="12"/>
                  </a:xfrm>
                  <a:custGeom>
                    <a:avLst/>
                    <a:gdLst>
                      <a:gd name="T0" fmla="*/ 0 w 65"/>
                      <a:gd name="T1" fmla="*/ 0 h 35"/>
                      <a:gd name="T2" fmla="*/ 1 w 65"/>
                      <a:gd name="T3" fmla="*/ 0 h 35"/>
                      <a:gd name="T4" fmla="*/ 1 w 65"/>
                      <a:gd name="T5" fmla="*/ 0 h 35"/>
                      <a:gd name="T6" fmla="*/ 1 w 65"/>
                      <a:gd name="T7" fmla="*/ 0 h 35"/>
                      <a:gd name="T8" fmla="*/ 0 w 65"/>
                      <a:gd name="T9" fmla="*/ 0 h 35"/>
                      <a:gd name="T10" fmla="*/ 0 60000 65536"/>
                      <a:gd name="T11" fmla="*/ 0 60000 65536"/>
                      <a:gd name="T12" fmla="*/ 0 60000 65536"/>
                      <a:gd name="T13" fmla="*/ 0 60000 65536"/>
                      <a:gd name="T14" fmla="*/ 0 60000 65536"/>
                      <a:gd name="T15" fmla="*/ 0 w 65"/>
                      <a:gd name="T16" fmla="*/ 0 h 35"/>
                      <a:gd name="T17" fmla="*/ 65 w 65"/>
                      <a:gd name="T18" fmla="*/ 35 h 35"/>
                    </a:gdLst>
                    <a:ahLst/>
                    <a:cxnLst>
                      <a:cxn ang="T10">
                        <a:pos x="T0" y="T1"/>
                      </a:cxn>
                      <a:cxn ang="T11">
                        <a:pos x="T2" y="T3"/>
                      </a:cxn>
                      <a:cxn ang="T12">
                        <a:pos x="T4" y="T5"/>
                      </a:cxn>
                      <a:cxn ang="T13">
                        <a:pos x="T6" y="T7"/>
                      </a:cxn>
                      <a:cxn ang="T14">
                        <a:pos x="T8" y="T9"/>
                      </a:cxn>
                    </a:cxnLst>
                    <a:rect l="T15" t="T16" r="T17" b="T18"/>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71" name="Freeform 385"/>
                  <p:cNvSpPr>
                    <a:spLocks/>
                  </p:cNvSpPr>
                  <p:nvPr/>
                </p:nvSpPr>
                <p:spPr bwMode="auto">
                  <a:xfrm>
                    <a:off x="1013" y="3644"/>
                    <a:ext cx="33" cy="10"/>
                  </a:xfrm>
                  <a:custGeom>
                    <a:avLst/>
                    <a:gdLst>
                      <a:gd name="T0" fmla="*/ 0 w 66"/>
                      <a:gd name="T1" fmla="*/ 0 h 28"/>
                      <a:gd name="T2" fmla="*/ 1 w 66"/>
                      <a:gd name="T3" fmla="*/ 0 h 28"/>
                      <a:gd name="T4" fmla="*/ 1 w 66"/>
                      <a:gd name="T5" fmla="*/ 0 h 28"/>
                      <a:gd name="T6" fmla="*/ 1 w 66"/>
                      <a:gd name="T7" fmla="*/ 0 h 28"/>
                      <a:gd name="T8" fmla="*/ 0 w 66"/>
                      <a:gd name="T9" fmla="*/ 0 h 28"/>
                      <a:gd name="T10" fmla="*/ 0 60000 65536"/>
                      <a:gd name="T11" fmla="*/ 0 60000 65536"/>
                      <a:gd name="T12" fmla="*/ 0 60000 65536"/>
                      <a:gd name="T13" fmla="*/ 0 60000 65536"/>
                      <a:gd name="T14" fmla="*/ 0 60000 65536"/>
                      <a:gd name="T15" fmla="*/ 0 w 66"/>
                      <a:gd name="T16" fmla="*/ 0 h 28"/>
                      <a:gd name="T17" fmla="*/ 66 w 66"/>
                      <a:gd name="T18" fmla="*/ 28 h 28"/>
                    </a:gdLst>
                    <a:ahLst/>
                    <a:cxnLst>
                      <a:cxn ang="T10">
                        <a:pos x="T0" y="T1"/>
                      </a:cxn>
                      <a:cxn ang="T11">
                        <a:pos x="T2" y="T3"/>
                      </a:cxn>
                      <a:cxn ang="T12">
                        <a:pos x="T4" y="T5"/>
                      </a:cxn>
                      <a:cxn ang="T13">
                        <a:pos x="T6" y="T7"/>
                      </a:cxn>
                      <a:cxn ang="T14">
                        <a:pos x="T8" y="T9"/>
                      </a:cxn>
                    </a:cxnLst>
                    <a:rect l="T15" t="T16" r="T17" b="T18"/>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557" name="Group 386"/>
                <p:cNvGrpSpPr>
                  <a:grpSpLocks/>
                </p:cNvGrpSpPr>
                <p:nvPr/>
              </p:nvGrpSpPr>
              <p:grpSpPr bwMode="auto">
                <a:xfrm>
                  <a:off x="1014" y="3645"/>
                  <a:ext cx="44" cy="23"/>
                  <a:chOff x="1014" y="3645"/>
                  <a:chExt cx="44" cy="23"/>
                </a:xfrm>
              </p:grpSpPr>
              <p:sp>
                <p:nvSpPr>
                  <p:cNvPr id="12566" name="Freeform 387"/>
                  <p:cNvSpPr>
                    <a:spLocks/>
                  </p:cNvSpPr>
                  <p:nvPr/>
                </p:nvSpPr>
                <p:spPr bwMode="auto">
                  <a:xfrm>
                    <a:off x="1014" y="3645"/>
                    <a:ext cx="19" cy="23"/>
                  </a:xfrm>
                  <a:custGeom>
                    <a:avLst/>
                    <a:gdLst>
                      <a:gd name="T0" fmla="*/ 0 w 40"/>
                      <a:gd name="T1" fmla="*/ 0 h 68"/>
                      <a:gd name="T2" fmla="*/ 0 w 40"/>
                      <a:gd name="T3" fmla="*/ 0 h 68"/>
                      <a:gd name="T4" fmla="*/ 0 w 40"/>
                      <a:gd name="T5" fmla="*/ 0 h 68"/>
                      <a:gd name="T6" fmla="*/ 0 w 40"/>
                      <a:gd name="T7" fmla="*/ 0 h 68"/>
                      <a:gd name="T8" fmla="*/ 0 w 40"/>
                      <a:gd name="T9" fmla="*/ 0 h 68"/>
                      <a:gd name="T10" fmla="*/ 0 60000 65536"/>
                      <a:gd name="T11" fmla="*/ 0 60000 65536"/>
                      <a:gd name="T12" fmla="*/ 0 60000 65536"/>
                      <a:gd name="T13" fmla="*/ 0 60000 65536"/>
                      <a:gd name="T14" fmla="*/ 0 60000 65536"/>
                      <a:gd name="T15" fmla="*/ 0 w 40"/>
                      <a:gd name="T16" fmla="*/ 0 h 68"/>
                      <a:gd name="T17" fmla="*/ 40 w 40"/>
                      <a:gd name="T18" fmla="*/ 68 h 68"/>
                    </a:gdLst>
                    <a:ahLst/>
                    <a:cxnLst>
                      <a:cxn ang="T10">
                        <a:pos x="T0" y="T1"/>
                      </a:cxn>
                      <a:cxn ang="T11">
                        <a:pos x="T2" y="T3"/>
                      </a:cxn>
                      <a:cxn ang="T12">
                        <a:pos x="T4" y="T5"/>
                      </a:cxn>
                      <a:cxn ang="T13">
                        <a:pos x="T6" y="T7"/>
                      </a:cxn>
                      <a:cxn ang="T14">
                        <a:pos x="T8" y="T9"/>
                      </a:cxn>
                    </a:cxnLst>
                    <a:rect l="T15" t="T16" r="T17" b="T18"/>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67" name="Freeform 388"/>
                  <p:cNvSpPr>
                    <a:spLocks/>
                  </p:cNvSpPr>
                  <p:nvPr/>
                </p:nvSpPr>
                <p:spPr bwMode="auto">
                  <a:xfrm>
                    <a:off x="1021" y="3646"/>
                    <a:ext cx="32" cy="11"/>
                  </a:xfrm>
                  <a:custGeom>
                    <a:avLst/>
                    <a:gdLst>
                      <a:gd name="T0" fmla="*/ 0 w 63"/>
                      <a:gd name="T1" fmla="*/ 0 h 33"/>
                      <a:gd name="T2" fmla="*/ 1 w 63"/>
                      <a:gd name="T3" fmla="*/ 0 h 33"/>
                      <a:gd name="T4" fmla="*/ 1 w 63"/>
                      <a:gd name="T5" fmla="*/ 0 h 33"/>
                      <a:gd name="T6" fmla="*/ 1 w 63"/>
                      <a:gd name="T7" fmla="*/ 0 h 33"/>
                      <a:gd name="T8" fmla="*/ 0 w 63"/>
                      <a:gd name="T9" fmla="*/ 0 h 33"/>
                      <a:gd name="T10" fmla="*/ 0 60000 65536"/>
                      <a:gd name="T11" fmla="*/ 0 60000 65536"/>
                      <a:gd name="T12" fmla="*/ 0 60000 65536"/>
                      <a:gd name="T13" fmla="*/ 0 60000 65536"/>
                      <a:gd name="T14" fmla="*/ 0 60000 65536"/>
                      <a:gd name="T15" fmla="*/ 0 w 63"/>
                      <a:gd name="T16" fmla="*/ 0 h 33"/>
                      <a:gd name="T17" fmla="*/ 63 w 63"/>
                      <a:gd name="T18" fmla="*/ 33 h 33"/>
                    </a:gdLst>
                    <a:ahLst/>
                    <a:cxnLst>
                      <a:cxn ang="T10">
                        <a:pos x="T0" y="T1"/>
                      </a:cxn>
                      <a:cxn ang="T11">
                        <a:pos x="T2" y="T3"/>
                      </a:cxn>
                      <a:cxn ang="T12">
                        <a:pos x="T4" y="T5"/>
                      </a:cxn>
                      <a:cxn ang="T13">
                        <a:pos x="T6" y="T7"/>
                      </a:cxn>
                      <a:cxn ang="T14">
                        <a:pos x="T8" y="T9"/>
                      </a:cxn>
                    </a:cxnLst>
                    <a:rect l="T15" t="T16" r="T17" b="T18"/>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68" name="Freeform 389"/>
                  <p:cNvSpPr>
                    <a:spLocks/>
                  </p:cNvSpPr>
                  <p:nvPr/>
                </p:nvSpPr>
                <p:spPr bwMode="auto">
                  <a:xfrm>
                    <a:off x="1026" y="3658"/>
                    <a:ext cx="32" cy="10"/>
                  </a:xfrm>
                  <a:custGeom>
                    <a:avLst/>
                    <a:gdLst>
                      <a:gd name="T0" fmla="*/ 0 w 65"/>
                      <a:gd name="T1" fmla="*/ 0 h 30"/>
                      <a:gd name="T2" fmla="*/ 0 w 65"/>
                      <a:gd name="T3" fmla="*/ 0 h 30"/>
                      <a:gd name="T4" fmla="*/ 0 w 65"/>
                      <a:gd name="T5" fmla="*/ 0 h 30"/>
                      <a:gd name="T6" fmla="*/ 0 w 65"/>
                      <a:gd name="T7" fmla="*/ 0 h 30"/>
                      <a:gd name="T8" fmla="*/ 0 w 65"/>
                      <a:gd name="T9" fmla="*/ 0 h 30"/>
                      <a:gd name="T10" fmla="*/ 0 60000 65536"/>
                      <a:gd name="T11" fmla="*/ 0 60000 65536"/>
                      <a:gd name="T12" fmla="*/ 0 60000 65536"/>
                      <a:gd name="T13" fmla="*/ 0 60000 65536"/>
                      <a:gd name="T14" fmla="*/ 0 60000 65536"/>
                      <a:gd name="T15" fmla="*/ 0 w 65"/>
                      <a:gd name="T16" fmla="*/ 0 h 30"/>
                      <a:gd name="T17" fmla="*/ 65 w 65"/>
                      <a:gd name="T18" fmla="*/ 30 h 30"/>
                    </a:gdLst>
                    <a:ahLst/>
                    <a:cxnLst>
                      <a:cxn ang="T10">
                        <a:pos x="T0" y="T1"/>
                      </a:cxn>
                      <a:cxn ang="T11">
                        <a:pos x="T2" y="T3"/>
                      </a:cxn>
                      <a:cxn ang="T12">
                        <a:pos x="T4" y="T5"/>
                      </a:cxn>
                      <a:cxn ang="T13">
                        <a:pos x="T6" y="T7"/>
                      </a:cxn>
                      <a:cxn ang="T14">
                        <a:pos x="T8" y="T9"/>
                      </a:cxn>
                    </a:cxnLst>
                    <a:rect l="T15" t="T16" r="T17" b="T18"/>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558" name="Group 390"/>
                <p:cNvGrpSpPr>
                  <a:grpSpLocks/>
                </p:cNvGrpSpPr>
                <p:nvPr/>
              </p:nvGrpSpPr>
              <p:grpSpPr bwMode="auto">
                <a:xfrm>
                  <a:off x="1027" y="3659"/>
                  <a:ext cx="45" cy="23"/>
                  <a:chOff x="1027" y="3659"/>
                  <a:chExt cx="45" cy="23"/>
                </a:xfrm>
              </p:grpSpPr>
              <p:sp>
                <p:nvSpPr>
                  <p:cNvPr id="12563" name="Freeform 391"/>
                  <p:cNvSpPr>
                    <a:spLocks/>
                  </p:cNvSpPr>
                  <p:nvPr/>
                </p:nvSpPr>
                <p:spPr bwMode="auto">
                  <a:xfrm>
                    <a:off x="1027" y="3659"/>
                    <a:ext cx="20" cy="23"/>
                  </a:xfrm>
                  <a:custGeom>
                    <a:avLst/>
                    <a:gdLst>
                      <a:gd name="T0" fmla="*/ 1 w 39"/>
                      <a:gd name="T1" fmla="*/ 0 h 70"/>
                      <a:gd name="T2" fmla="*/ 0 w 39"/>
                      <a:gd name="T3" fmla="*/ 0 h 70"/>
                      <a:gd name="T4" fmla="*/ 1 w 39"/>
                      <a:gd name="T5" fmla="*/ 0 h 70"/>
                      <a:gd name="T6" fmla="*/ 1 w 39"/>
                      <a:gd name="T7" fmla="*/ 0 h 70"/>
                      <a:gd name="T8" fmla="*/ 1 w 39"/>
                      <a:gd name="T9" fmla="*/ 0 h 70"/>
                      <a:gd name="T10" fmla="*/ 0 60000 65536"/>
                      <a:gd name="T11" fmla="*/ 0 60000 65536"/>
                      <a:gd name="T12" fmla="*/ 0 60000 65536"/>
                      <a:gd name="T13" fmla="*/ 0 60000 65536"/>
                      <a:gd name="T14" fmla="*/ 0 60000 65536"/>
                      <a:gd name="T15" fmla="*/ 0 w 39"/>
                      <a:gd name="T16" fmla="*/ 0 h 70"/>
                      <a:gd name="T17" fmla="*/ 39 w 39"/>
                      <a:gd name="T18" fmla="*/ 70 h 70"/>
                    </a:gdLst>
                    <a:ahLst/>
                    <a:cxnLst>
                      <a:cxn ang="T10">
                        <a:pos x="T0" y="T1"/>
                      </a:cxn>
                      <a:cxn ang="T11">
                        <a:pos x="T2" y="T3"/>
                      </a:cxn>
                      <a:cxn ang="T12">
                        <a:pos x="T4" y="T5"/>
                      </a:cxn>
                      <a:cxn ang="T13">
                        <a:pos x="T6" y="T7"/>
                      </a:cxn>
                      <a:cxn ang="T14">
                        <a:pos x="T8" y="T9"/>
                      </a:cxn>
                    </a:cxnLst>
                    <a:rect l="T15" t="T16" r="T17" b="T18"/>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64" name="Freeform 392"/>
                  <p:cNvSpPr>
                    <a:spLocks/>
                  </p:cNvSpPr>
                  <p:nvPr/>
                </p:nvSpPr>
                <p:spPr bwMode="auto">
                  <a:xfrm>
                    <a:off x="1033" y="3659"/>
                    <a:ext cx="33"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 name="T15" fmla="*/ 0 w 64"/>
                      <a:gd name="T16" fmla="*/ 0 h 34"/>
                      <a:gd name="T17" fmla="*/ 64 w 64"/>
                      <a:gd name="T18" fmla="*/ 34 h 34"/>
                    </a:gdLst>
                    <a:ahLst/>
                    <a:cxnLst>
                      <a:cxn ang="T10">
                        <a:pos x="T0" y="T1"/>
                      </a:cxn>
                      <a:cxn ang="T11">
                        <a:pos x="T2" y="T3"/>
                      </a:cxn>
                      <a:cxn ang="T12">
                        <a:pos x="T4" y="T5"/>
                      </a:cxn>
                      <a:cxn ang="T13">
                        <a:pos x="T6" y="T7"/>
                      </a:cxn>
                      <a:cxn ang="T14">
                        <a:pos x="T8" y="T9"/>
                      </a:cxn>
                    </a:cxnLst>
                    <a:rect l="T15" t="T16" r="T17" b="T18"/>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65" name="Freeform 393"/>
                  <p:cNvSpPr>
                    <a:spLocks/>
                  </p:cNvSpPr>
                  <p:nvPr/>
                </p:nvSpPr>
                <p:spPr bwMode="auto">
                  <a:xfrm>
                    <a:off x="1039" y="3671"/>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 name="T15" fmla="*/ 0 w 66"/>
                      <a:gd name="T16" fmla="*/ 0 h 30"/>
                      <a:gd name="T17" fmla="*/ 66 w 66"/>
                      <a:gd name="T18" fmla="*/ 30 h 30"/>
                    </a:gdLst>
                    <a:ahLst/>
                    <a:cxnLst>
                      <a:cxn ang="T10">
                        <a:pos x="T0" y="T1"/>
                      </a:cxn>
                      <a:cxn ang="T11">
                        <a:pos x="T2" y="T3"/>
                      </a:cxn>
                      <a:cxn ang="T12">
                        <a:pos x="T4" y="T5"/>
                      </a:cxn>
                      <a:cxn ang="T13">
                        <a:pos x="T6" y="T7"/>
                      </a:cxn>
                      <a:cxn ang="T14">
                        <a:pos x="T8" y="T9"/>
                      </a:cxn>
                    </a:cxnLst>
                    <a:rect l="T15" t="T16" r="T17" b="T18"/>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559" name="Group 394"/>
                <p:cNvGrpSpPr>
                  <a:grpSpLocks/>
                </p:cNvGrpSpPr>
                <p:nvPr/>
              </p:nvGrpSpPr>
              <p:grpSpPr bwMode="auto">
                <a:xfrm>
                  <a:off x="1040" y="3672"/>
                  <a:ext cx="45" cy="23"/>
                  <a:chOff x="1040" y="3672"/>
                  <a:chExt cx="45" cy="23"/>
                </a:xfrm>
              </p:grpSpPr>
              <p:sp>
                <p:nvSpPr>
                  <p:cNvPr id="12560" name="Freeform 395"/>
                  <p:cNvSpPr>
                    <a:spLocks/>
                  </p:cNvSpPr>
                  <p:nvPr/>
                </p:nvSpPr>
                <p:spPr bwMode="auto">
                  <a:xfrm>
                    <a:off x="1040" y="3672"/>
                    <a:ext cx="20" cy="23"/>
                  </a:xfrm>
                  <a:custGeom>
                    <a:avLst/>
                    <a:gdLst>
                      <a:gd name="T0" fmla="*/ 0 w 41"/>
                      <a:gd name="T1" fmla="*/ 0 h 70"/>
                      <a:gd name="T2" fmla="*/ 0 w 41"/>
                      <a:gd name="T3" fmla="*/ 0 h 70"/>
                      <a:gd name="T4" fmla="*/ 0 w 41"/>
                      <a:gd name="T5" fmla="*/ 0 h 70"/>
                      <a:gd name="T6" fmla="*/ 0 w 41"/>
                      <a:gd name="T7" fmla="*/ 0 h 70"/>
                      <a:gd name="T8" fmla="*/ 0 w 41"/>
                      <a:gd name="T9" fmla="*/ 0 h 70"/>
                      <a:gd name="T10" fmla="*/ 0 60000 65536"/>
                      <a:gd name="T11" fmla="*/ 0 60000 65536"/>
                      <a:gd name="T12" fmla="*/ 0 60000 65536"/>
                      <a:gd name="T13" fmla="*/ 0 60000 65536"/>
                      <a:gd name="T14" fmla="*/ 0 60000 65536"/>
                      <a:gd name="T15" fmla="*/ 0 w 41"/>
                      <a:gd name="T16" fmla="*/ 0 h 70"/>
                      <a:gd name="T17" fmla="*/ 41 w 41"/>
                      <a:gd name="T18" fmla="*/ 70 h 70"/>
                    </a:gdLst>
                    <a:ahLst/>
                    <a:cxnLst>
                      <a:cxn ang="T10">
                        <a:pos x="T0" y="T1"/>
                      </a:cxn>
                      <a:cxn ang="T11">
                        <a:pos x="T2" y="T3"/>
                      </a:cxn>
                      <a:cxn ang="T12">
                        <a:pos x="T4" y="T5"/>
                      </a:cxn>
                      <a:cxn ang="T13">
                        <a:pos x="T6" y="T7"/>
                      </a:cxn>
                      <a:cxn ang="T14">
                        <a:pos x="T8" y="T9"/>
                      </a:cxn>
                    </a:cxnLst>
                    <a:rect l="T15" t="T16" r="T17" b="T18"/>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61" name="Freeform 396"/>
                  <p:cNvSpPr>
                    <a:spLocks/>
                  </p:cNvSpPr>
                  <p:nvPr/>
                </p:nvSpPr>
                <p:spPr bwMode="auto">
                  <a:xfrm>
                    <a:off x="1047" y="3672"/>
                    <a:ext cx="32" cy="12"/>
                  </a:xfrm>
                  <a:custGeom>
                    <a:avLst/>
                    <a:gdLst>
                      <a:gd name="T0" fmla="*/ 0 w 65"/>
                      <a:gd name="T1" fmla="*/ 0 h 34"/>
                      <a:gd name="T2" fmla="*/ 0 w 65"/>
                      <a:gd name="T3" fmla="*/ 0 h 34"/>
                      <a:gd name="T4" fmla="*/ 0 w 65"/>
                      <a:gd name="T5" fmla="*/ 0 h 34"/>
                      <a:gd name="T6" fmla="*/ 0 w 65"/>
                      <a:gd name="T7" fmla="*/ 0 h 34"/>
                      <a:gd name="T8" fmla="*/ 0 w 65"/>
                      <a:gd name="T9" fmla="*/ 0 h 34"/>
                      <a:gd name="T10" fmla="*/ 0 60000 65536"/>
                      <a:gd name="T11" fmla="*/ 0 60000 65536"/>
                      <a:gd name="T12" fmla="*/ 0 60000 65536"/>
                      <a:gd name="T13" fmla="*/ 0 60000 65536"/>
                      <a:gd name="T14" fmla="*/ 0 60000 65536"/>
                      <a:gd name="T15" fmla="*/ 0 w 65"/>
                      <a:gd name="T16" fmla="*/ 0 h 34"/>
                      <a:gd name="T17" fmla="*/ 65 w 65"/>
                      <a:gd name="T18" fmla="*/ 34 h 34"/>
                    </a:gdLst>
                    <a:ahLst/>
                    <a:cxnLst>
                      <a:cxn ang="T10">
                        <a:pos x="T0" y="T1"/>
                      </a:cxn>
                      <a:cxn ang="T11">
                        <a:pos x="T2" y="T3"/>
                      </a:cxn>
                      <a:cxn ang="T12">
                        <a:pos x="T4" y="T5"/>
                      </a:cxn>
                      <a:cxn ang="T13">
                        <a:pos x="T6" y="T7"/>
                      </a:cxn>
                      <a:cxn ang="T14">
                        <a:pos x="T8" y="T9"/>
                      </a:cxn>
                    </a:cxnLst>
                    <a:rect l="T15" t="T16" r="T17" b="T18"/>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62" name="Freeform 397"/>
                  <p:cNvSpPr>
                    <a:spLocks/>
                  </p:cNvSpPr>
                  <p:nvPr/>
                </p:nvSpPr>
                <p:spPr bwMode="auto">
                  <a:xfrm>
                    <a:off x="1053" y="3685"/>
                    <a:ext cx="32" cy="9"/>
                  </a:xfrm>
                  <a:custGeom>
                    <a:avLst/>
                    <a:gdLst>
                      <a:gd name="T0" fmla="*/ 0 w 66"/>
                      <a:gd name="T1" fmla="*/ 0 h 28"/>
                      <a:gd name="T2" fmla="*/ 0 w 66"/>
                      <a:gd name="T3" fmla="*/ 0 h 28"/>
                      <a:gd name="T4" fmla="*/ 0 w 66"/>
                      <a:gd name="T5" fmla="*/ 0 h 28"/>
                      <a:gd name="T6" fmla="*/ 0 w 66"/>
                      <a:gd name="T7" fmla="*/ 0 h 28"/>
                      <a:gd name="T8" fmla="*/ 0 w 66"/>
                      <a:gd name="T9" fmla="*/ 0 h 28"/>
                      <a:gd name="T10" fmla="*/ 0 60000 65536"/>
                      <a:gd name="T11" fmla="*/ 0 60000 65536"/>
                      <a:gd name="T12" fmla="*/ 0 60000 65536"/>
                      <a:gd name="T13" fmla="*/ 0 60000 65536"/>
                      <a:gd name="T14" fmla="*/ 0 60000 65536"/>
                      <a:gd name="T15" fmla="*/ 0 w 66"/>
                      <a:gd name="T16" fmla="*/ 0 h 28"/>
                      <a:gd name="T17" fmla="*/ 66 w 66"/>
                      <a:gd name="T18" fmla="*/ 28 h 28"/>
                    </a:gdLst>
                    <a:ahLst/>
                    <a:cxnLst>
                      <a:cxn ang="T10">
                        <a:pos x="T0" y="T1"/>
                      </a:cxn>
                      <a:cxn ang="T11">
                        <a:pos x="T2" y="T3"/>
                      </a:cxn>
                      <a:cxn ang="T12">
                        <a:pos x="T4" y="T5"/>
                      </a:cxn>
                      <a:cxn ang="T13">
                        <a:pos x="T6" y="T7"/>
                      </a:cxn>
                      <a:cxn ang="T14">
                        <a:pos x="T8" y="T9"/>
                      </a:cxn>
                    </a:cxnLst>
                    <a:rect l="T15" t="T16" r="T17" b="T18"/>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grpSp>
            <p:nvGrpSpPr>
              <p:cNvPr id="12474" name="Group 398"/>
              <p:cNvGrpSpPr>
                <a:grpSpLocks/>
              </p:cNvGrpSpPr>
              <p:nvPr/>
            </p:nvGrpSpPr>
            <p:grpSpPr bwMode="auto">
              <a:xfrm>
                <a:off x="1054" y="3685"/>
                <a:ext cx="45" cy="23"/>
                <a:chOff x="1054" y="3685"/>
                <a:chExt cx="45" cy="23"/>
              </a:xfrm>
            </p:grpSpPr>
            <p:sp>
              <p:nvSpPr>
                <p:cNvPr id="12553" name="Freeform 399"/>
                <p:cNvSpPr>
                  <a:spLocks/>
                </p:cNvSpPr>
                <p:nvPr/>
              </p:nvSpPr>
              <p:spPr bwMode="auto">
                <a:xfrm>
                  <a:off x="1054" y="3685"/>
                  <a:ext cx="20" cy="23"/>
                </a:xfrm>
                <a:custGeom>
                  <a:avLst/>
                  <a:gdLst>
                    <a:gd name="T0" fmla="*/ 1 w 39"/>
                    <a:gd name="T1" fmla="*/ 0 h 70"/>
                    <a:gd name="T2" fmla="*/ 0 w 39"/>
                    <a:gd name="T3" fmla="*/ 0 h 70"/>
                    <a:gd name="T4" fmla="*/ 1 w 39"/>
                    <a:gd name="T5" fmla="*/ 0 h 70"/>
                    <a:gd name="T6" fmla="*/ 1 w 39"/>
                    <a:gd name="T7" fmla="*/ 0 h 70"/>
                    <a:gd name="T8" fmla="*/ 1 w 39"/>
                    <a:gd name="T9" fmla="*/ 0 h 70"/>
                    <a:gd name="T10" fmla="*/ 0 60000 65536"/>
                    <a:gd name="T11" fmla="*/ 0 60000 65536"/>
                    <a:gd name="T12" fmla="*/ 0 60000 65536"/>
                    <a:gd name="T13" fmla="*/ 0 60000 65536"/>
                    <a:gd name="T14" fmla="*/ 0 60000 65536"/>
                    <a:gd name="T15" fmla="*/ 0 w 39"/>
                    <a:gd name="T16" fmla="*/ 0 h 70"/>
                    <a:gd name="T17" fmla="*/ 39 w 39"/>
                    <a:gd name="T18" fmla="*/ 70 h 70"/>
                  </a:gdLst>
                  <a:ahLst/>
                  <a:cxnLst>
                    <a:cxn ang="T10">
                      <a:pos x="T0" y="T1"/>
                    </a:cxn>
                    <a:cxn ang="T11">
                      <a:pos x="T2" y="T3"/>
                    </a:cxn>
                    <a:cxn ang="T12">
                      <a:pos x="T4" y="T5"/>
                    </a:cxn>
                    <a:cxn ang="T13">
                      <a:pos x="T6" y="T7"/>
                    </a:cxn>
                    <a:cxn ang="T14">
                      <a:pos x="T8" y="T9"/>
                    </a:cxn>
                  </a:cxnLst>
                  <a:rect l="T15" t="T16" r="T17" b="T18"/>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54" name="Freeform 400"/>
                <p:cNvSpPr>
                  <a:spLocks/>
                </p:cNvSpPr>
                <p:nvPr/>
              </p:nvSpPr>
              <p:spPr bwMode="auto">
                <a:xfrm>
                  <a:off x="1061" y="3685"/>
                  <a:ext cx="32" cy="12"/>
                </a:xfrm>
                <a:custGeom>
                  <a:avLst/>
                  <a:gdLst>
                    <a:gd name="T0" fmla="*/ 0 w 63"/>
                    <a:gd name="T1" fmla="*/ 0 h 35"/>
                    <a:gd name="T2" fmla="*/ 1 w 63"/>
                    <a:gd name="T3" fmla="*/ 0 h 35"/>
                    <a:gd name="T4" fmla="*/ 1 w 63"/>
                    <a:gd name="T5" fmla="*/ 0 h 35"/>
                    <a:gd name="T6" fmla="*/ 1 w 63"/>
                    <a:gd name="T7" fmla="*/ 0 h 35"/>
                    <a:gd name="T8" fmla="*/ 0 w 63"/>
                    <a:gd name="T9" fmla="*/ 0 h 35"/>
                    <a:gd name="T10" fmla="*/ 0 60000 65536"/>
                    <a:gd name="T11" fmla="*/ 0 60000 65536"/>
                    <a:gd name="T12" fmla="*/ 0 60000 65536"/>
                    <a:gd name="T13" fmla="*/ 0 60000 65536"/>
                    <a:gd name="T14" fmla="*/ 0 60000 65536"/>
                    <a:gd name="T15" fmla="*/ 0 w 63"/>
                    <a:gd name="T16" fmla="*/ 0 h 35"/>
                    <a:gd name="T17" fmla="*/ 63 w 63"/>
                    <a:gd name="T18" fmla="*/ 35 h 35"/>
                  </a:gdLst>
                  <a:ahLst/>
                  <a:cxnLst>
                    <a:cxn ang="T10">
                      <a:pos x="T0" y="T1"/>
                    </a:cxn>
                    <a:cxn ang="T11">
                      <a:pos x="T2" y="T3"/>
                    </a:cxn>
                    <a:cxn ang="T12">
                      <a:pos x="T4" y="T5"/>
                    </a:cxn>
                    <a:cxn ang="T13">
                      <a:pos x="T6" y="T7"/>
                    </a:cxn>
                    <a:cxn ang="T14">
                      <a:pos x="T8" y="T9"/>
                    </a:cxn>
                  </a:cxnLst>
                  <a:rect l="T15" t="T16" r="T17" b="T18"/>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55" name="Freeform 401"/>
                <p:cNvSpPr>
                  <a:spLocks/>
                </p:cNvSpPr>
                <p:nvPr/>
              </p:nvSpPr>
              <p:spPr bwMode="auto">
                <a:xfrm>
                  <a:off x="1066" y="3697"/>
                  <a:ext cx="33" cy="10"/>
                </a:xfrm>
                <a:custGeom>
                  <a:avLst/>
                  <a:gdLst>
                    <a:gd name="T0" fmla="*/ 0 w 64"/>
                    <a:gd name="T1" fmla="*/ 0 h 30"/>
                    <a:gd name="T2" fmla="*/ 1 w 64"/>
                    <a:gd name="T3" fmla="*/ 0 h 30"/>
                    <a:gd name="T4" fmla="*/ 1 w 64"/>
                    <a:gd name="T5" fmla="*/ 0 h 30"/>
                    <a:gd name="T6" fmla="*/ 1 w 64"/>
                    <a:gd name="T7" fmla="*/ 0 h 30"/>
                    <a:gd name="T8" fmla="*/ 0 w 64"/>
                    <a:gd name="T9" fmla="*/ 0 h 30"/>
                    <a:gd name="T10" fmla="*/ 0 60000 65536"/>
                    <a:gd name="T11" fmla="*/ 0 60000 65536"/>
                    <a:gd name="T12" fmla="*/ 0 60000 65536"/>
                    <a:gd name="T13" fmla="*/ 0 60000 65536"/>
                    <a:gd name="T14" fmla="*/ 0 60000 65536"/>
                    <a:gd name="T15" fmla="*/ 0 w 64"/>
                    <a:gd name="T16" fmla="*/ 0 h 30"/>
                    <a:gd name="T17" fmla="*/ 64 w 64"/>
                    <a:gd name="T18" fmla="*/ 30 h 30"/>
                  </a:gdLst>
                  <a:ahLst/>
                  <a:cxnLst>
                    <a:cxn ang="T10">
                      <a:pos x="T0" y="T1"/>
                    </a:cxn>
                    <a:cxn ang="T11">
                      <a:pos x="T2" y="T3"/>
                    </a:cxn>
                    <a:cxn ang="T12">
                      <a:pos x="T4" y="T5"/>
                    </a:cxn>
                    <a:cxn ang="T13">
                      <a:pos x="T6" y="T7"/>
                    </a:cxn>
                    <a:cxn ang="T14">
                      <a:pos x="T8" y="T9"/>
                    </a:cxn>
                  </a:cxnLst>
                  <a:rect l="T15" t="T16" r="T17" b="T18"/>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75" name="Group 402"/>
              <p:cNvGrpSpPr>
                <a:grpSpLocks/>
              </p:cNvGrpSpPr>
              <p:nvPr/>
            </p:nvGrpSpPr>
            <p:grpSpPr bwMode="auto">
              <a:xfrm>
                <a:off x="1067" y="3698"/>
                <a:ext cx="45" cy="23"/>
                <a:chOff x="1067" y="3698"/>
                <a:chExt cx="45" cy="23"/>
              </a:xfrm>
            </p:grpSpPr>
            <p:sp>
              <p:nvSpPr>
                <p:cNvPr id="12550" name="Freeform 403"/>
                <p:cNvSpPr>
                  <a:spLocks/>
                </p:cNvSpPr>
                <p:nvPr/>
              </p:nvSpPr>
              <p:spPr bwMode="auto">
                <a:xfrm>
                  <a:off x="1067" y="3698"/>
                  <a:ext cx="20" cy="23"/>
                </a:xfrm>
                <a:custGeom>
                  <a:avLst/>
                  <a:gdLst>
                    <a:gd name="T0" fmla="*/ 1 w 39"/>
                    <a:gd name="T1" fmla="*/ 0 h 69"/>
                    <a:gd name="T2" fmla="*/ 0 w 39"/>
                    <a:gd name="T3" fmla="*/ 0 h 69"/>
                    <a:gd name="T4" fmla="*/ 1 w 39"/>
                    <a:gd name="T5" fmla="*/ 0 h 69"/>
                    <a:gd name="T6" fmla="*/ 1 w 39"/>
                    <a:gd name="T7" fmla="*/ 0 h 69"/>
                    <a:gd name="T8" fmla="*/ 1 w 39"/>
                    <a:gd name="T9" fmla="*/ 0 h 69"/>
                    <a:gd name="T10" fmla="*/ 0 60000 65536"/>
                    <a:gd name="T11" fmla="*/ 0 60000 65536"/>
                    <a:gd name="T12" fmla="*/ 0 60000 65536"/>
                    <a:gd name="T13" fmla="*/ 0 60000 65536"/>
                    <a:gd name="T14" fmla="*/ 0 60000 65536"/>
                    <a:gd name="T15" fmla="*/ 0 w 39"/>
                    <a:gd name="T16" fmla="*/ 0 h 69"/>
                    <a:gd name="T17" fmla="*/ 39 w 39"/>
                    <a:gd name="T18" fmla="*/ 69 h 69"/>
                  </a:gdLst>
                  <a:ahLst/>
                  <a:cxnLst>
                    <a:cxn ang="T10">
                      <a:pos x="T0" y="T1"/>
                    </a:cxn>
                    <a:cxn ang="T11">
                      <a:pos x="T2" y="T3"/>
                    </a:cxn>
                    <a:cxn ang="T12">
                      <a:pos x="T4" y="T5"/>
                    </a:cxn>
                    <a:cxn ang="T13">
                      <a:pos x="T6" y="T7"/>
                    </a:cxn>
                    <a:cxn ang="T14">
                      <a:pos x="T8" y="T9"/>
                    </a:cxn>
                  </a:cxnLst>
                  <a:rect l="T15" t="T16" r="T17" b="T18"/>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51" name="Freeform 404"/>
                <p:cNvSpPr>
                  <a:spLocks/>
                </p:cNvSpPr>
                <p:nvPr/>
              </p:nvSpPr>
              <p:spPr bwMode="auto">
                <a:xfrm>
                  <a:off x="1074" y="3699"/>
                  <a:ext cx="32"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 name="T15" fmla="*/ 0 w 64"/>
                    <a:gd name="T16" fmla="*/ 0 h 34"/>
                    <a:gd name="T17" fmla="*/ 64 w 64"/>
                    <a:gd name="T18" fmla="*/ 34 h 34"/>
                  </a:gdLst>
                  <a:ahLst/>
                  <a:cxnLst>
                    <a:cxn ang="T10">
                      <a:pos x="T0" y="T1"/>
                    </a:cxn>
                    <a:cxn ang="T11">
                      <a:pos x="T2" y="T3"/>
                    </a:cxn>
                    <a:cxn ang="T12">
                      <a:pos x="T4" y="T5"/>
                    </a:cxn>
                    <a:cxn ang="T13">
                      <a:pos x="T6" y="T7"/>
                    </a:cxn>
                    <a:cxn ang="T14">
                      <a:pos x="T8" y="T9"/>
                    </a:cxn>
                  </a:cxnLst>
                  <a:rect l="T15" t="T16" r="T17" b="T18"/>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52" name="Freeform 405"/>
                <p:cNvSpPr>
                  <a:spLocks/>
                </p:cNvSpPr>
                <p:nvPr/>
              </p:nvSpPr>
              <p:spPr bwMode="auto">
                <a:xfrm>
                  <a:off x="1079" y="3711"/>
                  <a:ext cx="33" cy="10"/>
                </a:xfrm>
                <a:custGeom>
                  <a:avLst/>
                  <a:gdLst>
                    <a:gd name="T0" fmla="*/ 0 w 65"/>
                    <a:gd name="T1" fmla="*/ 0 h 30"/>
                    <a:gd name="T2" fmla="*/ 1 w 65"/>
                    <a:gd name="T3" fmla="*/ 0 h 30"/>
                    <a:gd name="T4" fmla="*/ 1 w 65"/>
                    <a:gd name="T5" fmla="*/ 0 h 30"/>
                    <a:gd name="T6" fmla="*/ 1 w 65"/>
                    <a:gd name="T7" fmla="*/ 0 h 30"/>
                    <a:gd name="T8" fmla="*/ 0 w 65"/>
                    <a:gd name="T9" fmla="*/ 0 h 30"/>
                    <a:gd name="T10" fmla="*/ 0 60000 65536"/>
                    <a:gd name="T11" fmla="*/ 0 60000 65536"/>
                    <a:gd name="T12" fmla="*/ 0 60000 65536"/>
                    <a:gd name="T13" fmla="*/ 0 60000 65536"/>
                    <a:gd name="T14" fmla="*/ 0 60000 65536"/>
                    <a:gd name="T15" fmla="*/ 0 w 65"/>
                    <a:gd name="T16" fmla="*/ 0 h 30"/>
                    <a:gd name="T17" fmla="*/ 65 w 65"/>
                    <a:gd name="T18" fmla="*/ 30 h 30"/>
                  </a:gdLst>
                  <a:ahLst/>
                  <a:cxnLst>
                    <a:cxn ang="T10">
                      <a:pos x="T0" y="T1"/>
                    </a:cxn>
                    <a:cxn ang="T11">
                      <a:pos x="T2" y="T3"/>
                    </a:cxn>
                    <a:cxn ang="T12">
                      <a:pos x="T4" y="T5"/>
                    </a:cxn>
                    <a:cxn ang="T13">
                      <a:pos x="T6" y="T7"/>
                    </a:cxn>
                    <a:cxn ang="T14">
                      <a:pos x="T8" y="T9"/>
                    </a:cxn>
                  </a:cxnLst>
                  <a:rect l="T15" t="T16" r="T17" b="T18"/>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76" name="Group 406"/>
              <p:cNvGrpSpPr>
                <a:grpSpLocks/>
              </p:cNvGrpSpPr>
              <p:nvPr/>
            </p:nvGrpSpPr>
            <p:grpSpPr bwMode="auto">
              <a:xfrm>
                <a:off x="1079" y="3712"/>
                <a:ext cx="44" cy="23"/>
                <a:chOff x="1079" y="3712"/>
                <a:chExt cx="44" cy="23"/>
              </a:xfrm>
            </p:grpSpPr>
            <p:sp>
              <p:nvSpPr>
                <p:cNvPr id="12547" name="Freeform 407"/>
                <p:cNvSpPr>
                  <a:spLocks/>
                </p:cNvSpPr>
                <p:nvPr/>
              </p:nvSpPr>
              <p:spPr bwMode="auto">
                <a:xfrm>
                  <a:off x="1079" y="3712"/>
                  <a:ext cx="21" cy="23"/>
                </a:xfrm>
                <a:custGeom>
                  <a:avLst/>
                  <a:gdLst>
                    <a:gd name="T0" fmla="*/ 1 w 41"/>
                    <a:gd name="T1" fmla="*/ 0 h 68"/>
                    <a:gd name="T2" fmla="*/ 0 w 41"/>
                    <a:gd name="T3" fmla="*/ 0 h 68"/>
                    <a:gd name="T4" fmla="*/ 1 w 41"/>
                    <a:gd name="T5" fmla="*/ 0 h 68"/>
                    <a:gd name="T6" fmla="*/ 1 w 41"/>
                    <a:gd name="T7" fmla="*/ 0 h 68"/>
                    <a:gd name="T8" fmla="*/ 1 w 41"/>
                    <a:gd name="T9" fmla="*/ 0 h 68"/>
                    <a:gd name="T10" fmla="*/ 0 60000 65536"/>
                    <a:gd name="T11" fmla="*/ 0 60000 65536"/>
                    <a:gd name="T12" fmla="*/ 0 60000 65536"/>
                    <a:gd name="T13" fmla="*/ 0 60000 65536"/>
                    <a:gd name="T14" fmla="*/ 0 60000 65536"/>
                    <a:gd name="T15" fmla="*/ 0 w 41"/>
                    <a:gd name="T16" fmla="*/ 0 h 68"/>
                    <a:gd name="T17" fmla="*/ 41 w 41"/>
                    <a:gd name="T18" fmla="*/ 68 h 68"/>
                  </a:gdLst>
                  <a:ahLst/>
                  <a:cxnLst>
                    <a:cxn ang="T10">
                      <a:pos x="T0" y="T1"/>
                    </a:cxn>
                    <a:cxn ang="T11">
                      <a:pos x="T2" y="T3"/>
                    </a:cxn>
                    <a:cxn ang="T12">
                      <a:pos x="T4" y="T5"/>
                    </a:cxn>
                    <a:cxn ang="T13">
                      <a:pos x="T6" y="T7"/>
                    </a:cxn>
                    <a:cxn ang="T14">
                      <a:pos x="T8" y="T9"/>
                    </a:cxn>
                  </a:cxnLst>
                  <a:rect l="T15" t="T16" r="T17" b="T18"/>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48" name="Freeform 408"/>
                <p:cNvSpPr>
                  <a:spLocks/>
                </p:cNvSpPr>
                <p:nvPr/>
              </p:nvSpPr>
              <p:spPr bwMode="auto">
                <a:xfrm>
                  <a:off x="1087" y="3713"/>
                  <a:ext cx="31" cy="10"/>
                </a:xfrm>
                <a:custGeom>
                  <a:avLst/>
                  <a:gdLst>
                    <a:gd name="T0" fmla="*/ 0 w 63"/>
                    <a:gd name="T1" fmla="*/ 0 h 32"/>
                    <a:gd name="T2" fmla="*/ 0 w 63"/>
                    <a:gd name="T3" fmla="*/ 0 h 32"/>
                    <a:gd name="T4" fmla="*/ 0 w 63"/>
                    <a:gd name="T5" fmla="*/ 0 h 32"/>
                    <a:gd name="T6" fmla="*/ 0 w 63"/>
                    <a:gd name="T7" fmla="*/ 0 h 32"/>
                    <a:gd name="T8" fmla="*/ 0 w 63"/>
                    <a:gd name="T9" fmla="*/ 0 h 32"/>
                    <a:gd name="T10" fmla="*/ 0 60000 65536"/>
                    <a:gd name="T11" fmla="*/ 0 60000 65536"/>
                    <a:gd name="T12" fmla="*/ 0 60000 65536"/>
                    <a:gd name="T13" fmla="*/ 0 60000 65536"/>
                    <a:gd name="T14" fmla="*/ 0 60000 65536"/>
                    <a:gd name="T15" fmla="*/ 0 w 63"/>
                    <a:gd name="T16" fmla="*/ 0 h 32"/>
                    <a:gd name="T17" fmla="*/ 63 w 63"/>
                    <a:gd name="T18" fmla="*/ 32 h 32"/>
                  </a:gdLst>
                  <a:ahLst/>
                  <a:cxnLst>
                    <a:cxn ang="T10">
                      <a:pos x="T0" y="T1"/>
                    </a:cxn>
                    <a:cxn ang="T11">
                      <a:pos x="T2" y="T3"/>
                    </a:cxn>
                    <a:cxn ang="T12">
                      <a:pos x="T4" y="T5"/>
                    </a:cxn>
                    <a:cxn ang="T13">
                      <a:pos x="T6" y="T7"/>
                    </a:cxn>
                    <a:cxn ang="T14">
                      <a:pos x="T8" y="T9"/>
                    </a:cxn>
                  </a:cxnLst>
                  <a:rect l="T15" t="T16" r="T17" b="T18"/>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49" name="Freeform 409"/>
                <p:cNvSpPr>
                  <a:spLocks/>
                </p:cNvSpPr>
                <p:nvPr/>
              </p:nvSpPr>
              <p:spPr bwMode="auto">
                <a:xfrm>
                  <a:off x="1092" y="3724"/>
                  <a:ext cx="31" cy="11"/>
                </a:xfrm>
                <a:custGeom>
                  <a:avLst/>
                  <a:gdLst>
                    <a:gd name="T0" fmla="*/ 0 w 63"/>
                    <a:gd name="T1" fmla="*/ 0 h 31"/>
                    <a:gd name="T2" fmla="*/ 0 w 63"/>
                    <a:gd name="T3" fmla="*/ 0 h 31"/>
                    <a:gd name="T4" fmla="*/ 0 w 63"/>
                    <a:gd name="T5" fmla="*/ 0 h 31"/>
                    <a:gd name="T6" fmla="*/ 0 w 63"/>
                    <a:gd name="T7" fmla="*/ 0 h 31"/>
                    <a:gd name="T8" fmla="*/ 0 w 63"/>
                    <a:gd name="T9" fmla="*/ 0 h 31"/>
                    <a:gd name="T10" fmla="*/ 0 60000 65536"/>
                    <a:gd name="T11" fmla="*/ 0 60000 65536"/>
                    <a:gd name="T12" fmla="*/ 0 60000 65536"/>
                    <a:gd name="T13" fmla="*/ 0 60000 65536"/>
                    <a:gd name="T14" fmla="*/ 0 60000 65536"/>
                    <a:gd name="T15" fmla="*/ 0 w 63"/>
                    <a:gd name="T16" fmla="*/ 0 h 31"/>
                    <a:gd name="T17" fmla="*/ 63 w 63"/>
                    <a:gd name="T18" fmla="*/ 31 h 31"/>
                  </a:gdLst>
                  <a:ahLst/>
                  <a:cxnLst>
                    <a:cxn ang="T10">
                      <a:pos x="T0" y="T1"/>
                    </a:cxn>
                    <a:cxn ang="T11">
                      <a:pos x="T2" y="T3"/>
                    </a:cxn>
                    <a:cxn ang="T12">
                      <a:pos x="T4" y="T5"/>
                    </a:cxn>
                    <a:cxn ang="T13">
                      <a:pos x="T6" y="T7"/>
                    </a:cxn>
                    <a:cxn ang="T14">
                      <a:pos x="T8" y="T9"/>
                    </a:cxn>
                  </a:cxnLst>
                  <a:rect l="T15" t="T16" r="T17" b="T18"/>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77" name="Group 410"/>
              <p:cNvGrpSpPr>
                <a:grpSpLocks/>
              </p:cNvGrpSpPr>
              <p:nvPr/>
            </p:nvGrpSpPr>
            <p:grpSpPr bwMode="auto">
              <a:xfrm>
                <a:off x="1093" y="3725"/>
                <a:ext cx="45" cy="23"/>
                <a:chOff x="1093" y="3725"/>
                <a:chExt cx="45" cy="23"/>
              </a:xfrm>
            </p:grpSpPr>
            <p:sp>
              <p:nvSpPr>
                <p:cNvPr id="12544" name="Freeform 411"/>
                <p:cNvSpPr>
                  <a:spLocks/>
                </p:cNvSpPr>
                <p:nvPr/>
              </p:nvSpPr>
              <p:spPr bwMode="auto">
                <a:xfrm>
                  <a:off x="1093" y="3725"/>
                  <a:ext cx="20" cy="23"/>
                </a:xfrm>
                <a:custGeom>
                  <a:avLst/>
                  <a:gdLst>
                    <a:gd name="T0" fmla="*/ 1 w 40"/>
                    <a:gd name="T1" fmla="*/ 0 h 68"/>
                    <a:gd name="T2" fmla="*/ 0 w 40"/>
                    <a:gd name="T3" fmla="*/ 0 h 68"/>
                    <a:gd name="T4" fmla="*/ 1 w 40"/>
                    <a:gd name="T5" fmla="*/ 0 h 68"/>
                    <a:gd name="T6" fmla="*/ 1 w 40"/>
                    <a:gd name="T7" fmla="*/ 0 h 68"/>
                    <a:gd name="T8" fmla="*/ 1 w 40"/>
                    <a:gd name="T9" fmla="*/ 0 h 68"/>
                    <a:gd name="T10" fmla="*/ 0 60000 65536"/>
                    <a:gd name="T11" fmla="*/ 0 60000 65536"/>
                    <a:gd name="T12" fmla="*/ 0 60000 65536"/>
                    <a:gd name="T13" fmla="*/ 0 60000 65536"/>
                    <a:gd name="T14" fmla="*/ 0 60000 65536"/>
                    <a:gd name="T15" fmla="*/ 0 w 40"/>
                    <a:gd name="T16" fmla="*/ 0 h 68"/>
                    <a:gd name="T17" fmla="*/ 40 w 40"/>
                    <a:gd name="T18" fmla="*/ 68 h 68"/>
                  </a:gdLst>
                  <a:ahLst/>
                  <a:cxnLst>
                    <a:cxn ang="T10">
                      <a:pos x="T0" y="T1"/>
                    </a:cxn>
                    <a:cxn ang="T11">
                      <a:pos x="T2" y="T3"/>
                    </a:cxn>
                    <a:cxn ang="T12">
                      <a:pos x="T4" y="T5"/>
                    </a:cxn>
                    <a:cxn ang="T13">
                      <a:pos x="T6" y="T7"/>
                    </a:cxn>
                    <a:cxn ang="T14">
                      <a:pos x="T8" y="T9"/>
                    </a:cxn>
                  </a:cxnLst>
                  <a:rect l="T15" t="T16" r="T17" b="T18"/>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45" name="Freeform 412"/>
                <p:cNvSpPr>
                  <a:spLocks/>
                </p:cNvSpPr>
                <p:nvPr/>
              </p:nvSpPr>
              <p:spPr bwMode="auto">
                <a:xfrm>
                  <a:off x="1100" y="3726"/>
                  <a:ext cx="32"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 name="T15" fmla="*/ 0 w 64"/>
                    <a:gd name="T16" fmla="*/ 0 h 34"/>
                    <a:gd name="T17" fmla="*/ 64 w 64"/>
                    <a:gd name="T18" fmla="*/ 34 h 34"/>
                  </a:gdLst>
                  <a:ahLst/>
                  <a:cxnLst>
                    <a:cxn ang="T10">
                      <a:pos x="T0" y="T1"/>
                    </a:cxn>
                    <a:cxn ang="T11">
                      <a:pos x="T2" y="T3"/>
                    </a:cxn>
                    <a:cxn ang="T12">
                      <a:pos x="T4" y="T5"/>
                    </a:cxn>
                    <a:cxn ang="T13">
                      <a:pos x="T6" y="T7"/>
                    </a:cxn>
                    <a:cxn ang="T14">
                      <a:pos x="T8" y="T9"/>
                    </a:cxn>
                  </a:cxnLst>
                  <a:rect l="T15" t="T16" r="T17" b="T18"/>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46" name="Freeform 413"/>
                <p:cNvSpPr>
                  <a:spLocks/>
                </p:cNvSpPr>
                <p:nvPr/>
              </p:nvSpPr>
              <p:spPr bwMode="auto">
                <a:xfrm>
                  <a:off x="1106" y="3738"/>
                  <a:ext cx="32" cy="9"/>
                </a:xfrm>
                <a:custGeom>
                  <a:avLst/>
                  <a:gdLst>
                    <a:gd name="T0" fmla="*/ 0 w 65"/>
                    <a:gd name="T1" fmla="*/ 0 h 28"/>
                    <a:gd name="T2" fmla="*/ 0 w 65"/>
                    <a:gd name="T3" fmla="*/ 0 h 28"/>
                    <a:gd name="T4" fmla="*/ 0 w 65"/>
                    <a:gd name="T5" fmla="*/ 0 h 28"/>
                    <a:gd name="T6" fmla="*/ 0 w 65"/>
                    <a:gd name="T7" fmla="*/ 0 h 28"/>
                    <a:gd name="T8" fmla="*/ 0 w 65"/>
                    <a:gd name="T9" fmla="*/ 0 h 28"/>
                    <a:gd name="T10" fmla="*/ 0 60000 65536"/>
                    <a:gd name="T11" fmla="*/ 0 60000 65536"/>
                    <a:gd name="T12" fmla="*/ 0 60000 65536"/>
                    <a:gd name="T13" fmla="*/ 0 60000 65536"/>
                    <a:gd name="T14" fmla="*/ 0 60000 65536"/>
                    <a:gd name="T15" fmla="*/ 0 w 65"/>
                    <a:gd name="T16" fmla="*/ 0 h 28"/>
                    <a:gd name="T17" fmla="*/ 65 w 65"/>
                    <a:gd name="T18" fmla="*/ 28 h 28"/>
                  </a:gdLst>
                  <a:ahLst/>
                  <a:cxnLst>
                    <a:cxn ang="T10">
                      <a:pos x="T0" y="T1"/>
                    </a:cxn>
                    <a:cxn ang="T11">
                      <a:pos x="T2" y="T3"/>
                    </a:cxn>
                    <a:cxn ang="T12">
                      <a:pos x="T4" y="T5"/>
                    </a:cxn>
                    <a:cxn ang="T13">
                      <a:pos x="T6" y="T7"/>
                    </a:cxn>
                    <a:cxn ang="T14">
                      <a:pos x="T8" y="T9"/>
                    </a:cxn>
                  </a:cxnLst>
                  <a:rect l="T15" t="T16" r="T17" b="T18"/>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78" name="Group 414"/>
              <p:cNvGrpSpPr>
                <a:grpSpLocks/>
              </p:cNvGrpSpPr>
              <p:nvPr/>
            </p:nvGrpSpPr>
            <p:grpSpPr bwMode="auto">
              <a:xfrm>
                <a:off x="1108" y="3739"/>
                <a:ext cx="44" cy="23"/>
                <a:chOff x="1108" y="3739"/>
                <a:chExt cx="44" cy="23"/>
              </a:xfrm>
            </p:grpSpPr>
            <p:sp>
              <p:nvSpPr>
                <p:cNvPr id="12541" name="Freeform 415"/>
                <p:cNvSpPr>
                  <a:spLocks/>
                </p:cNvSpPr>
                <p:nvPr/>
              </p:nvSpPr>
              <p:spPr bwMode="auto">
                <a:xfrm>
                  <a:off x="1108" y="3739"/>
                  <a:ext cx="19" cy="23"/>
                </a:xfrm>
                <a:custGeom>
                  <a:avLst/>
                  <a:gdLst>
                    <a:gd name="T0" fmla="*/ 0 w 40"/>
                    <a:gd name="T1" fmla="*/ 0 h 69"/>
                    <a:gd name="T2" fmla="*/ 0 w 40"/>
                    <a:gd name="T3" fmla="*/ 0 h 69"/>
                    <a:gd name="T4" fmla="*/ 0 w 40"/>
                    <a:gd name="T5" fmla="*/ 0 h 69"/>
                    <a:gd name="T6" fmla="*/ 0 w 40"/>
                    <a:gd name="T7" fmla="*/ 0 h 69"/>
                    <a:gd name="T8" fmla="*/ 0 w 40"/>
                    <a:gd name="T9" fmla="*/ 0 h 69"/>
                    <a:gd name="T10" fmla="*/ 0 60000 65536"/>
                    <a:gd name="T11" fmla="*/ 0 60000 65536"/>
                    <a:gd name="T12" fmla="*/ 0 60000 65536"/>
                    <a:gd name="T13" fmla="*/ 0 60000 65536"/>
                    <a:gd name="T14" fmla="*/ 0 60000 65536"/>
                    <a:gd name="T15" fmla="*/ 0 w 40"/>
                    <a:gd name="T16" fmla="*/ 0 h 69"/>
                    <a:gd name="T17" fmla="*/ 40 w 40"/>
                    <a:gd name="T18" fmla="*/ 69 h 69"/>
                  </a:gdLst>
                  <a:ahLst/>
                  <a:cxnLst>
                    <a:cxn ang="T10">
                      <a:pos x="T0" y="T1"/>
                    </a:cxn>
                    <a:cxn ang="T11">
                      <a:pos x="T2" y="T3"/>
                    </a:cxn>
                    <a:cxn ang="T12">
                      <a:pos x="T4" y="T5"/>
                    </a:cxn>
                    <a:cxn ang="T13">
                      <a:pos x="T6" y="T7"/>
                    </a:cxn>
                    <a:cxn ang="T14">
                      <a:pos x="T8" y="T9"/>
                    </a:cxn>
                  </a:cxnLst>
                  <a:rect l="T15" t="T16" r="T17" b="T18"/>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42" name="Freeform 416"/>
                <p:cNvSpPr>
                  <a:spLocks/>
                </p:cNvSpPr>
                <p:nvPr/>
              </p:nvSpPr>
              <p:spPr bwMode="auto">
                <a:xfrm>
                  <a:off x="1114" y="3740"/>
                  <a:ext cx="32" cy="11"/>
                </a:xfrm>
                <a:custGeom>
                  <a:avLst/>
                  <a:gdLst>
                    <a:gd name="T0" fmla="*/ 0 w 64"/>
                    <a:gd name="T1" fmla="*/ 0 h 35"/>
                    <a:gd name="T2" fmla="*/ 1 w 64"/>
                    <a:gd name="T3" fmla="*/ 0 h 35"/>
                    <a:gd name="T4" fmla="*/ 1 w 64"/>
                    <a:gd name="T5" fmla="*/ 0 h 35"/>
                    <a:gd name="T6" fmla="*/ 1 w 64"/>
                    <a:gd name="T7" fmla="*/ 0 h 35"/>
                    <a:gd name="T8" fmla="*/ 0 w 64"/>
                    <a:gd name="T9" fmla="*/ 0 h 35"/>
                    <a:gd name="T10" fmla="*/ 0 60000 65536"/>
                    <a:gd name="T11" fmla="*/ 0 60000 65536"/>
                    <a:gd name="T12" fmla="*/ 0 60000 65536"/>
                    <a:gd name="T13" fmla="*/ 0 60000 65536"/>
                    <a:gd name="T14" fmla="*/ 0 60000 65536"/>
                    <a:gd name="T15" fmla="*/ 0 w 64"/>
                    <a:gd name="T16" fmla="*/ 0 h 35"/>
                    <a:gd name="T17" fmla="*/ 64 w 64"/>
                    <a:gd name="T18" fmla="*/ 35 h 35"/>
                  </a:gdLst>
                  <a:ahLst/>
                  <a:cxnLst>
                    <a:cxn ang="T10">
                      <a:pos x="T0" y="T1"/>
                    </a:cxn>
                    <a:cxn ang="T11">
                      <a:pos x="T2" y="T3"/>
                    </a:cxn>
                    <a:cxn ang="T12">
                      <a:pos x="T4" y="T5"/>
                    </a:cxn>
                    <a:cxn ang="T13">
                      <a:pos x="T6" y="T7"/>
                    </a:cxn>
                    <a:cxn ang="T14">
                      <a:pos x="T8" y="T9"/>
                    </a:cxn>
                  </a:cxnLst>
                  <a:rect l="T15" t="T16" r="T17" b="T18"/>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43" name="Freeform 417"/>
                <p:cNvSpPr>
                  <a:spLocks/>
                </p:cNvSpPr>
                <p:nvPr/>
              </p:nvSpPr>
              <p:spPr bwMode="auto">
                <a:xfrm>
                  <a:off x="1120" y="3752"/>
                  <a:ext cx="32" cy="10"/>
                </a:xfrm>
                <a:custGeom>
                  <a:avLst/>
                  <a:gdLst>
                    <a:gd name="T0" fmla="*/ 0 w 66"/>
                    <a:gd name="T1" fmla="*/ 0 h 30"/>
                    <a:gd name="T2" fmla="*/ 0 w 66"/>
                    <a:gd name="T3" fmla="*/ 0 h 30"/>
                    <a:gd name="T4" fmla="*/ 0 w 66"/>
                    <a:gd name="T5" fmla="*/ 0 h 30"/>
                    <a:gd name="T6" fmla="*/ 0 w 66"/>
                    <a:gd name="T7" fmla="*/ 0 h 30"/>
                    <a:gd name="T8" fmla="*/ 0 w 66"/>
                    <a:gd name="T9" fmla="*/ 0 h 30"/>
                    <a:gd name="T10" fmla="*/ 0 60000 65536"/>
                    <a:gd name="T11" fmla="*/ 0 60000 65536"/>
                    <a:gd name="T12" fmla="*/ 0 60000 65536"/>
                    <a:gd name="T13" fmla="*/ 0 60000 65536"/>
                    <a:gd name="T14" fmla="*/ 0 60000 65536"/>
                    <a:gd name="T15" fmla="*/ 0 w 66"/>
                    <a:gd name="T16" fmla="*/ 0 h 30"/>
                    <a:gd name="T17" fmla="*/ 66 w 66"/>
                    <a:gd name="T18" fmla="*/ 30 h 30"/>
                  </a:gdLst>
                  <a:ahLst/>
                  <a:cxnLst>
                    <a:cxn ang="T10">
                      <a:pos x="T0" y="T1"/>
                    </a:cxn>
                    <a:cxn ang="T11">
                      <a:pos x="T2" y="T3"/>
                    </a:cxn>
                    <a:cxn ang="T12">
                      <a:pos x="T4" y="T5"/>
                    </a:cxn>
                    <a:cxn ang="T13">
                      <a:pos x="T6" y="T7"/>
                    </a:cxn>
                    <a:cxn ang="T14">
                      <a:pos x="T8" y="T9"/>
                    </a:cxn>
                  </a:cxnLst>
                  <a:rect l="T15" t="T16" r="T17" b="T18"/>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79" name="Group 418"/>
              <p:cNvGrpSpPr>
                <a:grpSpLocks/>
              </p:cNvGrpSpPr>
              <p:nvPr/>
            </p:nvGrpSpPr>
            <p:grpSpPr bwMode="auto">
              <a:xfrm>
                <a:off x="1121" y="3753"/>
                <a:ext cx="45" cy="23"/>
                <a:chOff x="1121" y="3753"/>
                <a:chExt cx="45" cy="23"/>
              </a:xfrm>
            </p:grpSpPr>
            <p:sp>
              <p:nvSpPr>
                <p:cNvPr id="12538" name="Freeform 419"/>
                <p:cNvSpPr>
                  <a:spLocks/>
                </p:cNvSpPr>
                <p:nvPr/>
              </p:nvSpPr>
              <p:spPr bwMode="auto">
                <a:xfrm>
                  <a:off x="1121" y="3753"/>
                  <a:ext cx="20" cy="23"/>
                </a:xfrm>
                <a:custGeom>
                  <a:avLst/>
                  <a:gdLst>
                    <a:gd name="T0" fmla="*/ 1 w 39"/>
                    <a:gd name="T1" fmla="*/ 0 h 68"/>
                    <a:gd name="T2" fmla="*/ 0 w 39"/>
                    <a:gd name="T3" fmla="*/ 0 h 68"/>
                    <a:gd name="T4" fmla="*/ 1 w 39"/>
                    <a:gd name="T5" fmla="*/ 0 h 68"/>
                    <a:gd name="T6" fmla="*/ 1 w 39"/>
                    <a:gd name="T7" fmla="*/ 0 h 68"/>
                    <a:gd name="T8" fmla="*/ 1 w 39"/>
                    <a:gd name="T9" fmla="*/ 0 h 68"/>
                    <a:gd name="T10" fmla="*/ 0 60000 65536"/>
                    <a:gd name="T11" fmla="*/ 0 60000 65536"/>
                    <a:gd name="T12" fmla="*/ 0 60000 65536"/>
                    <a:gd name="T13" fmla="*/ 0 60000 65536"/>
                    <a:gd name="T14" fmla="*/ 0 60000 65536"/>
                    <a:gd name="T15" fmla="*/ 0 w 39"/>
                    <a:gd name="T16" fmla="*/ 0 h 68"/>
                    <a:gd name="T17" fmla="*/ 39 w 39"/>
                    <a:gd name="T18" fmla="*/ 68 h 68"/>
                  </a:gdLst>
                  <a:ahLst/>
                  <a:cxnLst>
                    <a:cxn ang="T10">
                      <a:pos x="T0" y="T1"/>
                    </a:cxn>
                    <a:cxn ang="T11">
                      <a:pos x="T2" y="T3"/>
                    </a:cxn>
                    <a:cxn ang="T12">
                      <a:pos x="T4" y="T5"/>
                    </a:cxn>
                    <a:cxn ang="T13">
                      <a:pos x="T6" y="T7"/>
                    </a:cxn>
                    <a:cxn ang="T14">
                      <a:pos x="T8" y="T9"/>
                    </a:cxn>
                  </a:cxnLst>
                  <a:rect l="T15" t="T16" r="T17" b="T18"/>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39" name="Freeform 420"/>
                <p:cNvSpPr>
                  <a:spLocks/>
                </p:cNvSpPr>
                <p:nvPr/>
              </p:nvSpPr>
              <p:spPr bwMode="auto">
                <a:xfrm>
                  <a:off x="1127" y="3753"/>
                  <a:ext cx="33" cy="12"/>
                </a:xfrm>
                <a:custGeom>
                  <a:avLst/>
                  <a:gdLst>
                    <a:gd name="T0" fmla="*/ 0 w 64"/>
                    <a:gd name="T1" fmla="*/ 0 h 35"/>
                    <a:gd name="T2" fmla="*/ 1 w 64"/>
                    <a:gd name="T3" fmla="*/ 0 h 35"/>
                    <a:gd name="T4" fmla="*/ 1 w 64"/>
                    <a:gd name="T5" fmla="*/ 0 h 35"/>
                    <a:gd name="T6" fmla="*/ 1 w 64"/>
                    <a:gd name="T7" fmla="*/ 0 h 35"/>
                    <a:gd name="T8" fmla="*/ 0 w 64"/>
                    <a:gd name="T9" fmla="*/ 0 h 35"/>
                    <a:gd name="T10" fmla="*/ 0 60000 65536"/>
                    <a:gd name="T11" fmla="*/ 0 60000 65536"/>
                    <a:gd name="T12" fmla="*/ 0 60000 65536"/>
                    <a:gd name="T13" fmla="*/ 0 60000 65536"/>
                    <a:gd name="T14" fmla="*/ 0 60000 65536"/>
                    <a:gd name="T15" fmla="*/ 0 w 64"/>
                    <a:gd name="T16" fmla="*/ 0 h 35"/>
                    <a:gd name="T17" fmla="*/ 64 w 64"/>
                    <a:gd name="T18" fmla="*/ 35 h 35"/>
                  </a:gdLst>
                  <a:ahLst/>
                  <a:cxnLst>
                    <a:cxn ang="T10">
                      <a:pos x="T0" y="T1"/>
                    </a:cxn>
                    <a:cxn ang="T11">
                      <a:pos x="T2" y="T3"/>
                    </a:cxn>
                    <a:cxn ang="T12">
                      <a:pos x="T4" y="T5"/>
                    </a:cxn>
                    <a:cxn ang="T13">
                      <a:pos x="T6" y="T7"/>
                    </a:cxn>
                    <a:cxn ang="T14">
                      <a:pos x="T8" y="T9"/>
                    </a:cxn>
                  </a:cxnLst>
                  <a:rect l="T15" t="T16" r="T17" b="T18"/>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40" name="Freeform 421"/>
                <p:cNvSpPr>
                  <a:spLocks/>
                </p:cNvSpPr>
                <p:nvPr/>
              </p:nvSpPr>
              <p:spPr bwMode="auto">
                <a:xfrm>
                  <a:off x="1133" y="3766"/>
                  <a:ext cx="33" cy="9"/>
                </a:xfrm>
                <a:custGeom>
                  <a:avLst/>
                  <a:gdLst>
                    <a:gd name="T0" fmla="*/ 0 w 66"/>
                    <a:gd name="T1" fmla="*/ 0 h 29"/>
                    <a:gd name="T2" fmla="*/ 1 w 66"/>
                    <a:gd name="T3" fmla="*/ 0 h 29"/>
                    <a:gd name="T4" fmla="*/ 1 w 66"/>
                    <a:gd name="T5" fmla="*/ 0 h 29"/>
                    <a:gd name="T6" fmla="*/ 1 w 66"/>
                    <a:gd name="T7" fmla="*/ 0 h 29"/>
                    <a:gd name="T8" fmla="*/ 0 w 66"/>
                    <a:gd name="T9" fmla="*/ 0 h 29"/>
                    <a:gd name="T10" fmla="*/ 0 60000 65536"/>
                    <a:gd name="T11" fmla="*/ 0 60000 65536"/>
                    <a:gd name="T12" fmla="*/ 0 60000 65536"/>
                    <a:gd name="T13" fmla="*/ 0 60000 65536"/>
                    <a:gd name="T14" fmla="*/ 0 60000 65536"/>
                    <a:gd name="T15" fmla="*/ 0 w 66"/>
                    <a:gd name="T16" fmla="*/ 0 h 29"/>
                    <a:gd name="T17" fmla="*/ 66 w 66"/>
                    <a:gd name="T18" fmla="*/ 29 h 29"/>
                  </a:gdLst>
                  <a:ahLst/>
                  <a:cxnLst>
                    <a:cxn ang="T10">
                      <a:pos x="T0" y="T1"/>
                    </a:cxn>
                    <a:cxn ang="T11">
                      <a:pos x="T2" y="T3"/>
                    </a:cxn>
                    <a:cxn ang="T12">
                      <a:pos x="T4" y="T5"/>
                    </a:cxn>
                    <a:cxn ang="T13">
                      <a:pos x="T6" y="T7"/>
                    </a:cxn>
                    <a:cxn ang="T14">
                      <a:pos x="T8" y="T9"/>
                    </a:cxn>
                  </a:cxnLst>
                  <a:rect l="T15" t="T16" r="T17" b="T18"/>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80" name="Group 422"/>
              <p:cNvGrpSpPr>
                <a:grpSpLocks/>
              </p:cNvGrpSpPr>
              <p:nvPr/>
            </p:nvGrpSpPr>
            <p:grpSpPr bwMode="auto">
              <a:xfrm>
                <a:off x="1133" y="3767"/>
                <a:ext cx="44" cy="23"/>
                <a:chOff x="1133" y="3767"/>
                <a:chExt cx="44" cy="23"/>
              </a:xfrm>
            </p:grpSpPr>
            <p:sp>
              <p:nvSpPr>
                <p:cNvPr id="12535" name="Freeform 423"/>
                <p:cNvSpPr>
                  <a:spLocks/>
                </p:cNvSpPr>
                <p:nvPr/>
              </p:nvSpPr>
              <p:spPr bwMode="auto">
                <a:xfrm>
                  <a:off x="1133" y="3767"/>
                  <a:ext cx="20" cy="23"/>
                </a:xfrm>
                <a:custGeom>
                  <a:avLst/>
                  <a:gdLst>
                    <a:gd name="T0" fmla="*/ 1 w 39"/>
                    <a:gd name="T1" fmla="*/ 0 h 69"/>
                    <a:gd name="T2" fmla="*/ 0 w 39"/>
                    <a:gd name="T3" fmla="*/ 0 h 69"/>
                    <a:gd name="T4" fmla="*/ 1 w 39"/>
                    <a:gd name="T5" fmla="*/ 0 h 69"/>
                    <a:gd name="T6" fmla="*/ 1 w 39"/>
                    <a:gd name="T7" fmla="*/ 0 h 69"/>
                    <a:gd name="T8" fmla="*/ 1 w 39"/>
                    <a:gd name="T9" fmla="*/ 0 h 69"/>
                    <a:gd name="T10" fmla="*/ 0 60000 65536"/>
                    <a:gd name="T11" fmla="*/ 0 60000 65536"/>
                    <a:gd name="T12" fmla="*/ 0 60000 65536"/>
                    <a:gd name="T13" fmla="*/ 0 60000 65536"/>
                    <a:gd name="T14" fmla="*/ 0 60000 65536"/>
                    <a:gd name="T15" fmla="*/ 0 w 39"/>
                    <a:gd name="T16" fmla="*/ 0 h 69"/>
                    <a:gd name="T17" fmla="*/ 39 w 39"/>
                    <a:gd name="T18" fmla="*/ 69 h 69"/>
                  </a:gdLst>
                  <a:ahLst/>
                  <a:cxnLst>
                    <a:cxn ang="T10">
                      <a:pos x="T0" y="T1"/>
                    </a:cxn>
                    <a:cxn ang="T11">
                      <a:pos x="T2" y="T3"/>
                    </a:cxn>
                    <a:cxn ang="T12">
                      <a:pos x="T4" y="T5"/>
                    </a:cxn>
                    <a:cxn ang="T13">
                      <a:pos x="T6" y="T7"/>
                    </a:cxn>
                    <a:cxn ang="T14">
                      <a:pos x="T8" y="T9"/>
                    </a:cxn>
                  </a:cxnLst>
                  <a:rect l="T15" t="T16" r="T17" b="T18"/>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36" name="Freeform 424"/>
                <p:cNvSpPr>
                  <a:spLocks/>
                </p:cNvSpPr>
                <p:nvPr/>
              </p:nvSpPr>
              <p:spPr bwMode="auto">
                <a:xfrm>
                  <a:off x="1140" y="3767"/>
                  <a:ext cx="32" cy="11"/>
                </a:xfrm>
                <a:custGeom>
                  <a:avLst/>
                  <a:gdLst>
                    <a:gd name="T0" fmla="*/ 0 w 64"/>
                    <a:gd name="T1" fmla="*/ 0 h 33"/>
                    <a:gd name="T2" fmla="*/ 1 w 64"/>
                    <a:gd name="T3" fmla="*/ 0 h 33"/>
                    <a:gd name="T4" fmla="*/ 1 w 64"/>
                    <a:gd name="T5" fmla="*/ 0 h 33"/>
                    <a:gd name="T6" fmla="*/ 1 w 64"/>
                    <a:gd name="T7" fmla="*/ 0 h 33"/>
                    <a:gd name="T8" fmla="*/ 0 w 64"/>
                    <a:gd name="T9" fmla="*/ 0 h 33"/>
                    <a:gd name="T10" fmla="*/ 0 60000 65536"/>
                    <a:gd name="T11" fmla="*/ 0 60000 65536"/>
                    <a:gd name="T12" fmla="*/ 0 60000 65536"/>
                    <a:gd name="T13" fmla="*/ 0 60000 65536"/>
                    <a:gd name="T14" fmla="*/ 0 60000 65536"/>
                    <a:gd name="T15" fmla="*/ 0 w 64"/>
                    <a:gd name="T16" fmla="*/ 0 h 33"/>
                    <a:gd name="T17" fmla="*/ 64 w 64"/>
                    <a:gd name="T18" fmla="*/ 33 h 33"/>
                  </a:gdLst>
                  <a:ahLst/>
                  <a:cxnLst>
                    <a:cxn ang="T10">
                      <a:pos x="T0" y="T1"/>
                    </a:cxn>
                    <a:cxn ang="T11">
                      <a:pos x="T2" y="T3"/>
                    </a:cxn>
                    <a:cxn ang="T12">
                      <a:pos x="T4" y="T5"/>
                    </a:cxn>
                    <a:cxn ang="T13">
                      <a:pos x="T6" y="T7"/>
                    </a:cxn>
                    <a:cxn ang="T14">
                      <a:pos x="T8" y="T9"/>
                    </a:cxn>
                  </a:cxnLst>
                  <a:rect l="T15" t="T16" r="T17" b="T18"/>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37" name="Freeform 425"/>
                <p:cNvSpPr>
                  <a:spLocks/>
                </p:cNvSpPr>
                <p:nvPr/>
              </p:nvSpPr>
              <p:spPr bwMode="auto">
                <a:xfrm>
                  <a:off x="1146" y="3779"/>
                  <a:ext cx="31" cy="10"/>
                </a:xfrm>
                <a:custGeom>
                  <a:avLst/>
                  <a:gdLst>
                    <a:gd name="T0" fmla="*/ 0 w 63"/>
                    <a:gd name="T1" fmla="*/ 0 h 31"/>
                    <a:gd name="T2" fmla="*/ 0 w 63"/>
                    <a:gd name="T3" fmla="*/ 0 h 31"/>
                    <a:gd name="T4" fmla="*/ 0 w 63"/>
                    <a:gd name="T5" fmla="*/ 0 h 31"/>
                    <a:gd name="T6" fmla="*/ 0 w 63"/>
                    <a:gd name="T7" fmla="*/ 0 h 31"/>
                    <a:gd name="T8" fmla="*/ 0 w 63"/>
                    <a:gd name="T9" fmla="*/ 0 h 31"/>
                    <a:gd name="T10" fmla="*/ 0 60000 65536"/>
                    <a:gd name="T11" fmla="*/ 0 60000 65536"/>
                    <a:gd name="T12" fmla="*/ 0 60000 65536"/>
                    <a:gd name="T13" fmla="*/ 0 60000 65536"/>
                    <a:gd name="T14" fmla="*/ 0 60000 65536"/>
                    <a:gd name="T15" fmla="*/ 0 w 63"/>
                    <a:gd name="T16" fmla="*/ 0 h 31"/>
                    <a:gd name="T17" fmla="*/ 63 w 63"/>
                    <a:gd name="T18" fmla="*/ 31 h 31"/>
                  </a:gdLst>
                  <a:ahLst/>
                  <a:cxnLst>
                    <a:cxn ang="T10">
                      <a:pos x="T0" y="T1"/>
                    </a:cxn>
                    <a:cxn ang="T11">
                      <a:pos x="T2" y="T3"/>
                    </a:cxn>
                    <a:cxn ang="T12">
                      <a:pos x="T4" y="T5"/>
                    </a:cxn>
                    <a:cxn ang="T13">
                      <a:pos x="T6" y="T7"/>
                    </a:cxn>
                    <a:cxn ang="T14">
                      <a:pos x="T8" y="T9"/>
                    </a:cxn>
                  </a:cxnLst>
                  <a:rect l="T15" t="T16" r="T17" b="T18"/>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sp>
            <p:nvSpPr>
              <p:cNvPr id="12481" name="Freeform 426"/>
              <p:cNvSpPr>
                <a:spLocks/>
              </p:cNvSpPr>
              <p:nvPr/>
            </p:nvSpPr>
            <p:spPr bwMode="auto">
              <a:xfrm>
                <a:off x="972" y="3556"/>
                <a:ext cx="40" cy="12"/>
              </a:xfrm>
              <a:custGeom>
                <a:avLst/>
                <a:gdLst>
                  <a:gd name="T0" fmla="*/ 0 w 79"/>
                  <a:gd name="T1" fmla="*/ 0 h 36"/>
                  <a:gd name="T2" fmla="*/ 1 w 79"/>
                  <a:gd name="T3" fmla="*/ 0 h 36"/>
                  <a:gd name="T4" fmla="*/ 1 w 79"/>
                  <a:gd name="T5" fmla="*/ 0 h 36"/>
                  <a:gd name="T6" fmla="*/ 1 w 79"/>
                  <a:gd name="T7" fmla="*/ 0 h 36"/>
                  <a:gd name="T8" fmla="*/ 0 w 79"/>
                  <a:gd name="T9" fmla="*/ 0 h 36"/>
                  <a:gd name="T10" fmla="*/ 0 60000 65536"/>
                  <a:gd name="T11" fmla="*/ 0 60000 65536"/>
                  <a:gd name="T12" fmla="*/ 0 60000 65536"/>
                  <a:gd name="T13" fmla="*/ 0 60000 65536"/>
                  <a:gd name="T14" fmla="*/ 0 60000 65536"/>
                  <a:gd name="T15" fmla="*/ 0 w 79"/>
                  <a:gd name="T16" fmla="*/ 0 h 36"/>
                  <a:gd name="T17" fmla="*/ 79 w 79"/>
                  <a:gd name="T18" fmla="*/ 36 h 36"/>
                </a:gdLst>
                <a:ahLst/>
                <a:cxnLst>
                  <a:cxn ang="T10">
                    <a:pos x="T0" y="T1"/>
                  </a:cxn>
                  <a:cxn ang="T11">
                    <a:pos x="T2" y="T3"/>
                  </a:cxn>
                  <a:cxn ang="T12">
                    <a:pos x="T4" y="T5"/>
                  </a:cxn>
                  <a:cxn ang="T13">
                    <a:pos x="T6" y="T7"/>
                  </a:cxn>
                  <a:cxn ang="T14">
                    <a:pos x="T8" y="T9"/>
                  </a:cxn>
                </a:cxnLst>
                <a:rect l="T15" t="T16" r="T17" b="T18"/>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82" name="Freeform 427"/>
              <p:cNvSpPr>
                <a:spLocks/>
              </p:cNvSpPr>
              <p:nvPr/>
            </p:nvSpPr>
            <p:spPr bwMode="auto">
              <a:xfrm>
                <a:off x="993" y="3576"/>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 name="T15" fmla="*/ 0 w 79"/>
                  <a:gd name="T16" fmla="*/ 0 h 36"/>
                  <a:gd name="T17" fmla="*/ 79 w 79"/>
                  <a:gd name="T18" fmla="*/ 36 h 36"/>
                </a:gdLst>
                <a:ahLst/>
                <a:cxnLst>
                  <a:cxn ang="T10">
                    <a:pos x="T0" y="T1"/>
                  </a:cxn>
                  <a:cxn ang="T11">
                    <a:pos x="T2" y="T3"/>
                  </a:cxn>
                  <a:cxn ang="T12">
                    <a:pos x="T4" y="T5"/>
                  </a:cxn>
                  <a:cxn ang="T13">
                    <a:pos x="T6" y="T7"/>
                  </a:cxn>
                  <a:cxn ang="T14">
                    <a:pos x="T8" y="T9"/>
                  </a:cxn>
                </a:cxnLst>
                <a:rect l="T15" t="T16" r="T17" b="T18"/>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83" name="Freeform 428"/>
              <p:cNvSpPr>
                <a:spLocks/>
              </p:cNvSpPr>
              <p:nvPr/>
            </p:nvSpPr>
            <p:spPr bwMode="auto">
              <a:xfrm>
                <a:off x="1012" y="3594"/>
                <a:ext cx="39" cy="12"/>
              </a:xfrm>
              <a:custGeom>
                <a:avLst/>
                <a:gdLst>
                  <a:gd name="T0" fmla="*/ 0 w 78"/>
                  <a:gd name="T1" fmla="*/ 0 h 36"/>
                  <a:gd name="T2" fmla="*/ 1 w 78"/>
                  <a:gd name="T3" fmla="*/ 0 h 36"/>
                  <a:gd name="T4" fmla="*/ 1 w 78"/>
                  <a:gd name="T5" fmla="*/ 0 h 36"/>
                  <a:gd name="T6" fmla="*/ 1 w 78"/>
                  <a:gd name="T7" fmla="*/ 0 h 36"/>
                  <a:gd name="T8" fmla="*/ 0 w 78"/>
                  <a:gd name="T9" fmla="*/ 0 h 36"/>
                  <a:gd name="T10" fmla="*/ 0 60000 65536"/>
                  <a:gd name="T11" fmla="*/ 0 60000 65536"/>
                  <a:gd name="T12" fmla="*/ 0 60000 65536"/>
                  <a:gd name="T13" fmla="*/ 0 60000 65536"/>
                  <a:gd name="T14" fmla="*/ 0 60000 65536"/>
                  <a:gd name="T15" fmla="*/ 0 w 78"/>
                  <a:gd name="T16" fmla="*/ 0 h 36"/>
                  <a:gd name="T17" fmla="*/ 78 w 78"/>
                  <a:gd name="T18" fmla="*/ 36 h 36"/>
                </a:gdLst>
                <a:ahLst/>
                <a:cxnLst>
                  <a:cxn ang="T10">
                    <a:pos x="T0" y="T1"/>
                  </a:cxn>
                  <a:cxn ang="T11">
                    <a:pos x="T2" y="T3"/>
                  </a:cxn>
                  <a:cxn ang="T12">
                    <a:pos x="T4" y="T5"/>
                  </a:cxn>
                  <a:cxn ang="T13">
                    <a:pos x="T6" y="T7"/>
                  </a:cxn>
                  <a:cxn ang="T14">
                    <a:pos x="T8" y="T9"/>
                  </a:cxn>
                </a:cxnLst>
                <a:rect l="T15" t="T16" r="T17" b="T18"/>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84" name="Freeform 429"/>
              <p:cNvSpPr>
                <a:spLocks/>
              </p:cNvSpPr>
              <p:nvPr/>
            </p:nvSpPr>
            <p:spPr bwMode="auto">
              <a:xfrm>
                <a:off x="1032" y="3613"/>
                <a:ext cx="40" cy="12"/>
              </a:xfrm>
              <a:custGeom>
                <a:avLst/>
                <a:gdLst>
                  <a:gd name="T0" fmla="*/ 0 w 79"/>
                  <a:gd name="T1" fmla="*/ 0 h 36"/>
                  <a:gd name="T2" fmla="*/ 1 w 79"/>
                  <a:gd name="T3" fmla="*/ 0 h 36"/>
                  <a:gd name="T4" fmla="*/ 1 w 79"/>
                  <a:gd name="T5" fmla="*/ 0 h 36"/>
                  <a:gd name="T6" fmla="*/ 1 w 79"/>
                  <a:gd name="T7" fmla="*/ 0 h 36"/>
                  <a:gd name="T8" fmla="*/ 0 w 79"/>
                  <a:gd name="T9" fmla="*/ 0 h 36"/>
                  <a:gd name="T10" fmla="*/ 0 60000 65536"/>
                  <a:gd name="T11" fmla="*/ 0 60000 65536"/>
                  <a:gd name="T12" fmla="*/ 0 60000 65536"/>
                  <a:gd name="T13" fmla="*/ 0 60000 65536"/>
                  <a:gd name="T14" fmla="*/ 0 60000 65536"/>
                  <a:gd name="T15" fmla="*/ 0 w 79"/>
                  <a:gd name="T16" fmla="*/ 0 h 36"/>
                  <a:gd name="T17" fmla="*/ 79 w 79"/>
                  <a:gd name="T18" fmla="*/ 36 h 36"/>
                </a:gdLst>
                <a:ahLst/>
                <a:cxnLst>
                  <a:cxn ang="T10">
                    <a:pos x="T0" y="T1"/>
                  </a:cxn>
                  <a:cxn ang="T11">
                    <a:pos x="T2" y="T3"/>
                  </a:cxn>
                  <a:cxn ang="T12">
                    <a:pos x="T4" y="T5"/>
                  </a:cxn>
                  <a:cxn ang="T13">
                    <a:pos x="T6" y="T7"/>
                  </a:cxn>
                  <a:cxn ang="T14">
                    <a:pos x="T8" y="T9"/>
                  </a:cxn>
                </a:cxnLst>
                <a:rect l="T15" t="T16" r="T17" b="T18"/>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85" name="Freeform 430"/>
              <p:cNvSpPr>
                <a:spLocks/>
              </p:cNvSpPr>
              <p:nvPr/>
            </p:nvSpPr>
            <p:spPr bwMode="auto">
              <a:xfrm>
                <a:off x="1053" y="3632"/>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 name="T15" fmla="*/ 0 w 79"/>
                  <a:gd name="T16" fmla="*/ 0 h 36"/>
                  <a:gd name="T17" fmla="*/ 79 w 79"/>
                  <a:gd name="T18" fmla="*/ 36 h 36"/>
                </a:gdLst>
                <a:ahLst/>
                <a:cxnLst>
                  <a:cxn ang="T10">
                    <a:pos x="T0" y="T1"/>
                  </a:cxn>
                  <a:cxn ang="T11">
                    <a:pos x="T2" y="T3"/>
                  </a:cxn>
                  <a:cxn ang="T12">
                    <a:pos x="T4" y="T5"/>
                  </a:cxn>
                  <a:cxn ang="T13">
                    <a:pos x="T6" y="T7"/>
                  </a:cxn>
                  <a:cxn ang="T14">
                    <a:pos x="T8" y="T9"/>
                  </a:cxn>
                </a:cxnLst>
                <a:rect l="T15" t="T16" r="T17" b="T18"/>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86" name="Freeform 431"/>
              <p:cNvSpPr>
                <a:spLocks/>
              </p:cNvSpPr>
              <p:nvPr/>
            </p:nvSpPr>
            <p:spPr bwMode="auto">
              <a:xfrm>
                <a:off x="1074" y="3651"/>
                <a:ext cx="40" cy="12"/>
              </a:xfrm>
              <a:custGeom>
                <a:avLst/>
                <a:gdLst>
                  <a:gd name="T0" fmla="*/ 0 w 79"/>
                  <a:gd name="T1" fmla="*/ 0 h 35"/>
                  <a:gd name="T2" fmla="*/ 1 w 79"/>
                  <a:gd name="T3" fmla="*/ 0 h 35"/>
                  <a:gd name="T4" fmla="*/ 1 w 79"/>
                  <a:gd name="T5" fmla="*/ 0 h 35"/>
                  <a:gd name="T6" fmla="*/ 1 w 79"/>
                  <a:gd name="T7" fmla="*/ 0 h 35"/>
                  <a:gd name="T8" fmla="*/ 0 w 79"/>
                  <a:gd name="T9" fmla="*/ 0 h 35"/>
                  <a:gd name="T10" fmla="*/ 0 60000 65536"/>
                  <a:gd name="T11" fmla="*/ 0 60000 65536"/>
                  <a:gd name="T12" fmla="*/ 0 60000 65536"/>
                  <a:gd name="T13" fmla="*/ 0 60000 65536"/>
                  <a:gd name="T14" fmla="*/ 0 60000 65536"/>
                  <a:gd name="T15" fmla="*/ 0 w 79"/>
                  <a:gd name="T16" fmla="*/ 0 h 35"/>
                  <a:gd name="T17" fmla="*/ 79 w 79"/>
                  <a:gd name="T18" fmla="*/ 35 h 35"/>
                </a:gdLst>
                <a:ahLst/>
                <a:cxnLst>
                  <a:cxn ang="T10">
                    <a:pos x="T0" y="T1"/>
                  </a:cxn>
                  <a:cxn ang="T11">
                    <a:pos x="T2" y="T3"/>
                  </a:cxn>
                  <a:cxn ang="T12">
                    <a:pos x="T4" y="T5"/>
                  </a:cxn>
                  <a:cxn ang="T13">
                    <a:pos x="T6" y="T7"/>
                  </a:cxn>
                  <a:cxn ang="T14">
                    <a:pos x="T8" y="T9"/>
                  </a:cxn>
                </a:cxnLst>
                <a:rect l="T15" t="T16" r="T17" b="T18"/>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87" name="Freeform 432"/>
              <p:cNvSpPr>
                <a:spLocks/>
              </p:cNvSpPr>
              <p:nvPr/>
            </p:nvSpPr>
            <p:spPr bwMode="auto">
              <a:xfrm>
                <a:off x="1095" y="3669"/>
                <a:ext cx="40" cy="12"/>
              </a:xfrm>
              <a:custGeom>
                <a:avLst/>
                <a:gdLst>
                  <a:gd name="T0" fmla="*/ 0 w 80"/>
                  <a:gd name="T1" fmla="*/ 0 h 36"/>
                  <a:gd name="T2" fmla="*/ 1 w 80"/>
                  <a:gd name="T3" fmla="*/ 0 h 36"/>
                  <a:gd name="T4" fmla="*/ 1 w 80"/>
                  <a:gd name="T5" fmla="*/ 0 h 36"/>
                  <a:gd name="T6" fmla="*/ 1 w 80"/>
                  <a:gd name="T7" fmla="*/ 0 h 36"/>
                  <a:gd name="T8" fmla="*/ 0 w 80"/>
                  <a:gd name="T9" fmla="*/ 0 h 36"/>
                  <a:gd name="T10" fmla="*/ 0 60000 65536"/>
                  <a:gd name="T11" fmla="*/ 0 60000 65536"/>
                  <a:gd name="T12" fmla="*/ 0 60000 65536"/>
                  <a:gd name="T13" fmla="*/ 0 60000 65536"/>
                  <a:gd name="T14" fmla="*/ 0 60000 65536"/>
                  <a:gd name="T15" fmla="*/ 0 w 80"/>
                  <a:gd name="T16" fmla="*/ 0 h 36"/>
                  <a:gd name="T17" fmla="*/ 80 w 80"/>
                  <a:gd name="T18" fmla="*/ 36 h 36"/>
                </a:gdLst>
                <a:ahLst/>
                <a:cxnLst>
                  <a:cxn ang="T10">
                    <a:pos x="T0" y="T1"/>
                  </a:cxn>
                  <a:cxn ang="T11">
                    <a:pos x="T2" y="T3"/>
                  </a:cxn>
                  <a:cxn ang="T12">
                    <a:pos x="T4" y="T5"/>
                  </a:cxn>
                  <a:cxn ang="T13">
                    <a:pos x="T6" y="T7"/>
                  </a:cxn>
                  <a:cxn ang="T14">
                    <a:pos x="T8" y="T9"/>
                  </a:cxn>
                </a:cxnLst>
                <a:rect l="T15" t="T16" r="T17" b="T18"/>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88" name="Freeform 433"/>
              <p:cNvSpPr>
                <a:spLocks/>
              </p:cNvSpPr>
              <p:nvPr/>
            </p:nvSpPr>
            <p:spPr bwMode="auto">
              <a:xfrm>
                <a:off x="1115" y="3688"/>
                <a:ext cx="40" cy="12"/>
              </a:xfrm>
              <a:custGeom>
                <a:avLst/>
                <a:gdLst>
                  <a:gd name="T0" fmla="*/ 0 w 80"/>
                  <a:gd name="T1" fmla="*/ 0 h 36"/>
                  <a:gd name="T2" fmla="*/ 1 w 80"/>
                  <a:gd name="T3" fmla="*/ 0 h 36"/>
                  <a:gd name="T4" fmla="*/ 1 w 80"/>
                  <a:gd name="T5" fmla="*/ 0 h 36"/>
                  <a:gd name="T6" fmla="*/ 1 w 80"/>
                  <a:gd name="T7" fmla="*/ 0 h 36"/>
                  <a:gd name="T8" fmla="*/ 0 w 80"/>
                  <a:gd name="T9" fmla="*/ 0 h 36"/>
                  <a:gd name="T10" fmla="*/ 0 60000 65536"/>
                  <a:gd name="T11" fmla="*/ 0 60000 65536"/>
                  <a:gd name="T12" fmla="*/ 0 60000 65536"/>
                  <a:gd name="T13" fmla="*/ 0 60000 65536"/>
                  <a:gd name="T14" fmla="*/ 0 60000 65536"/>
                  <a:gd name="T15" fmla="*/ 0 w 80"/>
                  <a:gd name="T16" fmla="*/ 0 h 36"/>
                  <a:gd name="T17" fmla="*/ 80 w 80"/>
                  <a:gd name="T18" fmla="*/ 36 h 36"/>
                </a:gdLst>
                <a:ahLst/>
                <a:cxnLst>
                  <a:cxn ang="T10">
                    <a:pos x="T0" y="T1"/>
                  </a:cxn>
                  <a:cxn ang="T11">
                    <a:pos x="T2" y="T3"/>
                  </a:cxn>
                  <a:cxn ang="T12">
                    <a:pos x="T4" y="T5"/>
                  </a:cxn>
                  <a:cxn ang="T13">
                    <a:pos x="T6" y="T7"/>
                  </a:cxn>
                  <a:cxn ang="T14">
                    <a:pos x="T8" y="T9"/>
                  </a:cxn>
                </a:cxnLst>
                <a:rect l="T15" t="T16" r="T17" b="T18"/>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89" name="Freeform 434"/>
              <p:cNvSpPr>
                <a:spLocks/>
              </p:cNvSpPr>
              <p:nvPr/>
            </p:nvSpPr>
            <p:spPr bwMode="auto">
              <a:xfrm>
                <a:off x="1134" y="3707"/>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 name="T15" fmla="*/ 0 w 79"/>
                  <a:gd name="T16" fmla="*/ 0 h 36"/>
                  <a:gd name="T17" fmla="*/ 79 w 79"/>
                  <a:gd name="T18" fmla="*/ 36 h 36"/>
                </a:gdLst>
                <a:ahLst/>
                <a:cxnLst>
                  <a:cxn ang="T10">
                    <a:pos x="T0" y="T1"/>
                  </a:cxn>
                  <a:cxn ang="T11">
                    <a:pos x="T2" y="T3"/>
                  </a:cxn>
                  <a:cxn ang="T12">
                    <a:pos x="T4" y="T5"/>
                  </a:cxn>
                  <a:cxn ang="T13">
                    <a:pos x="T6" y="T7"/>
                  </a:cxn>
                  <a:cxn ang="T14">
                    <a:pos x="T8" y="T9"/>
                  </a:cxn>
                </a:cxnLst>
                <a:rect l="T15" t="T16" r="T17" b="T18"/>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90" name="Freeform 435"/>
              <p:cNvSpPr>
                <a:spLocks/>
              </p:cNvSpPr>
              <p:nvPr/>
            </p:nvSpPr>
            <p:spPr bwMode="auto">
              <a:xfrm>
                <a:off x="1154" y="3726"/>
                <a:ext cx="40" cy="12"/>
              </a:xfrm>
              <a:custGeom>
                <a:avLst/>
                <a:gdLst>
                  <a:gd name="T0" fmla="*/ 0 w 80"/>
                  <a:gd name="T1" fmla="*/ 0 h 36"/>
                  <a:gd name="T2" fmla="*/ 1 w 80"/>
                  <a:gd name="T3" fmla="*/ 0 h 36"/>
                  <a:gd name="T4" fmla="*/ 1 w 80"/>
                  <a:gd name="T5" fmla="*/ 0 h 36"/>
                  <a:gd name="T6" fmla="*/ 1 w 80"/>
                  <a:gd name="T7" fmla="*/ 0 h 36"/>
                  <a:gd name="T8" fmla="*/ 0 w 80"/>
                  <a:gd name="T9" fmla="*/ 0 h 36"/>
                  <a:gd name="T10" fmla="*/ 0 60000 65536"/>
                  <a:gd name="T11" fmla="*/ 0 60000 65536"/>
                  <a:gd name="T12" fmla="*/ 0 60000 65536"/>
                  <a:gd name="T13" fmla="*/ 0 60000 65536"/>
                  <a:gd name="T14" fmla="*/ 0 60000 65536"/>
                  <a:gd name="T15" fmla="*/ 0 w 80"/>
                  <a:gd name="T16" fmla="*/ 0 h 36"/>
                  <a:gd name="T17" fmla="*/ 80 w 80"/>
                  <a:gd name="T18" fmla="*/ 36 h 36"/>
                </a:gdLst>
                <a:ahLst/>
                <a:cxnLst>
                  <a:cxn ang="T10">
                    <a:pos x="T0" y="T1"/>
                  </a:cxn>
                  <a:cxn ang="T11">
                    <a:pos x="T2" y="T3"/>
                  </a:cxn>
                  <a:cxn ang="T12">
                    <a:pos x="T4" y="T5"/>
                  </a:cxn>
                  <a:cxn ang="T13">
                    <a:pos x="T6" y="T7"/>
                  </a:cxn>
                  <a:cxn ang="T14">
                    <a:pos x="T8" y="T9"/>
                  </a:cxn>
                </a:cxnLst>
                <a:rect l="T15" t="T16" r="T17" b="T18"/>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91" name="Freeform 436"/>
              <p:cNvSpPr>
                <a:spLocks/>
              </p:cNvSpPr>
              <p:nvPr/>
            </p:nvSpPr>
            <p:spPr bwMode="auto">
              <a:xfrm>
                <a:off x="1175" y="3745"/>
                <a:ext cx="40" cy="12"/>
              </a:xfrm>
              <a:custGeom>
                <a:avLst/>
                <a:gdLst>
                  <a:gd name="T0" fmla="*/ 0 w 81"/>
                  <a:gd name="T1" fmla="*/ 0 h 36"/>
                  <a:gd name="T2" fmla="*/ 0 w 81"/>
                  <a:gd name="T3" fmla="*/ 0 h 36"/>
                  <a:gd name="T4" fmla="*/ 0 w 81"/>
                  <a:gd name="T5" fmla="*/ 0 h 36"/>
                  <a:gd name="T6" fmla="*/ 0 w 81"/>
                  <a:gd name="T7" fmla="*/ 0 h 36"/>
                  <a:gd name="T8" fmla="*/ 0 w 81"/>
                  <a:gd name="T9" fmla="*/ 0 h 36"/>
                  <a:gd name="T10" fmla="*/ 0 60000 65536"/>
                  <a:gd name="T11" fmla="*/ 0 60000 65536"/>
                  <a:gd name="T12" fmla="*/ 0 60000 65536"/>
                  <a:gd name="T13" fmla="*/ 0 60000 65536"/>
                  <a:gd name="T14" fmla="*/ 0 60000 65536"/>
                  <a:gd name="T15" fmla="*/ 0 w 81"/>
                  <a:gd name="T16" fmla="*/ 0 h 36"/>
                  <a:gd name="T17" fmla="*/ 81 w 81"/>
                  <a:gd name="T18" fmla="*/ 36 h 36"/>
                </a:gdLst>
                <a:ahLst/>
                <a:cxnLst>
                  <a:cxn ang="T10">
                    <a:pos x="T0" y="T1"/>
                  </a:cxn>
                  <a:cxn ang="T11">
                    <a:pos x="T2" y="T3"/>
                  </a:cxn>
                  <a:cxn ang="T12">
                    <a:pos x="T4" y="T5"/>
                  </a:cxn>
                  <a:cxn ang="T13">
                    <a:pos x="T6" y="T7"/>
                  </a:cxn>
                  <a:cxn ang="T14">
                    <a:pos x="T8" y="T9"/>
                  </a:cxn>
                </a:cxnLst>
                <a:rect l="T15" t="T16" r="T17" b="T18"/>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nvGrpSpPr>
              <p:cNvPr id="12492" name="Group 437"/>
              <p:cNvGrpSpPr>
                <a:grpSpLocks/>
              </p:cNvGrpSpPr>
              <p:nvPr/>
            </p:nvGrpSpPr>
            <p:grpSpPr bwMode="auto">
              <a:xfrm>
                <a:off x="700" y="3535"/>
                <a:ext cx="49" cy="24"/>
                <a:chOff x="700" y="3535"/>
                <a:chExt cx="49" cy="24"/>
              </a:xfrm>
            </p:grpSpPr>
            <p:sp>
              <p:nvSpPr>
                <p:cNvPr id="12532" name="Freeform 438"/>
                <p:cNvSpPr>
                  <a:spLocks/>
                </p:cNvSpPr>
                <p:nvPr/>
              </p:nvSpPr>
              <p:spPr bwMode="auto">
                <a:xfrm>
                  <a:off x="700" y="3535"/>
                  <a:ext cx="12" cy="24"/>
                </a:xfrm>
                <a:custGeom>
                  <a:avLst/>
                  <a:gdLst>
                    <a:gd name="T0" fmla="*/ 1 w 24"/>
                    <a:gd name="T1" fmla="*/ 0 h 70"/>
                    <a:gd name="T2" fmla="*/ 0 w 24"/>
                    <a:gd name="T3" fmla="*/ 0 h 70"/>
                    <a:gd name="T4" fmla="*/ 1 w 24"/>
                    <a:gd name="T5" fmla="*/ 0 h 70"/>
                    <a:gd name="T6" fmla="*/ 1 w 24"/>
                    <a:gd name="T7" fmla="*/ 0 h 70"/>
                    <a:gd name="T8" fmla="*/ 1 w 24"/>
                    <a:gd name="T9" fmla="*/ 0 h 70"/>
                    <a:gd name="T10" fmla="*/ 0 60000 65536"/>
                    <a:gd name="T11" fmla="*/ 0 60000 65536"/>
                    <a:gd name="T12" fmla="*/ 0 60000 65536"/>
                    <a:gd name="T13" fmla="*/ 0 60000 65536"/>
                    <a:gd name="T14" fmla="*/ 0 60000 65536"/>
                    <a:gd name="T15" fmla="*/ 0 w 24"/>
                    <a:gd name="T16" fmla="*/ 0 h 70"/>
                    <a:gd name="T17" fmla="*/ 24 w 24"/>
                    <a:gd name="T18" fmla="*/ 70 h 70"/>
                  </a:gdLst>
                  <a:ahLst/>
                  <a:cxnLst>
                    <a:cxn ang="T10">
                      <a:pos x="T0" y="T1"/>
                    </a:cxn>
                    <a:cxn ang="T11">
                      <a:pos x="T2" y="T3"/>
                    </a:cxn>
                    <a:cxn ang="T12">
                      <a:pos x="T4" y="T5"/>
                    </a:cxn>
                    <a:cxn ang="T13">
                      <a:pos x="T6" y="T7"/>
                    </a:cxn>
                    <a:cxn ang="T14">
                      <a:pos x="T8" y="T9"/>
                    </a:cxn>
                  </a:cxnLst>
                  <a:rect l="T15" t="T16" r="T17" b="T18"/>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33" name="Freeform 439"/>
                <p:cNvSpPr>
                  <a:spLocks/>
                </p:cNvSpPr>
                <p:nvPr/>
              </p:nvSpPr>
              <p:spPr bwMode="auto">
                <a:xfrm>
                  <a:off x="705" y="3536"/>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30"/>
                    <a:gd name="T29" fmla="*/ 73 w 73"/>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34" name="Freeform 440"/>
                <p:cNvSpPr>
                  <a:spLocks/>
                </p:cNvSpPr>
                <p:nvPr/>
              </p:nvSpPr>
              <p:spPr bwMode="auto">
                <a:xfrm>
                  <a:off x="708" y="3547"/>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 name="T21" fmla="*/ 0 w 82"/>
                    <a:gd name="T22" fmla="*/ 0 h 36"/>
                    <a:gd name="T23" fmla="*/ 82 w 8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93" name="Group 441"/>
              <p:cNvGrpSpPr>
                <a:grpSpLocks/>
              </p:cNvGrpSpPr>
              <p:nvPr/>
            </p:nvGrpSpPr>
            <p:grpSpPr bwMode="auto">
              <a:xfrm>
                <a:off x="714" y="3551"/>
                <a:ext cx="49" cy="22"/>
                <a:chOff x="714" y="3551"/>
                <a:chExt cx="49" cy="22"/>
              </a:xfrm>
            </p:grpSpPr>
            <p:sp>
              <p:nvSpPr>
                <p:cNvPr id="12529" name="Freeform 442"/>
                <p:cNvSpPr>
                  <a:spLocks/>
                </p:cNvSpPr>
                <p:nvPr/>
              </p:nvSpPr>
              <p:spPr bwMode="auto">
                <a:xfrm>
                  <a:off x="714" y="3551"/>
                  <a:ext cx="12" cy="22"/>
                </a:xfrm>
                <a:custGeom>
                  <a:avLst/>
                  <a:gdLst>
                    <a:gd name="T0" fmla="*/ 1 w 24"/>
                    <a:gd name="T1" fmla="*/ 0 h 67"/>
                    <a:gd name="T2" fmla="*/ 0 w 24"/>
                    <a:gd name="T3" fmla="*/ 0 h 67"/>
                    <a:gd name="T4" fmla="*/ 1 w 24"/>
                    <a:gd name="T5" fmla="*/ 0 h 67"/>
                    <a:gd name="T6" fmla="*/ 1 w 24"/>
                    <a:gd name="T7" fmla="*/ 0 h 67"/>
                    <a:gd name="T8" fmla="*/ 1 w 24"/>
                    <a:gd name="T9" fmla="*/ 0 h 67"/>
                    <a:gd name="T10" fmla="*/ 0 60000 65536"/>
                    <a:gd name="T11" fmla="*/ 0 60000 65536"/>
                    <a:gd name="T12" fmla="*/ 0 60000 65536"/>
                    <a:gd name="T13" fmla="*/ 0 60000 65536"/>
                    <a:gd name="T14" fmla="*/ 0 60000 65536"/>
                    <a:gd name="T15" fmla="*/ 0 w 24"/>
                    <a:gd name="T16" fmla="*/ 0 h 67"/>
                    <a:gd name="T17" fmla="*/ 24 w 24"/>
                    <a:gd name="T18" fmla="*/ 67 h 67"/>
                  </a:gdLst>
                  <a:ahLst/>
                  <a:cxnLst>
                    <a:cxn ang="T10">
                      <a:pos x="T0" y="T1"/>
                    </a:cxn>
                    <a:cxn ang="T11">
                      <a:pos x="T2" y="T3"/>
                    </a:cxn>
                    <a:cxn ang="T12">
                      <a:pos x="T4" y="T5"/>
                    </a:cxn>
                    <a:cxn ang="T13">
                      <a:pos x="T6" y="T7"/>
                    </a:cxn>
                    <a:cxn ang="T14">
                      <a:pos x="T8" y="T9"/>
                    </a:cxn>
                  </a:cxnLst>
                  <a:rect l="T15" t="T16" r="T17" b="T18"/>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30" name="Freeform 443"/>
                <p:cNvSpPr>
                  <a:spLocks/>
                </p:cNvSpPr>
                <p:nvPr/>
              </p:nvSpPr>
              <p:spPr bwMode="auto">
                <a:xfrm>
                  <a:off x="719" y="3551"/>
                  <a:ext cx="36" cy="10"/>
                </a:xfrm>
                <a:custGeom>
                  <a:avLst/>
                  <a:gdLst>
                    <a:gd name="T0" fmla="*/ 0 w 74"/>
                    <a:gd name="T1" fmla="*/ 0 h 29"/>
                    <a:gd name="T2" fmla="*/ 0 w 74"/>
                    <a:gd name="T3" fmla="*/ 0 h 29"/>
                    <a:gd name="T4" fmla="*/ 0 w 74"/>
                    <a:gd name="T5" fmla="*/ 0 h 29"/>
                    <a:gd name="T6" fmla="*/ 0 w 74"/>
                    <a:gd name="T7" fmla="*/ 0 h 29"/>
                    <a:gd name="T8" fmla="*/ 0 w 74"/>
                    <a:gd name="T9" fmla="*/ 0 h 29"/>
                    <a:gd name="T10" fmla="*/ 0 w 74"/>
                    <a:gd name="T11" fmla="*/ 0 h 29"/>
                    <a:gd name="T12" fmla="*/ 0 w 74"/>
                    <a:gd name="T13" fmla="*/ 0 h 29"/>
                    <a:gd name="T14" fmla="*/ 0 w 74"/>
                    <a:gd name="T15" fmla="*/ 0 h 29"/>
                    <a:gd name="T16" fmla="*/ 0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29"/>
                    <a:gd name="T29" fmla="*/ 74 w 74"/>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31" name="Freeform 444"/>
                <p:cNvSpPr>
                  <a:spLocks/>
                </p:cNvSpPr>
                <p:nvPr/>
              </p:nvSpPr>
              <p:spPr bwMode="auto">
                <a:xfrm>
                  <a:off x="722" y="3562"/>
                  <a:ext cx="41" cy="11"/>
                </a:xfrm>
                <a:custGeom>
                  <a:avLst/>
                  <a:gdLst>
                    <a:gd name="T0" fmla="*/ 0 w 81"/>
                    <a:gd name="T1" fmla="*/ 0 h 35"/>
                    <a:gd name="T2" fmla="*/ 1 w 81"/>
                    <a:gd name="T3" fmla="*/ 0 h 35"/>
                    <a:gd name="T4" fmla="*/ 1 w 81"/>
                    <a:gd name="T5" fmla="*/ 0 h 35"/>
                    <a:gd name="T6" fmla="*/ 1 w 81"/>
                    <a:gd name="T7" fmla="*/ 0 h 35"/>
                    <a:gd name="T8" fmla="*/ 1 w 81"/>
                    <a:gd name="T9" fmla="*/ 0 h 35"/>
                    <a:gd name="T10" fmla="*/ 1 w 81"/>
                    <a:gd name="T11" fmla="*/ 0 h 35"/>
                    <a:gd name="T12" fmla="*/ 0 w 81"/>
                    <a:gd name="T13" fmla="*/ 0 h 35"/>
                    <a:gd name="T14" fmla="*/ 0 60000 65536"/>
                    <a:gd name="T15" fmla="*/ 0 60000 65536"/>
                    <a:gd name="T16" fmla="*/ 0 60000 65536"/>
                    <a:gd name="T17" fmla="*/ 0 60000 65536"/>
                    <a:gd name="T18" fmla="*/ 0 60000 65536"/>
                    <a:gd name="T19" fmla="*/ 0 60000 65536"/>
                    <a:gd name="T20" fmla="*/ 0 60000 65536"/>
                    <a:gd name="T21" fmla="*/ 0 w 81"/>
                    <a:gd name="T22" fmla="*/ 0 h 35"/>
                    <a:gd name="T23" fmla="*/ 81 w 81"/>
                    <a:gd name="T24" fmla="*/ 35 h 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94" name="Group 445"/>
              <p:cNvGrpSpPr>
                <a:grpSpLocks/>
              </p:cNvGrpSpPr>
              <p:nvPr/>
            </p:nvGrpSpPr>
            <p:grpSpPr bwMode="auto">
              <a:xfrm>
                <a:off x="728" y="3564"/>
                <a:ext cx="48" cy="23"/>
                <a:chOff x="728" y="3564"/>
                <a:chExt cx="48" cy="23"/>
              </a:xfrm>
            </p:grpSpPr>
            <p:sp>
              <p:nvSpPr>
                <p:cNvPr id="12526" name="Freeform 446"/>
                <p:cNvSpPr>
                  <a:spLocks/>
                </p:cNvSpPr>
                <p:nvPr/>
              </p:nvSpPr>
              <p:spPr bwMode="auto">
                <a:xfrm>
                  <a:off x="728" y="3564"/>
                  <a:ext cx="11" cy="23"/>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 name="T15" fmla="*/ 0 w 22"/>
                    <a:gd name="T16" fmla="*/ 0 h 68"/>
                    <a:gd name="T17" fmla="*/ 22 w 22"/>
                    <a:gd name="T18" fmla="*/ 68 h 68"/>
                  </a:gdLst>
                  <a:ahLst/>
                  <a:cxnLst>
                    <a:cxn ang="T10">
                      <a:pos x="T0" y="T1"/>
                    </a:cxn>
                    <a:cxn ang="T11">
                      <a:pos x="T2" y="T3"/>
                    </a:cxn>
                    <a:cxn ang="T12">
                      <a:pos x="T4" y="T5"/>
                    </a:cxn>
                    <a:cxn ang="T13">
                      <a:pos x="T6" y="T7"/>
                    </a:cxn>
                    <a:cxn ang="T14">
                      <a:pos x="T8" y="T9"/>
                    </a:cxn>
                  </a:cxnLst>
                  <a:rect l="T15" t="T16" r="T17" b="T18"/>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27" name="Freeform 447"/>
                <p:cNvSpPr>
                  <a:spLocks/>
                </p:cNvSpPr>
                <p:nvPr/>
              </p:nvSpPr>
              <p:spPr bwMode="auto">
                <a:xfrm>
                  <a:off x="732" y="3565"/>
                  <a:ext cx="37"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2"/>
                    <a:gd name="T28" fmla="*/ 0 h 30"/>
                    <a:gd name="T29" fmla="*/ 72 w 72"/>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28" name="Freeform 448"/>
                <p:cNvSpPr>
                  <a:spLocks/>
                </p:cNvSpPr>
                <p:nvPr/>
              </p:nvSpPr>
              <p:spPr bwMode="auto">
                <a:xfrm>
                  <a:off x="735" y="3575"/>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95" name="Group 449"/>
              <p:cNvGrpSpPr>
                <a:grpSpLocks/>
              </p:cNvGrpSpPr>
              <p:nvPr/>
            </p:nvGrpSpPr>
            <p:grpSpPr bwMode="auto">
              <a:xfrm>
                <a:off x="742" y="3582"/>
                <a:ext cx="49" cy="23"/>
                <a:chOff x="742" y="3582"/>
                <a:chExt cx="49" cy="23"/>
              </a:xfrm>
            </p:grpSpPr>
            <p:sp>
              <p:nvSpPr>
                <p:cNvPr id="12523" name="Freeform 450"/>
                <p:cNvSpPr>
                  <a:spLocks/>
                </p:cNvSpPr>
                <p:nvPr/>
              </p:nvSpPr>
              <p:spPr bwMode="auto">
                <a:xfrm>
                  <a:off x="742" y="3582"/>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 name="T15" fmla="*/ 0 w 24"/>
                    <a:gd name="T16" fmla="*/ 0 h 68"/>
                    <a:gd name="T17" fmla="*/ 24 w 24"/>
                    <a:gd name="T18" fmla="*/ 68 h 68"/>
                  </a:gdLst>
                  <a:ahLst/>
                  <a:cxnLst>
                    <a:cxn ang="T10">
                      <a:pos x="T0" y="T1"/>
                    </a:cxn>
                    <a:cxn ang="T11">
                      <a:pos x="T2" y="T3"/>
                    </a:cxn>
                    <a:cxn ang="T12">
                      <a:pos x="T4" y="T5"/>
                    </a:cxn>
                    <a:cxn ang="T13">
                      <a:pos x="T6" y="T7"/>
                    </a:cxn>
                    <a:cxn ang="T14">
                      <a:pos x="T8" y="T9"/>
                    </a:cxn>
                  </a:cxnLst>
                  <a:rect l="T15" t="T16" r="T17" b="T18"/>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24" name="Freeform 451"/>
                <p:cNvSpPr>
                  <a:spLocks/>
                </p:cNvSpPr>
                <p:nvPr/>
              </p:nvSpPr>
              <p:spPr bwMode="auto">
                <a:xfrm>
                  <a:off x="747" y="3582"/>
                  <a:ext cx="36"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2"/>
                    <a:gd name="T28" fmla="*/ 0 h 30"/>
                    <a:gd name="T29" fmla="*/ 72 w 72"/>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25" name="Freeform 452"/>
                <p:cNvSpPr>
                  <a:spLocks/>
                </p:cNvSpPr>
                <p:nvPr/>
              </p:nvSpPr>
              <p:spPr bwMode="auto">
                <a:xfrm>
                  <a:off x="750" y="3593"/>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96" name="Group 453"/>
              <p:cNvGrpSpPr>
                <a:grpSpLocks/>
              </p:cNvGrpSpPr>
              <p:nvPr/>
            </p:nvGrpSpPr>
            <p:grpSpPr bwMode="auto">
              <a:xfrm>
                <a:off x="752" y="3597"/>
                <a:ext cx="133" cy="106"/>
                <a:chOff x="752" y="3597"/>
                <a:chExt cx="133" cy="106"/>
              </a:xfrm>
            </p:grpSpPr>
            <p:sp>
              <p:nvSpPr>
                <p:cNvPr id="12520" name="Freeform 454"/>
                <p:cNvSpPr>
                  <a:spLocks/>
                </p:cNvSpPr>
                <p:nvPr/>
              </p:nvSpPr>
              <p:spPr bwMode="auto">
                <a:xfrm>
                  <a:off x="752" y="3598"/>
                  <a:ext cx="91" cy="105"/>
                </a:xfrm>
                <a:custGeom>
                  <a:avLst/>
                  <a:gdLst>
                    <a:gd name="T0" fmla="*/ 1 w 182"/>
                    <a:gd name="T1" fmla="*/ 0 h 314"/>
                    <a:gd name="T2" fmla="*/ 0 w 182"/>
                    <a:gd name="T3" fmla="*/ 0 h 314"/>
                    <a:gd name="T4" fmla="*/ 1 w 182"/>
                    <a:gd name="T5" fmla="*/ 0 h 314"/>
                    <a:gd name="T6" fmla="*/ 1 w 182"/>
                    <a:gd name="T7" fmla="*/ 0 h 314"/>
                    <a:gd name="T8" fmla="*/ 1 w 182"/>
                    <a:gd name="T9" fmla="*/ 0 h 314"/>
                    <a:gd name="T10" fmla="*/ 0 60000 65536"/>
                    <a:gd name="T11" fmla="*/ 0 60000 65536"/>
                    <a:gd name="T12" fmla="*/ 0 60000 65536"/>
                    <a:gd name="T13" fmla="*/ 0 60000 65536"/>
                    <a:gd name="T14" fmla="*/ 0 60000 65536"/>
                    <a:gd name="T15" fmla="*/ 0 w 182"/>
                    <a:gd name="T16" fmla="*/ 0 h 314"/>
                    <a:gd name="T17" fmla="*/ 182 w 182"/>
                    <a:gd name="T18" fmla="*/ 314 h 314"/>
                  </a:gdLst>
                  <a:ahLst/>
                  <a:cxnLst>
                    <a:cxn ang="T10">
                      <a:pos x="T0" y="T1"/>
                    </a:cxn>
                    <a:cxn ang="T11">
                      <a:pos x="T2" y="T3"/>
                    </a:cxn>
                    <a:cxn ang="T12">
                      <a:pos x="T4" y="T5"/>
                    </a:cxn>
                    <a:cxn ang="T13">
                      <a:pos x="T6" y="T7"/>
                    </a:cxn>
                    <a:cxn ang="T14">
                      <a:pos x="T8" y="T9"/>
                    </a:cxn>
                  </a:cxnLst>
                  <a:rect l="T15" t="T16" r="T17" b="T18"/>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21" name="Freeform 455"/>
                <p:cNvSpPr>
                  <a:spLocks/>
                </p:cNvSpPr>
                <p:nvPr/>
              </p:nvSpPr>
              <p:spPr bwMode="auto">
                <a:xfrm>
                  <a:off x="759" y="3597"/>
                  <a:ext cx="118" cy="94"/>
                </a:xfrm>
                <a:custGeom>
                  <a:avLst/>
                  <a:gdLst>
                    <a:gd name="T0" fmla="*/ 1 w 235"/>
                    <a:gd name="T1" fmla="*/ 0 h 281"/>
                    <a:gd name="T2" fmla="*/ 1 w 235"/>
                    <a:gd name="T3" fmla="*/ 0 h 281"/>
                    <a:gd name="T4" fmla="*/ 1 w 235"/>
                    <a:gd name="T5" fmla="*/ 0 h 281"/>
                    <a:gd name="T6" fmla="*/ 1 w 235"/>
                    <a:gd name="T7" fmla="*/ 0 h 281"/>
                    <a:gd name="T8" fmla="*/ 1 w 235"/>
                    <a:gd name="T9" fmla="*/ 0 h 281"/>
                    <a:gd name="T10" fmla="*/ 1 w 235"/>
                    <a:gd name="T11" fmla="*/ 0 h 281"/>
                    <a:gd name="T12" fmla="*/ 1 w 235"/>
                    <a:gd name="T13" fmla="*/ 0 h 281"/>
                    <a:gd name="T14" fmla="*/ 0 w 235"/>
                    <a:gd name="T15" fmla="*/ 0 h 281"/>
                    <a:gd name="T16" fmla="*/ 1 w 235"/>
                    <a:gd name="T17" fmla="*/ 0 h 28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5"/>
                    <a:gd name="T28" fmla="*/ 0 h 281"/>
                    <a:gd name="T29" fmla="*/ 235 w 235"/>
                    <a:gd name="T30" fmla="*/ 281 h 28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22" name="Freeform 456"/>
                <p:cNvSpPr>
                  <a:spLocks/>
                </p:cNvSpPr>
                <p:nvPr/>
              </p:nvSpPr>
              <p:spPr bwMode="auto">
                <a:xfrm>
                  <a:off x="838" y="3691"/>
                  <a:ext cx="47" cy="12"/>
                </a:xfrm>
                <a:custGeom>
                  <a:avLst/>
                  <a:gdLst>
                    <a:gd name="T0" fmla="*/ 0 w 95"/>
                    <a:gd name="T1" fmla="*/ 0 h 36"/>
                    <a:gd name="T2" fmla="*/ 0 w 95"/>
                    <a:gd name="T3" fmla="*/ 0 h 36"/>
                    <a:gd name="T4" fmla="*/ 0 w 95"/>
                    <a:gd name="T5" fmla="*/ 0 h 36"/>
                    <a:gd name="T6" fmla="*/ 0 w 95"/>
                    <a:gd name="T7" fmla="*/ 0 h 36"/>
                    <a:gd name="T8" fmla="*/ 0 w 95"/>
                    <a:gd name="T9" fmla="*/ 0 h 36"/>
                    <a:gd name="T10" fmla="*/ 0 w 95"/>
                    <a:gd name="T11" fmla="*/ 0 h 36"/>
                    <a:gd name="T12" fmla="*/ 0 w 95"/>
                    <a:gd name="T13" fmla="*/ 0 h 36"/>
                    <a:gd name="T14" fmla="*/ 0 60000 65536"/>
                    <a:gd name="T15" fmla="*/ 0 60000 65536"/>
                    <a:gd name="T16" fmla="*/ 0 60000 65536"/>
                    <a:gd name="T17" fmla="*/ 0 60000 65536"/>
                    <a:gd name="T18" fmla="*/ 0 60000 65536"/>
                    <a:gd name="T19" fmla="*/ 0 60000 65536"/>
                    <a:gd name="T20" fmla="*/ 0 60000 65536"/>
                    <a:gd name="T21" fmla="*/ 0 w 95"/>
                    <a:gd name="T22" fmla="*/ 0 h 36"/>
                    <a:gd name="T23" fmla="*/ 95 w 95"/>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97" name="Group 457"/>
              <p:cNvGrpSpPr>
                <a:grpSpLocks/>
              </p:cNvGrpSpPr>
              <p:nvPr/>
            </p:nvGrpSpPr>
            <p:grpSpPr bwMode="auto">
              <a:xfrm>
                <a:off x="844" y="3694"/>
                <a:ext cx="48" cy="23"/>
                <a:chOff x="844" y="3694"/>
                <a:chExt cx="48" cy="23"/>
              </a:xfrm>
            </p:grpSpPr>
            <p:sp>
              <p:nvSpPr>
                <p:cNvPr id="12517" name="Freeform 458"/>
                <p:cNvSpPr>
                  <a:spLocks/>
                </p:cNvSpPr>
                <p:nvPr/>
              </p:nvSpPr>
              <p:spPr bwMode="auto">
                <a:xfrm>
                  <a:off x="844" y="3694"/>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 name="T15" fmla="*/ 0 w 24"/>
                    <a:gd name="T16" fmla="*/ 0 h 68"/>
                    <a:gd name="T17" fmla="*/ 24 w 24"/>
                    <a:gd name="T18" fmla="*/ 68 h 68"/>
                  </a:gdLst>
                  <a:ahLst/>
                  <a:cxnLst>
                    <a:cxn ang="T10">
                      <a:pos x="T0" y="T1"/>
                    </a:cxn>
                    <a:cxn ang="T11">
                      <a:pos x="T2" y="T3"/>
                    </a:cxn>
                    <a:cxn ang="T12">
                      <a:pos x="T4" y="T5"/>
                    </a:cxn>
                    <a:cxn ang="T13">
                      <a:pos x="T6" y="T7"/>
                    </a:cxn>
                    <a:cxn ang="T14">
                      <a:pos x="T8" y="T9"/>
                    </a:cxn>
                  </a:cxnLst>
                  <a:rect l="T15" t="T16" r="T17" b="T18"/>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18" name="Freeform 459"/>
                <p:cNvSpPr>
                  <a:spLocks/>
                </p:cNvSpPr>
                <p:nvPr/>
              </p:nvSpPr>
              <p:spPr bwMode="auto">
                <a:xfrm>
                  <a:off x="848" y="3695"/>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30"/>
                    <a:gd name="T29" fmla="*/ 74 w 74"/>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19" name="Freeform 460"/>
                <p:cNvSpPr>
                  <a:spLocks/>
                </p:cNvSpPr>
                <p:nvPr/>
              </p:nvSpPr>
              <p:spPr bwMode="auto">
                <a:xfrm>
                  <a:off x="851" y="3706"/>
                  <a:ext cx="41" cy="11"/>
                </a:xfrm>
                <a:custGeom>
                  <a:avLst/>
                  <a:gdLst>
                    <a:gd name="T0" fmla="*/ 0 w 81"/>
                    <a:gd name="T1" fmla="*/ 0 h 34"/>
                    <a:gd name="T2" fmla="*/ 1 w 81"/>
                    <a:gd name="T3" fmla="*/ 0 h 34"/>
                    <a:gd name="T4" fmla="*/ 1 w 81"/>
                    <a:gd name="T5" fmla="*/ 0 h 34"/>
                    <a:gd name="T6" fmla="*/ 1 w 81"/>
                    <a:gd name="T7" fmla="*/ 0 h 34"/>
                    <a:gd name="T8" fmla="*/ 1 w 81"/>
                    <a:gd name="T9" fmla="*/ 0 h 34"/>
                    <a:gd name="T10" fmla="*/ 1 w 81"/>
                    <a:gd name="T11" fmla="*/ 0 h 34"/>
                    <a:gd name="T12" fmla="*/ 0 w 81"/>
                    <a:gd name="T13" fmla="*/ 0 h 34"/>
                    <a:gd name="T14" fmla="*/ 0 60000 65536"/>
                    <a:gd name="T15" fmla="*/ 0 60000 65536"/>
                    <a:gd name="T16" fmla="*/ 0 60000 65536"/>
                    <a:gd name="T17" fmla="*/ 0 60000 65536"/>
                    <a:gd name="T18" fmla="*/ 0 60000 65536"/>
                    <a:gd name="T19" fmla="*/ 0 60000 65536"/>
                    <a:gd name="T20" fmla="*/ 0 60000 65536"/>
                    <a:gd name="T21" fmla="*/ 0 w 81"/>
                    <a:gd name="T22" fmla="*/ 0 h 34"/>
                    <a:gd name="T23" fmla="*/ 81 w 81"/>
                    <a:gd name="T24" fmla="*/ 34 h 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98" name="Group 461"/>
              <p:cNvGrpSpPr>
                <a:grpSpLocks/>
              </p:cNvGrpSpPr>
              <p:nvPr/>
            </p:nvGrpSpPr>
            <p:grpSpPr bwMode="auto">
              <a:xfrm>
                <a:off x="857" y="3710"/>
                <a:ext cx="49" cy="22"/>
                <a:chOff x="857" y="3710"/>
                <a:chExt cx="49" cy="22"/>
              </a:xfrm>
            </p:grpSpPr>
            <p:sp>
              <p:nvSpPr>
                <p:cNvPr id="12514" name="Freeform 462"/>
                <p:cNvSpPr>
                  <a:spLocks/>
                </p:cNvSpPr>
                <p:nvPr/>
              </p:nvSpPr>
              <p:spPr bwMode="auto">
                <a:xfrm>
                  <a:off x="857" y="3710"/>
                  <a:ext cx="11" cy="22"/>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 name="T15" fmla="*/ 0 w 22"/>
                    <a:gd name="T16" fmla="*/ 0 h 68"/>
                    <a:gd name="T17" fmla="*/ 22 w 22"/>
                    <a:gd name="T18" fmla="*/ 68 h 68"/>
                  </a:gdLst>
                  <a:ahLst/>
                  <a:cxnLst>
                    <a:cxn ang="T10">
                      <a:pos x="T0" y="T1"/>
                    </a:cxn>
                    <a:cxn ang="T11">
                      <a:pos x="T2" y="T3"/>
                    </a:cxn>
                    <a:cxn ang="T12">
                      <a:pos x="T4" y="T5"/>
                    </a:cxn>
                    <a:cxn ang="T13">
                      <a:pos x="T6" y="T7"/>
                    </a:cxn>
                    <a:cxn ang="T14">
                      <a:pos x="T8" y="T9"/>
                    </a:cxn>
                  </a:cxnLst>
                  <a:rect l="T15" t="T16" r="T17" b="T18"/>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15" name="Freeform 463"/>
                <p:cNvSpPr>
                  <a:spLocks/>
                </p:cNvSpPr>
                <p:nvPr/>
              </p:nvSpPr>
              <p:spPr bwMode="auto">
                <a:xfrm>
                  <a:off x="862" y="3710"/>
                  <a:ext cx="36"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2"/>
                    <a:gd name="T28" fmla="*/ 0 h 29"/>
                    <a:gd name="T29" fmla="*/ 72 w 72"/>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16" name="Freeform 464"/>
                <p:cNvSpPr>
                  <a:spLocks/>
                </p:cNvSpPr>
                <p:nvPr/>
              </p:nvSpPr>
              <p:spPr bwMode="auto">
                <a:xfrm>
                  <a:off x="865" y="3720"/>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499" name="Group 465"/>
              <p:cNvGrpSpPr>
                <a:grpSpLocks/>
              </p:cNvGrpSpPr>
              <p:nvPr/>
            </p:nvGrpSpPr>
            <p:grpSpPr bwMode="auto">
              <a:xfrm>
                <a:off x="1086" y="3766"/>
                <a:ext cx="49" cy="23"/>
                <a:chOff x="1086" y="3766"/>
                <a:chExt cx="49" cy="23"/>
              </a:xfrm>
            </p:grpSpPr>
            <p:sp>
              <p:nvSpPr>
                <p:cNvPr id="12511" name="Freeform 466"/>
                <p:cNvSpPr>
                  <a:spLocks/>
                </p:cNvSpPr>
                <p:nvPr/>
              </p:nvSpPr>
              <p:spPr bwMode="auto">
                <a:xfrm>
                  <a:off x="1086" y="3766"/>
                  <a:ext cx="11" cy="23"/>
                </a:xfrm>
                <a:custGeom>
                  <a:avLst/>
                  <a:gdLst>
                    <a:gd name="T0" fmla="*/ 1 w 22"/>
                    <a:gd name="T1" fmla="*/ 0 h 69"/>
                    <a:gd name="T2" fmla="*/ 0 w 22"/>
                    <a:gd name="T3" fmla="*/ 0 h 69"/>
                    <a:gd name="T4" fmla="*/ 1 w 22"/>
                    <a:gd name="T5" fmla="*/ 0 h 69"/>
                    <a:gd name="T6" fmla="*/ 1 w 22"/>
                    <a:gd name="T7" fmla="*/ 0 h 69"/>
                    <a:gd name="T8" fmla="*/ 1 w 22"/>
                    <a:gd name="T9" fmla="*/ 0 h 69"/>
                    <a:gd name="T10" fmla="*/ 0 60000 65536"/>
                    <a:gd name="T11" fmla="*/ 0 60000 65536"/>
                    <a:gd name="T12" fmla="*/ 0 60000 65536"/>
                    <a:gd name="T13" fmla="*/ 0 60000 65536"/>
                    <a:gd name="T14" fmla="*/ 0 60000 65536"/>
                    <a:gd name="T15" fmla="*/ 0 w 22"/>
                    <a:gd name="T16" fmla="*/ 0 h 69"/>
                    <a:gd name="T17" fmla="*/ 22 w 22"/>
                    <a:gd name="T18" fmla="*/ 69 h 69"/>
                  </a:gdLst>
                  <a:ahLst/>
                  <a:cxnLst>
                    <a:cxn ang="T10">
                      <a:pos x="T0" y="T1"/>
                    </a:cxn>
                    <a:cxn ang="T11">
                      <a:pos x="T2" y="T3"/>
                    </a:cxn>
                    <a:cxn ang="T12">
                      <a:pos x="T4" y="T5"/>
                    </a:cxn>
                    <a:cxn ang="T13">
                      <a:pos x="T6" y="T7"/>
                    </a:cxn>
                    <a:cxn ang="T14">
                      <a:pos x="T8" y="T9"/>
                    </a:cxn>
                  </a:cxnLst>
                  <a:rect l="T15" t="T16" r="T17" b="T18"/>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12" name="Freeform 467"/>
                <p:cNvSpPr>
                  <a:spLocks/>
                </p:cNvSpPr>
                <p:nvPr/>
              </p:nvSpPr>
              <p:spPr bwMode="auto">
                <a:xfrm>
                  <a:off x="1090" y="3767"/>
                  <a:ext cx="37" cy="10"/>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31"/>
                    <a:gd name="T29" fmla="*/ 74 w 74"/>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13" name="Freeform 468"/>
                <p:cNvSpPr>
                  <a:spLocks/>
                </p:cNvSpPr>
                <p:nvPr/>
              </p:nvSpPr>
              <p:spPr bwMode="auto">
                <a:xfrm>
                  <a:off x="1093" y="3777"/>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 name="T21" fmla="*/ 0 w 83"/>
                    <a:gd name="T22" fmla="*/ 0 h 36"/>
                    <a:gd name="T23" fmla="*/ 83 w 8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500" name="Group 469"/>
              <p:cNvGrpSpPr>
                <a:grpSpLocks/>
              </p:cNvGrpSpPr>
              <p:nvPr/>
            </p:nvGrpSpPr>
            <p:grpSpPr bwMode="auto">
              <a:xfrm>
                <a:off x="934" y="3740"/>
                <a:ext cx="48" cy="23"/>
                <a:chOff x="934" y="3740"/>
                <a:chExt cx="48" cy="23"/>
              </a:xfrm>
            </p:grpSpPr>
            <p:sp>
              <p:nvSpPr>
                <p:cNvPr id="12508" name="Freeform 470"/>
                <p:cNvSpPr>
                  <a:spLocks/>
                </p:cNvSpPr>
                <p:nvPr/>
              </p:nvSpPr>
              <p:spPr bwMode="auto">
                <a:xfrm>
                  <a:off x="934" y="3740"/>
                  <a:ext cx="11" cy="23"/>
                </a:xfrm>
                <a:custGeom>
                  <a:avLst/>
                  <a:gdLst>
                    <a:gd name="T0" fmla="*/ 0 w 24"/>
                    <a:gd name="T1" fmla="*/ 0 h 70"/>
                    <a:gd name="T2" fmla="*/ 0 w 24"/>
                    <a:gd name="T3" fmla="*/ 0 h 70"/>
                    <a:gd name="T4" fmla="*/ 0 w 24"/>
                    <a:gd name="T5" fmla="*/ 0 h 70"/>
                    <a:gd name="T6" fmla="*/ 0 w 24"/>
                    <a:gd name="T7" fmla="*/ 0 h 70"/>
                    <a:gd name="T8" fmla="*/ 0 w 24"/>
                    <a:gd name="T9" fmla="*/ 0 h 70"/>
                    <a:gd name="T10" fmla="*/ 0 60000 65536"/>
                    <a:gd name="T11" fmla="*/ 0 60000 65536"/>
                    <a:gd name="T12" fmla="*/ 0 60000 65536"/>
                    <a:gd name="T13" fmla="*/ 0 60000 65536"/>
                    <a:gd name="T14" fmla="*/ 0 60000 65536"/>
                    <a:gd name="T15" fmla="*/ 0 w 24"/>
                    <a:gd name="T16" fmla="*/ 0 h 70"/>
                    <a:gd name="T17" fmla="*/ 24 w 24"/>
                    <a:gd name="T18" fmla="*/ 70 h 70"/>
                  </a:gdLst>
                  <a:ahLst/>
                  <a:cxnLst>
                    <a:cxn ang="T10">
                      <a:pos x="T0" y="T1"/>
                    </a:cxn>
                    <a:cxn ang="T11">
                      <a:pos x="T2" y="T3"/>
                    </a:cxn>
                    <a:cxn ang="T12">
                      <a:pos x="T4" y="T5"/>
                    </a:cxn>
                    <a:cxn ang="T13">
                      <a:pos x="T6" y="T7"/>
                    </a:cxn>
                    <a:cxn ang="T14">
                      <a:pos x="T8" y="T9"/>
                    </a:cxn>
                  </a:cxnLst>
                  <a:rect l="T15" t="T16" r="T17" b="T18"/>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09" name="Freeform 471"/>
                <p:cNvSpPr>
                  <a:spLocks/>
                </p:cNvSpPr>
                <p:nvPr/>
              </p:nvSpPr>
              <p:spPr bwMode="auto">
                <a:xfrm>
                  <a:off x="938" y="3741"/>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30"/>
                    <a:gd name="T29" fmla="*/ 74 w 74"/>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10" name="Freeform 472"/>
                <p:cNvSpPr>
                  <a:spLocks/>
                </p:cNvSpPr>
                <p:nvPr/>
              </p:nvSpPr>
              <p:spPr bwMode="auto">
                <a:xfrm>
                  <a:off x="941" y="3751"/>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 name="T21" fmla="*/ 0 w 81"/>
                    <a:gd name="T22" fmla="*/ 0 h 36"/>
                    <a:gd name="T23" fmla="*/ 81 w 81"/>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501" name="Group 473"/>
              <p:cNvGrpSpPr>
                <a:grpSpLocks/>
              </p:cNvGrpSpPr>
              <p:nvPr/>
            </p:nvGrpSpPr>
            <p:grpSpPr bwMode="auto">
              <a:xfrm>
                <a:off x="943" y="3754"/>
                <a:ext cx="49" cy="23"/>
                <a:chOff x="943" y="3754"/>
                <a:chExt cx="49" cy="23"/>
              </a:xfrm>
            </p:grpSpPr>
            <p:sp>
              <p:nvSpPr>
                <p:cNvPr id="12505" name="Freeform 474"/>
                <p:cNvSpPr>
                  <a:spLocks/>
                </p:cNvSpPr>
                <p:nvPr/>
              </p:nvSpPr>
              <p:spPr bwMode="auto">
                <a:xfrm>
                  <a:off x="943" y="3754"/>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 name="T15" fmla="*/ 0 w 25"/>
                    <a:gd name="T16" fmla="*/ 0 h 68"/>
                    <a:gd name="T17" fmla="*/ 25 w 25"/>
                    <a:gd name="T18" fmla="*/ 68 h 68"/>
                  </a:gdLst>
                  <a:ahLst/>
                  <a:cxnLst>
                    <a:cxn ang="T10">
                      <a:pos x="T0" y="T1"/>
                    </a:cxn>
                    <a:cxn ang="T11">
                      <a:pos x="T2" y="T3"/>
                    </a:cxn>
                    <a:cxn ang="T12">
                      <a:pos x="T4" y="T5"/>
                    </a:cxn>
                    <a:cxn ang="T13">
                      <a:pos x="T6" y="T7"/>
                    </a:cxn>
                    <a:cxn ang="T14">
                      <a:pos x="T8" y="T9"/>
                    </a:cxn>
                  </a:cxnLst>
                  <a:rect l="T15" t="T16" r="T17" b="T18"/>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06" name="Freeform 475"/>
                <p:cNvSpPr>
                  <a:spLocks/>
                </p:cNvSpPr>
                <p:nvPr/>
              </p:nvSpPr>
              <p:spPr bwMode="auto">
                <a:xfrm>
                  <a:off x="948" y="3755"/>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4"/>
                    <a:gd name="T28" fmla="*/ 0 h 30"/>
                    <a:gd name="T29" fmla="*/ 74 w 74"/>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07" name="Freeform 476"/>
                <p:cNvSpPr>
                  <a:spLocks/>
                </p:cNvSpPr>
                <p:nvPr/>
              </p:nvSpPr>
              <p:spPr bwMode="auto">
                <a:xfrm>
                  <a:off x="951" y="3765"/>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 name="T21" fmla="*/ 0 w 81"/>
                    <a:gd name="T22" fmla="*/ 0 h 36"/>
                    <a:gd name="T23" fmla="*/ 81 w 81"/>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sp>
            <p:nvSpPr>
              <p:cNvPr id="12502" name="Freeform 477"/>
              <p:cNvSpPr>
                <a:spLocks/>
              </p:cNvSpPr>
              <p:nvPr/>
            </p:nvSpPr>
            <p:spPr bwMode="auto">
              <a:xfrm>
                <a:off x="987" y="3753"/>
                <a:ext cx="25" cy="43"/>
              </a:xfrm>
              <a:custGeom>
                <a:avLst/>
                <a:gdLst>
                  <a:gd name="T0" fmla="*/ 0 w 51"/>
                  <a:gd name="T1" fmla="*/ 0 h 128"/>
                  <a:gd name="T2" fmla="*/ 0 w 51"/>
                  <a:gd name="T3" fmla="*/ 0 h 128"/>
                  <a:gd name="T4" fmla="*/ 0 w 51"/>
                  <a:gd name="T5" fmla="*/ 0 h 128"/>
                  <a:gd name="T6" fmla="*/ 0 w 51"/>
                  <a:gd name="T7" fmla="*/ 0 h 128"/>
                  <a:gd name="T8" fmla="*/ 0 w 51"/>
                  <a:gd name="T9" fmla="*/ 0 h 128"/>
                  <a:gd name="T10" fmla="*/ 0 w 51"/>
                  <a:gd name="T11" fmla="*/ 0 h 128"/>
                  <a:gd name="T12" fmla="*/ 0 w 51"/>
                  <a:gd name="T13" fmla="*/ 0 h 128"/>
                  <a:gd name="T14" fmla="*/ 0 60000 65536"/>
                  <a:gd name="T15" fmla="*/ 0 60000 65536"/>
                  <a:gd name="T16" fmla="*/ 0 60000 65536"/>
                  <a:gd name="T17" fmla="*/ 0 60000 65536"/>
                  <a:gd name="T18" fmla="*/ 0 60000 65536"/>
                  <a:gd name="T19" fmla="*/ 0 60000 65536"/>
                  <a:gd name="T20" fmla="*/ 0 60000 65536"/>
                  <a:gd name="T21" fmla="*/ 0 w 51"/>
                  <a:gd name="T22" fmla="*/ 0 h 128"/>
                  <a:gd name="T23" fmla="*/ 51 w 51"/>
                  <a:gd name="T24" fmla="*/ 128 h 1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03" name="Freeform 478"/>
              <p:cNvSpPr>
                <a:spLocks/>
              </p:cNvSpPr>
              <p:nvPr/>
            </p:nvSpPr>
            <p:spPr bwMode="auto">
              <a:xfrm>
                <a:off x="992" y="3753"/>
                <a:ext cx="91" cy="29"/>
              </a:xfrm>
              <a:custGeom>
                <a:avLst/>
                <a:gdLst>
                  <a:gd name="T0" fmla="*/ 0 w 183"/>
                  <a:gd name="T1" fmla="*/ 0 h 85"/>
                  <a:gd name="T2" fmla="*/ 0 w 183"/>
                  <a:gd name="T3" fmla="*/ 0 h 85"/>
                  <a:gd name="T4" fmla="*/ 0 w 183"/>
                  <a:gd name="T5" fmla="*/ 0 h 85"/>
                  <a:gd name="T6" fmla="*/ 0 w 183"/>
                  <a:gd name="T7" fmla="*/ 0 h 85"/>
                  <a:gd name="T8" fmla="*/ 0 w 183"/>
                  <a:gd name="T9" fmla="*/ 0 h 85"/>
                  <a:gd name="T10" fmla="*/ 0 w 183"/>
                  <a:gd name="T11" fmla="*/ 0 h 85"/>
                  <a:gd name="T12" fmla="*/ 0 w 183"/>
                  <a:gd name="T13" fmla="*/ 0 h 85"/>
                  <a:gd name="T14" fmla="*/ 0 w 183"/>
                  <a:gd name="T15" fmla="*/ 0 h 85"/>
                  <a:gd name="T16" fmla="*/ 0 w 183"/>
                  <a:gd name="T17" fmla="*/ 0 h 85"/>
                  <a:gd name="T18" fmla="*/ 0 w 183"/>
                  <a:gd name="T19" fmla="*/ 0 h 85"/>
                  <a:gd name="T20" fmla="*/ 0 w 183"/>
                  <a:gd name="T21" fmla="*/ 0 h 85"/>
                  <a:gd name="T22" fmla="*/ 0 w 183"/>
                  <a:gd name="T23" fmla="*/ 0 h 8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83"/>
                  <a:gd name="T37" fmla="*/ 0 h 85"/>
                  <a:gd name="T38" fmla="*/ 183 w 183"/>
                  <a:gd name="T39" fmla="*/ 85 h 8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504" name="Freeform 479"/>
              <p:cNvSpPr>
                <a:spLocks/>
              </p:cNvSpPr>
              <p:nvPr/>
            </p:nvSpPr>
            <p:spPr bwMode="auto">
              <a:xfrm>
                <a:off x="1008" y="3782"/>
                <a:ext cx="81" cy="12"/>
              </a:xfrm>
              <a:custGeom>
                <a:avLst/>
                <a:gdLst>
                  <a:gd name="T0" fmla="*/ 0 w 160"/>
                  <a:gd name="T1" fmla="*/ 0 h 36"/>
                  <a:gd name="T2" fmla="*/ 1 w 160"/>
                  <a:gd name="T3" fmla="*/ 0 h 36"/>
                  <a:gd name="T4" fmla="*/ 1 w 160"/>
                  <a:gd name="T5" fmla="*/ 0 h 36"/>
                  <a:gd name="T6" fmla="*/ 1 w 160"/>
                  <a:gd name="T7" fmla="*/ 0 h 36"/>
                  <a:gd name="T8" fmla="*/ 1 w 160"/>
                  <a:gd name="T9" fmla="*/ 0 h 36"/>
                  <a:gd name="T10" fmla="*/ 1 w 160"/>
                  <a:gd name="T11" fmla="*/ 0 h 36"/>
                  <a:gd name="T12" fmla="*/ 0 w 160"/>
                  <a:gd name="T13" fmla="*/ 0 h 36"/>
                  <a:gd name="T14" fmla="*/ 0 60000 65536"/>
                  <a:gd name="T15" fmla="*/ 0 60000 65536"/>
                  <a:gd name="T16" fmla="*/ 0 60000 65536"/>
                  <a:gd name="T17" fmla="*/ 0 60000 65536"/>
                  <a:gd name="T18" fmla="*/ 0 60000 65536"/>
                  <a:gd name="T19" fmla="*/ 0 60000 65536"/>
                  <a:gd name="T20" fmla="*/ 0 60000 65536"/>
                  <a:gd name="T21" fmla="*/ 0 w 160"/>
                  <a:gd name="T22" fmla="*/ 0 h 36"/>
                  <a:gd name="T23" fmla="*/ 160 w 160"/>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12399" name="Group 480"/>
            <p:cNvGrpSpPr>
              <a:grpSpLocks/>
            </p:cNvGrpSpPr>
            <p:nvPr/>
          </p:nvGrpSpPr>
          <p:grpSpPr bwMode="auto">
            <a:xfrm>
              <a:off x="920" y="3821"/>
              <a:ext cx="413" cy="50"/>
              <a:chOff x="920" y="3821"/>
              <a:chExt cx="413" cy="50"/>
            </a:xfrm>
          </p:grpSpPr>
          <p:sp>
            <p:nvSpPr>
              <p:cNvPr id="12420" name="Freeform 481"/>
              <p:cNvSpPr>
                <a:spLocks/>
              </p:cNvSpPr>
              <p:nvPr/>
            </p:nvSpPr>
            <p:spPr bwMode="auto">
              <a:xfrm>
                <a:off x="920" y="3821"/>
                <a:ext cx="413" cy="50"/>
              </a:xfrm>
              <a:custGeom>
                <a:avLst/>
                <a:gdLst>
                  <a:gd name="T0" fmla="*/ 1 w 825"/>
                  <a:gd name="T1" fmla="*/ 0 h 151"/>
                  <a:gd name="T2" fmla="*/ 1 w 825"/>
                  <a:gd name="T3" fmla="*/ 0 h 151"/>
                  <a:gd name="T4" fmla="*/ 1 w 825"/>
                  <a:gd name="T5" fmla="*/ 0 h 151"/>
                  <a:gd name="T6" fmla="*/ 0 w 825"/>
                  <a:gd name="T7" fmla="*/ 0 h 151"/>
                  <a:gd name="T8" fmla="*/ 1 w 825"/>
                  <a:gd name="T9" fmla="*/ 0 h 151"/>
                  <a:gd name="T10" fmla="*/ 1 w 825"/>
                  <a:gd name="T11" fmla="*/ 0 h 151"/>
                  <a:gd name="T12" fmla="*/ 1 w 825"/>
                  <a:gd name="T13" fmla="*/ 0 h 151"/>
                  <a:gd name="T14" fmla="*/ 1 w 825"/>
                  <a:gd name="T15" fmla="*/ 0 h 151"/>
                  <a:gd name="T16" fmla="*/ 1 w 825"/>
                  <a:gd name="T17" fmla="*/ 0 h 151"/>
                  <a:gd name="T18" fmla="*/ 1 w 825"/>
                  <a:gd name="T19" fmla="*/ 0 h 151"/>
                  <a:gd name="T20" fmla="*/ 1 w 825"/>
                  <a:gd name="T21" fmla="*/ 0 h 151"/>
                  <a:gd name="T22" fmla="*/ 1 w 825"/>
                  <a:gd name="T23" fmla="*/ 0 h 151"/>
                  <a:gd name="T24" fmla="*/ 1 w 825"/>
                  <a:gd name="T25" fmla="*/ 0 h 151"/>
                  <a:gd name="T26" fmla="*/ 1 w 825"/>
                  <a:gd name="T27" fmla="*/ 0 h 151"/>
                  <a:gd name="T28" fmla="*/ 1 w 825"/>
                  <a:gd name="T29" fmla="*/ 0 h 15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25"/>
                  <a:gd name="T46" fmla="*/ 0 h 151"/>
                  <a:gd name="T47" fmla="*/ 825 w 825"/>
                  <a:gd name="T48" fmla="*/ 151 h 15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endParaRPr lang="zh-CN" altLang="en-US" b="1"/>
              </a:p>
            </p:txBody>
          </p:sp>
          <p:sp>
            <p:nvSpPr>
              <p:cNvPr id="12421" name="Freeform 482"/>
              <p:cNvSpPr>
                <a:spLocks/>
              </p:cNvSpPr>
              <p:nvPr/>
            </p:nvSpPr>
            <p:spPr bwMode="auto">
              <a:xfrm>
                <a:off x="972" y="3833"/>
                <a:ext cx="330" cy="27"/>
              </a:xfrm>
              <a:custGeom>
                <a:avLst/>
                <a:gdLst>
                  <a:gd name="T0" fmla="*/ 1 w 658"/>
                  <a:gd name="T1" fmla="*/ 0 h 79"/>
                  <a:gd name="T2" fmla="*/ 0 w 658"/>
                  <a:gd name="T3" fmla="*/ 0 h 79"/>
                  <a:gd name="T4" fmla="*/ 1 w 658"/>
                  <a:gd name="T5" fmla="*/ 0 h 79"/>
                  <a:gd name="T6" fmla="*/ 1 w 658"/>
                  <a:gd name="T7" fmla="*/ 0 h 79"/>
                  <a:gd name="T8" fmla="*/ 1 w 658"/>
                  <a:gd name="T9" fmla="*/ 0 h 79"/>
                  <a:gd name="T10" fmla="*/ 1 w 658"/>
                  <a:gd name="T11" fmla="*/ 0 h 79"/>
                  <a:gd name="T12" fmla="*/ 1 w 658"/>
                  <a:gd name="T13" fmla="*/ 0 h 79"/>
                  <a:gd name="T14" fmla="*/ 1 w 658"/>
                  <a:gd name="T15" fmla="*/ 0 h 79"/>
                  <a:gd name="T16" fmla="*/ 1 w 658"/>
                  <a:gd name="T17" fmla="*/ 0 h 79"/>
                  <a:gd name="T18" fmla="*/ 1 w 658"/>
                  <a:gd name="T19" fmla="*/ 0 h 79"/>
                  <a:gd name="T20" fmla="*/ 1 w 658"/>
                  <a:gd name="T21" fmla="*/ 0 h 79"/>
                  <a:gd name="T22" fmla="*/ 1 w 658"/>
                  <a:gd name="T23" fmla="*/ 0 h 79"/>
                  <a:gd name="T24" fmla="*/ 1 w 658"/>
                  <a:gd name="T25" fmla="*/ 0 h 7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58"/>
                  <a:gd name="T40" fmla="*/ 0 h 79"/>
                  <a:gd name="T41" fmla="*/ 658 w 658"/>
                  <a:gd name="T42" fmla="*/ 79 h 7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22" name="Rectangle 483"/>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p>
            </p:txBody>
          </p:sp>
          <p:sp>
            <p:nvSpPr>
              <p:cNvPr id="12423" name="Rectangle 484"/>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eaLnBrk="1" hangingPunct="1"/>
                <a:endParaRPr lang="zh-CN" altLang="en-US" b="1"/>
              </a:p>
            </p:txBody>
          </p:sp>
        </p:grpSp>
        <p:grpSp>
          <p:nvGrpSpPr>
            <p:cNvPr id="12400" name="Group 485"/>
            <p:cNvGrpSpPr>
              <a:grpSpLocks/>
            </p:cNvGrpSpPr>
            <p:nvPr/>
          </p:nvGrpSpPr>
          <p:grpSpPr bwMode="auto">
            <a:xfrm>
              <a:off x="1227" y="3477"/>
              <a:ext cx="508" cy="321"/>
              <a:chOff x="1227" y="3477"/>
              <a:chExt cx="508" cy="321"/>
            </a:xfrm>
          </p:grpSpPr>
          <p:sp>
            <p:nvSpPr>
              <p:cNvPr id="12401" name="Freeform 486"/>
              <p:cNvSpPr>
                <a:spLocks/>
              </p:cNvSpPr>
              <p:nvPr/>
            </p:nvSpPr>
            <p:spPr bwMode="auto">
              <a:xfrm>
                <a:off x="1640" y="3731"/>
                <a:ext cx="95" cy="66"/>
              </a:xfrm>
              <a:custGeom>
                <a:avLst/>
                <a:gdLst>
                  <a:gd name="T0" fmla="*/ 0 w 191"/>
                  <a:gd name="T1" fmla="*/ 0 h 200"/>
                  <a:gd name="T2" fmla="*/ 0 w 191"/>
                  <a:gd name="T3" fmla="*/ 0 h 200"/>
                  <a:gd name="T4" fmla="*/ 0 w 191"/>
                  <a:gd name="T5" fmla="*/ 0 h 200"/>
                  <a:gd name="T6" fmla="*/ 0 w 191"/>
                  <a:gd name="T7" fmla="*/ 0 h 200"/>
                  <a:gd name="T8" fmla="*/ 0 w 191"/>
                  <a:gd name="T9" fmla="*/ 0 h 200"/>
                  <a:gd name="T10" fmla="*/ 0 w 191"/>
                  <a:gd name="T11" fmla="*/ 0 h 200"/>
                  <a:gd name="T12" fmla="*/ 0 w 191"/>
                  <a:gd name="T13" fmla="*/ 0 h 200"/>
                  <a:gd name="T14" fmla="*/ 0 w 191"/>
                  <a:gd name="T15" fmla="*/ 0 h 200"/>
                  <a:gd name="T16" fmla="*/ 0 w 191"/>
                  <a:gd name="T17" fmla="*/ 0 h 200"/>
                  <a:gd name="T18" fmla="*/ 0 w 191"/>
                  <a:gd name="T19" fmla="*/ 0 h 200"/>
                  <a:gd name="T20" fmla="*/ 0 w 191"/>
                  <a:gd name="T21" fmla="*/ 0 h 200"/>
                  <a:gd name="T22" fmla="*/ 0 w 191"/>
                  <a:gd name="T23" fmla="*/ 0 h 2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1"/>
                  <a:gd name="T37" fmla="*/ 0 h 200"/>
                  <a:gd name="T38" fmla="*/ 191 w 191"/>
                  <a:gd name="T39" fmla="*/ 200 h 20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endParaRPr lang="zh-CN" altLang="en-US" b="1"/>
              </a:p>
            </p:txBody>
          </p:sp>
          <p:sp>
            <p:nvSpPr>
              <p:cNvPr id="12402" name="Freeform 487"/>
              <p:cNvSpPr>
                <a:spLocks/>
              </p:cNvSpPr>
              <p:nvPr/>
            </p:nvSpPr>
            <p:spPr bwMode="auto">
              <a:xfrm>
                <a:off x="1227" y="3477"/>
                <a:ext cx="429" cy="264"/>
              </a:xfrm>
              <a:custGeom>
                <a:avLst/>
                <a:gdLst>
                  <a:gd name="T0" fmla="*/ 0 w 860"/>
                  <a:gd name="T1" fmla="*/ 0 h 791"/>
                  <a:gd name="T2" fmla="*/ 0 w 860"/>
                  <a:gd name="T3" fmla="*/ 0 h 791"/>
                  <a:gd name="T4" fmla="*/ 0 w 860"/>
                  <a:gd name="T5" fmla="*/ 0 h 791"/>
                  <a:gd name="T6" fmla="*/ 0 w 860"/>
                  <a:gd name="T7" fmla="*/ 0 h 791"/>
                  <a:gd name="T8" fmla="*/ 0 w 860"/>
                  <a:gd name="T9" fmla="*/ 0 h 791"/>
                  <a:gd name="T10" fmla="*/ 0 60000 65536"/>
                  <a:gd name="T11" fmla="*/ 0 60000 65536"/>
                  <a:gd name="T12" fmla="*/ 0 60000 65536"/>
                  <a:gd name="T13" fmla="*/ 0 60000 65536"/>
                  <a:gd name="T14" fmla="*/ 0 60000 65536"/>
                  <a:gd name="T15" fmla="*/ 0 w 860"/>
                  <a:gd name="T16" fmla="*/ 0 h 791"/>
                  <a:gd name="T17" fmla="*/ 860 w 860"/>
                  <a:gd name="T18" fmla="*/ 791 h 791"/>
                </a:gdLst>
                <a:ahLst/>
                <a:cxnLst>
                  <a:cxn ang="T10">
                    <a:pos x="T0" y="T1"/>
                  </a:cxn>
                  <a:cxn ang="T11">
                    <a:pos x="T2" y="T3"/>
                  </a:cxn>
                  <a:cxn ang="T12">
                    <a:pos x="T4" y="T5"/>
                  </a:cxn>
                  <a:cxn ang="T13">
                    <a:pos x="T6" y="T7"/>
                  </a:cxn>
                  <a:cxn ang="T14">
                    <a:pos x="T8" y="T9"/>
                  </a:cxn>
                </a:cxnLst>
                <a:rect l="T15" t="T16" r="T17" b="T18"/>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03" name="Freeform 488"/>
              <p:cNvSpPr>
                <a:spLocks/>
              </p:cNvSpPr>
              <p:nvPr/>
            </p:nvSpPr>
            <p:spPr bwMode="auto">
              <a:xfrm>
                <a:off x="1521" y="3650"/>
                <a:ext cx="141" cy="122"/>
              </a:xfrm>
              <a:custGeom>
                <a:avLst/>
                <a:gdLst>
                  <a:gd name="T0" fmla="*/ 1 w 281"/>
                  <a:gd name="T1" fmla="*/ 0 h 366"/>
                  <a:gd name="T2" fmla="*/ 1 w 281"/>
                  <a:gd name="T3" fmla="*/ 0 h 366"/>
                  <a:gd name="T4" fmla="*/ 1 w 281"/>
                  <a:gd name="T5" fmla="*/ 0 h 366"/>
                  <a:gd name="T6" fmla="*/ 1 w 281"/>
                  <a:gd name="T7" fmla="*/ 0 h 366"/>
                  <a:gd name="T8" fmla="*/ 1 w 281"/>
                  <a:gd name="T9" fmla="*/ 0 h 366"/>
                  <a:gd name="T10" fmla="*/ 1 w 281"/>
                  <a:gd name="T11" fmla="*/ 0 h 366"/>
                  <a:gd name="T12" fmla="*/ 1 w 281"/>
                  <a:gd name="T13" fmla="*/ 0 h 366"/>
                  <a:gd name="T14" fmla="*/ 1 w 281"/>
                  <a:gd name="T15" fmla="*/ 0 h 366"/>
                  <a:gd name="T16" fmla="*/ 1 w 281"/>
                  <a:gd name="T17" fmla="*/ 0 h 366"/>
                  <a:gd name="T18" fmla="*/ 1 w 281"/>
                  <a:gd name="T19" fmla="*/ 0 h 366"/>
                  <a:gd name="T20" fmla="*/ 1 w 281"/>
                  <a:gd name="T21" fmla="*/ 0 h 366"/>
                  <a:gd name="T22" fmla="*/ 1 w 281"/>
                  <a:gd name="T23" fmla="*/ 0 h 366"/>
                  <a:gd name="T24" fmla="*/ 1 w 281"/>
                  <a:gd name="T25" fmla="*/ 0 h 366"/>
                  <a:gd name="T26" fmla="*/ 1 w 281"/>
                  <a:gd name="T27" fmla="*/ 0 h 366"/>
                  <a:gd name="T28" fmla="*/ 1 w 281"/>
                  <a:gd name="T29" fmla="*/ 0 h 366"/>
                  <a:gd name="T30" fmla="*/ 0 w 281"/>
                  <a:gd name="T31" fmla="*/ 0 h 366"/>
                  <a:gd name="T32" fmla="*/ 0 w 281"/>
                  <a:gd name="T33" fmla="*/ 0 h 366"/>
                  <a:gd name="T34" fmla="*/ 1 w 281"/>
                  <a:gd name="T35" fmla="*/ 0 h 3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81"/>
                  <a:gd name="T55" fmla="*/ 0 h 366"/>
                  <a:gd name="T56" fmla="*/ 281 w 281"/>
                  <a:gd name="T57" fmla="*/ 366 h 3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endParaRPr lang="zh-CN" altLang="en-US" b="1"/>
              </a:p>
            </p:txBody>
          </p:sp>
          <p:sp>
            <p:nvSpPr>
              <p:cNvPr id="12404" name="Line 489"/>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405" name="Freeform 490"/>
              <p:cNvSpPr>
                <a:spLocks/>
              </p:cNvSpPr>
              <p:nvPr/>
            </p:nvSpPr>
            <p:spPr bwMode="auto">
              <a:xfrm>
                <a:off x="1242" y="3486"/>
                <a:ext cx="111" cy="96"/>
              </a:xfrm>
              <a:custGeom>
                <a:avLst/>
                <a:gdLst>
                  <a:gd name="T0" fmla="*/ 1 w 222"/>
                  <a:gd name="T1" fmla="*/ 0 h 289"/>
                  <a:gd name="T2" fmla="*/ 1 w 222"/>
                  <a:gd name="T3" fmla="*/ 0 h 289"/>
                  <a:gd name="T4" fmla="*/ 1 w 222"/>
                  <a:gd name="T5" fmla="*/ 0 h 289"/>
                  <a:gd name="T6" fmla="*/ 1 w 222"/>
                  <a:gd name="T7" fmla="*/ 0 h 289"/>
                  <a:gd name="T8" fmla="*/ 1 w 222"/>
                  <a:gd name="T9" fmla="*/ 0 h 289"/>
                  <a:gd name="T10" fmla="*/ 1 w 222"/>
                  <a:gd name="T11" fmla="*/ 0 h 289"/>
                  <a:gd name="T12" fmla="*/ 1 w 222"/>
                  <a:gd name="T13" fmla="*/ 0 h 289"/>
                  <a:gd name="T14" fmla="*/ 1 w 222"/>
                  <a:gd name="T15" fmla="*/ 0 h 289"/>
                  <a:gd name="T16" fmla="*/ 1 w 222"/>
                  <a:gd name="T17" fmla="*/ 0 h 289"/>
                  <a:gd name="T18" fmla="*/ 1 w 222"/>
                  <a:gd name="T19" fmla="*/ 0 h 289"/>
                  <a:gd name="T20" fmla="*/ 1 w 222"/>
                  <a:gd name="T21" fmla="*/ 0 h 289"/>
                  <a:gd name="T22" fmla="*/ 1 w 222"/>
                  <a:gd name="T23" fmla="*/ 0 h 289"/>
                  <a:gd name="T24" fmla="*/ 1 w 222"/>
                  <a:gd name="T25" fmla="*/ 0 h 289"/>
                  <a:gd name="T26" fmla="*/ 1 w 222"/>
                  <a:gd name="T27" fmla="*/ 0 h 289"/>
                  <a:gd name="T28" fmla="*/ 1 w 222"/>
                  <a:gd name="T29" fmla="*/ 0 h 289"/>
                  <a:gd name="T30" fmla="*/ 0 w 222"/>
                  <a:gd name="T31" fmla="*/ 0 h 289"/>
                  <a:gd name="T32" fmla="*/ 1 w 222"/>
                  <a:gd name="T33" fmla="*/ 0 h 289"/>
                  <a:gd name="T34" fmla="*/ 1 w 222"/>
                  <a:gd name="T35" fmla="*/ 0 h 2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22"/>
                  <a:gd name="T55" fmla="*/ 0 h 289"/>
                  <a:gd name="T56" fmla="*/ 222 w 222"/>
                  <a:gd name="T57" fmla="*/ 289 h 2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endParaRPr lang="zh-CN" altLang="en-US" b="1"/>
              </a:p>
            </p:txBody>
          </p:sp>
          <p:sp>
            <p:nvSpPr>
              <p:cNvPr id="12406" name="Freeform 491"/>
              <p:cNvSpPr>
                <a:spLocks/>
              </p:cNvSpPr>
              <p:nvPr/>
            </p:nvSpPr>
            <p:spPr bwMode="auto">
              <a:xfrm>
                <a:off x="1456" y="3626"/>
                <a:ext cx="64" cy="62"/>
              </a:xfrm>
              <a:custGeom>
                <a:avLst/>
                <a:gdLst>
                  <a:gd name="T0" fmla="*/ 1 w 128"/>
                  <a:gd name="T1" fmla="*/ 0 h 186"/>
                  <a:gd name="T2" fmla="*/ 1 w 128"/>
                  <a:gd name="T3" fmla="*/ 0 h 186"/>
                  <a:gd name="T4" fmla="*/ 1 w 128"/>
                  <a:gd name="T5" fmla="*/ 0 h 186"/>
                  <a:gd name="T6" fmla="*/ 1 w 128"/>
                  <a:gd name="T7" fmla="*/ 0 h 186"/>
                  <a:gd name="T8" fmla="*/ 0 w 128"/>
                  <a:gd name="T9" fmla="*/ 0 h 186"/>
                  <a:gd name="T10" fmla="*/ 0 w 128"/>
                  <a:gd name="T11" fmla="*/ 0 h 186"/>
                  <a:gd name="T12" fmla="*/ 0 w 128"/>
                  <a:gd name="T13" fmla="*/ 0 h 186"/>
                  <a:gd name="T14" fmla="*/ 0 60000 65536"/>
                  <a:gd name="T15" fmla="*/ 0 60000 65536"/>
                  <a:gd name="T16" fmla="*/ 0 60000 65536"/>
                  <a:gd name="T17" fmla="*/ 0 60000 65536"/>
                  <a:gd name="T18" fmla="*/ 0 60000 65536"/>
                  <a:gd name="T19" fmla="*/ 0 60000 65536"/>
                  <a:gd name="T20" fmla="*/ 0 60000 65536"/>
                  <a:gd name="T21" fmla="*/ 0 w 128"/>
                  <a:gd name="T22" fmla="*/ 0 h 186"/>
                  <a:gd name="T23" fmla="*/ 128 w 128"/>
                  <a:gd name="T24" fmla="*/ 186 h 18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endParaRPr lang="zh-CN" altLang="en-US" b="1"/>
              </a:p>
            </p:txBody>
          </p:sp>
          <p:sp>
            <p:nvSpPr>
              <p:cNvPr id="12407" name="Freeform 492"/>
              <p:cNvSpPr>
                <a:spLocks/>
              </p:cNvSpPr>
              <p:nvPr/>
            </p:nvSpPr>
            <p:spPr bwMode="auto">
              <a:xfrm>
                <a:off x="1440" y="3615"/>
                <a:ext cx="63" cy="61"/>
              </a:xfrm>
              <a:custGeom>
                <a:avLst/>
                <a:gdLst>
                  <a:gd name="T0" fmla="*/ 1 w 126"/>
                  <a:gd name="T1" fmla="*/ 0 h 185"/>
                  <a:gd name="T2" fmla="*/ 1 w 126"/>
                  <a:gd name="T3" fmla="*/ 0 h 185"/>
                  <a:gd name="T4" fmla="*/ 1 w 126"/>
                  <a:gd name="T5" fmla="*/ 0 h 185"/>
                  <a:gd name="T6" fmla="*/ 1 w 126"/>
                  <a:gd name="T7" fmla="*/ 0 h 185"/>
                  <a:gd name="T8" fmla="*/ 0 w 126"/>
                  <a:gd name="T9" fmla="*/ 0 h 185"/>
                  <a:gd name="T10" fmla="*/ 0 w 126"/>
                  <a:gd name="T11" fmla="*/ 0 h 185"/>
                  <a:gd name="T12" fmla="*/ 0 w 126"/>
                  <a:gd name="T13" fmla="*/ 0 h 185"/>
                  <a:gd name="T14" fmla="*/ 0 60000 65536"/>
                  <a:gd name="T15" fmla="*/ 0 60000 65536"/>
                  <a:gd name="T16" fmla="*/ 0 60000 65536"/>
                  <a:gd name="T17" fmla="*/ 0 60000 65536"/>
                  <a:gd name="T18" fmla="*/ 0 60000 65536"/>
                  <a:gd name="T19" fmla="*/ 0 60000 65536"/>
                  <a:gd name="T20" fmla="*/ 0 60000 65536"/>
                  <a:gd name="T21" fmla="*/ 0 w 126"/>
                  <a:gd name="T22" fmla="*/ 0 h 185"/>
                  <a:gd name="T23" fmla="*/ 126 w 126"/>
                  <a:gd name="T24" fmla="*/ 185 h 18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endParaRPr lang="zh-CN" altLang="en-US" b="1"/>
              </a:p>
            </p:txBody>
          </p:sp>
          <p:sp>
            <p:nvSpPr>
              <p:cNvPr id="12408" name="Freeform 493"/>
              <p:cNvSpPr>
                <a:spLocks/>
              </p:cNvSpPr>
              <p:nvPr/>
            </p:nvSpPr>
            <p:spPr bwMode="auto">
              <a:xfrm>
                <a:off x="1422" y="3604"/>
                <a:ext cx="64" cy="62"/>
              </a:xfrm>
              <a:custGeom>
                <a:avLst/>
                <a:gdLst>
                  <a:gd name="T0" fmla="*/ 1 w 127"/>
                  <a:gd name="T1" fmla="*/ 0 h 185"/>
                  <a:gd name="T2" fmla="*/ 1 w 127"/>
                  <a:gd name="T3" fmla="*/ 0 h 185"/>
                  <a:gd name="T4" fmla="*/ 1 w 127"/>
                  <a:gd name="T5" fmla="*/ 0 h 185"/>
                  <a:gd name="T6" fmla="*/ 1 w 127"/>
                  <a:gd name="T7" fmla="*/ 0 h 185"/>
                  <a:gd name="T8" fmla="*/ 0 w 127"/>
                  <a:gd name="T9" fmla="*/ 0 h 185"/>
                  <a:gd name="T10" fmla="*/ 0 w 127"/>
                  <a:gd name="T11" fmla="*/ 0 h 185"/>
                  <a:gd name="T12" fmla="*/ 0 w 127"/>
                  <a:gd name="T13" fmla="*/ 0 h 185"/>
                  <a:gd name="T14" fmla="*/ 0 60000 65536"/>
                  <a:gd name="T15" fmla="*/ 0 60000 65536"/>
                  <a:gd name="T16" fmla="*/ 0 60000 65536"/>
                  <a:gd name="T17" fmla="*/ 0 60000 65536"/>
                  <a:gd name="T18" fmla="*/ 0 60000 65536"/>
                  <a:gd name="T19" fmla="*/ 0 60000 65536"/>
                  <a:gd name="T20" fmla="*/ 0 60000 65536"/>
                  <a:gd name="T21" fmla="*/ 0 w 127"/>
                  <a:gd name="T22" fmla="*/ 0 h 185"/>
                  <a:gd name="T23" fmla="*/ 127 w 127"/>
                  <a:gd name="T24" fmla="*/ 185 h 18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endParaRPr lang="zh-CN" altLang="en-US" b="1"/>
              </a:p>
            </p:txBody>
          </p:sp>
          <p:sp>
            <p:nvSpPr>
              <p:cNvPr id="12409" name="Freeform 494"/>
              <p:cNvSpPr>
                <a:spLocks/>
              </p:cNvSpPr>
              <p:nvPr/>
            </p:nvSpPr>
            <p:spPr bwMode="auto">
              <a:xfrm>
                <a:off x="1401" y="3594"/>
                <a:ext cx="64" cy="62"/>
              </a:xfrm>
              <a:custGeom>
                <a:avLst/>
                <a:gdLst>
                  <a:gd name="T0" fmla="*/ 1 w 127"/>
                  <a:gd name="T1" fmla="*/ 0 h 186"/>
                  <a:gd name="T2" fmla="*/ 1 w 127"/>
                  <a:gd name="T3" fmla="*/ 0 h 186"/>
                  <a:gd name="T4" fmla="*/ 1 w 127"/>
                  <a:gd name="T5" fmla="*/ 0 h 186"/>
                  <a:gd name="T6" fmla="*/ 1 w 127"/>
                  <a:gd name="T7" fmla="*/ 0 h 186"/>
                  <a:gd name="T8" fmla="*/ 0 w 127"/>
                  <a:gd name="T9" fmla="*/ 0 h 186"/>
                  <a:gd name="T10" fmla="*/ 0 w 127"/>
                  <a:gd name="T11" fmla="*/ 0 h 186"/>
                  <a:gd name="T12" fmla="*/ 0 w 127"/>
                  <a:gd name="T13" fmla="*/ 0 h 186"/>
                  <a:gd name="T14" fmla="*/ 0 60000 65536"/>
                  <a:gd name="T15" fmla="*/ 0 60000 65536"/>
                  <a:gd name="T16" fmla="*/ 0 60000 65536"/>
                  <a:gd name="T17" fmla="*/ 0 60000 65536"/>
                  <a:gd name="T18" fmla="*/ 0 60000 65536"/>
                  <a:gd name="T19" fmla="*/ 0 60000 65536"/>
                  <a:gd name="T20" fmla="*/ 0 60000 65536"/>
                  <a:gd name="T21" fmla="*/ 0 w 127"/>
                  <a:gd name="T22" fmla="*/ 0 h 186"/>
                  <a:gd name="T23" fmla="*/ 127 w 127"/>
                  <a:gd name="T24" fmla="*/ 186 h 18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endParaRPr lang="zh-CN" altLang="en-US" b="1"/>
              </a:p>
            </p:txBody>
          </p:sp>
          <p:sp>
            <p:nvSpPr>
              <p:cNvPr id="12410" name="Freeform 495"/>
              <p:cNvSpPr>
                <a:spLocks/>
              </p:cNvSpPr>
              <p:nvPr/>
            </p:nvSpPr>
            <p:spPr bwMode="auto">
              <a:xfrm>
                <a:off x="1383" y="3583"/>
                <a:ext cx="64" cy="62"/>
              </a:xfrm>
              <a:custGeom>
                <a:avLst/>
                <a:gdLst>
                  <a:gd name="T0" fmla="*/ 1 w 128"/>
                  <a:gd name="T1" fmla="*/ 0 h 186"/>
                  <a:gd name="T2" fmla="*/ 1 w 128"/>
                  <a:gd name="T3" fmla="*/ 0 h 186"/>
                  <a:gd name="T4" fmla="*/ 1 w 128"/>
                  <a:gd name="T5" fmla="*/ 0 h 186"/>
                  <a:gd name="T6" fmla="*/ 1 w 128"/>
                  <a:gd name="T7" fmla="*/ 0 h 186"/>
                  <a:gd name="T8" fmla="*/ 0 w 128"/>
                  <a:gd name="T9" fmla="*/ 0 h 186"/>
                  <a:gd name="T10" fmla="*/ 0 w 128"/>
                  <a:gd name="T11" fmla="*/ 0 h 186"/>
                  <a:gd name="T12" fmla="*/ 0 w 128"/>
                  <a:gd name="T13" fmla="*/ 0 h 186"/>
                  <a:gd name="T14" fmla="*/ 0 60000 65536"/>
                  <a:gd name="T15" fmla="*/ 0 60000 65536"/>
                  <a:gd name="T16" fmla="*/ 0 60000 65536"/>
                  <a:gd name="T17" fmla="*/ 0 60000 65536"/>
                  <a:gd name="T18" fmla="*/ 0 60000 65536"/>
                  <a:gd name="T19" fmla="*/ 0 60000 65536"/>
                  <a:gd name="T20" fmla="*/ 0 60000 65536"/>
                  <a:gd name="T21" fmla="*/ 0 w 128"/>
                  <a:gd name="T22" fmla="*/ 0 h 186"/>
                  <a:gd name="T23" fmla="*/ 128 w 128"/>
                  <a:gd name="T24" fmla="*/ 186 h 18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endParaRPr lang="zh-CN" altLang="en-US" b="1"/>
              </a:p>
            </p:txBody>
          </p:sp>
          <p:sp>
            <p:nvSpPr>
              <p:cNvPr id="12411" name="Freeform 496"/>
              <p:cNvSpPr>
                <a:spLocks/>
              </p:cNvSpPr>
              <p:nvPr/>
            </p:nvSpPr>
            <p:spPr bwMode="auto">
              <a:xfrm>
                <a:off x="1365" y="3570"/>
                <a:ext cx="63" cy="62"/>
              </a:xfrm>
              <a:custGeom>
                <a:avLst/>
                <a:gdLst>
                  <a:gd name="T0" fmla="*/ 1 w 126"/>
                  <a:gd name="T1" fmla="*/ 0 h 186"/>
                  <a:gd name="T2" fmla="*/ 1 w 126"/>
                  <a:gd name="T3" fmla="*/ 0 h 186"/>
                  <a:gd name="T4" fmla="*/ 1 w 126"/>
                  <a:gd name="T5" fmla="*/ 0 h 186"/>
                  <a:gd name="T6" fmla="*/ 1 w 126"/>
                  <a:gd name="T7" fmla="*/ 0 h 186"/>
                  <a:gd name="T8" fmla="*/ 0 w 126"/>
                  <a:gd name="T9" fmla="*/ 0 h 186"/>
                  <a:gd name="T10" fmla="*/ 0 w 126"/>
                  <a:gd name="T11" fmla="*/ 0 h 186"/>
                  <a:gd name="T12" fmla="*/ 0 w 126"/>
                  <a:gd name="T13" fmla="*/ 0 h 186"/>
                  <a:gd name="T14" fmla="*/ 0 60000 65536"/>
                  <a:gd name="T15" fmla="*/ 0 60000 65536"/>
                  <a:gd name="T16" fmla="*/ 0 60000 65536"/>
                  <a:gd name="T17" fmla="*/ 0 60000 65536"/>
                  <a:gd name="T18" fmla="*/ 0 60000 65536"/>
                  <a:gd name="T19" fmla="*/ 0 60000 65536"/>
                  <a:gd name="T20" fmla="*/ 0 60000 65536"/>
                  <a:gd name="T21" fmla="*/ 0 w 126"/>
                  <a:gd name="T22" fmla="*/ 0 h 186"/>
                  <a:gd name="T23" fmla="*/ 126 w 126"/>
                  <a:gd name="T24" fmla="*/ 186 h 18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endParaRPr lang="zh-CN" altLang="en-US" b="1"/>
              </a:p>
            </p:txBody>
          </p:sp>
          <p:sp>
            <p:nvSpPr>
              <p:cNvPr id="12412" name="Freeform 497"/>
              <p:cNvSpPr>
                <a:spLocks/>
              </p:cNvSpPr>
              <p:nvPr/>
            </p:nvSpPr>
            <p:spPr bwMode="auto">
              <a:xfrm>
                <a:off x="1349" y="3558"/>
                <a:ext cx="64" cy="62"/>
              </a:xfrm>
              <a:custGeom>
                <a:avLst/>
                <a:gdLst>
                  <a:gd name="T0" fmla="*/ 1 w 127"/>
                  <a:gd name="T1" fmla="*/ 0 h 186"/>
                  <a:gd name="T2" fmla="*/ 1 w 127"/>
                  <a:gd name="T3" fmla="*/ 0 h 186"/>
                  <a:gd name="T4" fmla="*/ 1 w 127"/>
                  <a:gd name="T5" fmla="*/ 0 h 186"/>
                  <a:gd name="T6" fmla="*/ 1 w 127"/>
                  <a:gd name="T7" fmla="*/ 0 h 186"/>
                  <a:gd name="T8" fmla="*/ 0 w 127"/>
                  <a:gd name="T9" fmla="*/ 0 h 186"/>
                  <a:gd name="T10" fmla="*/ 0 w 127"/>
                  <a:gd name="T11" fmla="*/ 0 h 186"/>
                  <a:gd name="T12" fmla="*/ 0 w 127"/>
                  <a:gd name="T13" fmla="*/ 0 h 186"/>
                  <a:gd name="T14" fmla="*/ 0 60000 65536"/>
                  <a:gd name="T15" fmla="*/ 0 60000 65536"/>
                  <a:gd name="T16" fmla="*/ 0 60000 65536"/>
                  <a:gd name="T17" fmla="*/ 0 60000 65536"/>
                  <a:gd name="T18" fmla="*/ 0 60000 65536"/>
                  <a:gd name="T19" fmla="*/ 0 60000 65536"/>
                  <a:gd name="T20" fmla="*/ 0 60000 65536"/>
                  <a:gd name="T21" fmla="*/ 0 w 127"/>
                  <a:gd name="T22" fmla="*/ 0 h 186"/>
                  <a:gd name="T23" fmla="*/ 127 w 127"/>
                  <a:gd name="T24" fmla="*/ 186 h 18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endParaRPr lang="zh-CN" altLang="en-US" b="1"/>
              </a:p>
            </p:txBody>
          </p:sp>
          <p:sp>
            <p:nvSpPr>
              <p:cNvPr id="12413" name="Freeform 498"/>
              <p:cNvSpPr>
                <a:spLocks/>
              </p:cNvSpPr>
              <p:nvPr/>
            </p:nvSpPr>
            <p:spPr bwMode="auto">
              <a:xfrm>
                <a:off x="1331" y="3550"/>
                <a:ext cx="63" cy="62"/>
              </a:xfrm>
              <a:custGeom>
                <a:avLst/>
                <a:gdLst>
                  <a:gd name="T0" fmla="*/ 0 w 127"/>
                  <a:gd name="T1" fmla="*/ 0 h 186"/>
                  <a:gd name="T2" fmla="*/ 0 w 127"/>
                  <a:gd name="T3" fmla="*/ 0 h 186"/>
                  <a:gd name="T4" fmla="*/ 0 w 127"/>
                  <a:gd name="T5" fmla="*/ 0 h 186"/>
                  <a:gd name="T6" fmla="*/ 0 w 127"/>
                  <a:gd name="T7" fmla="*/ 0 h 186"/>
                  <a:gd name="T8" fmla="*/ 0 w 127"/>
                  <a:gd name="T9" fmla="*/ 0 h 186"/>
                  <a:gd name="T10" fmla="*/ 0 w 127"/>
                  <a:gd name="T11" fmla="*/ 0 h 186"/>
                  <a:gd name="T12" fmla="*/ 0 w 127"/>
                  <a:gd name="T13" fmla="*/ 0 h 186"/>
                  <a:gd name="T14" fmla="*/ 0 60000 65536"/>
                  <a:gd name="T15" fmla="*/ 0 60000 65536"/>
                  <a:gd name="T16" fmla="*/ 0 60000 65536"/>
                  <a:gd name="T17" fmla="*/ 0 60000 65536"/>
                  <a:gd name="T18" fmla="*/ 0 60000 65536"/>
                  <a:gd name="T19" fmla="*/ 0 60000 65536"/>
                  <a:gd name="T20" fmla="*/ 0 60000 65536"/>
                  <a:gd name="T21" fmla="*/ 0 w 127"/>
                  <a:gd name="T22" fmla="*/ 0 h 186"/>
                  <a:gd name="T23" fmla="*/ 127 w 127"/>
                  <a:gd name="T24" fmla="*/ 186 h 18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endParaRPr lang="zh-CN" altLang="en-US" b="1"/>
              </a:p>
            </p:txBody>
          </p:sp>
          <p:sp>
            <p:nvSpPr>
              <p:cNvPr id="12414" name="Freeform 499"/>
              <p:cNvSpPr>
                <a:spLocks/>
              </p:cNvSpPr>
              <p:nvPr/>
            </p:nvSpPr>
            <p:spPr bwMode="auto">
              <a:xfrm>
                <a:off x="1308" y="3501"/>
                <a:ext cx="47" cy="25"/>
              </a:xfrm>
              <a:custGeom>
                <a:avLst/>
                <a:gdLst>
                  <a:gd name="T0" fmla="*/ 0 w 96"/>
                  <a:gd name="T1" fmla="*/ 0 h 74"/>
                  <a:gd name="T2" fmla="*/ 0 w 96"/>
                  <a:gd name="T3" fmla="*/ 0 h 74"/>
                  <a:gd name="T4" fmla="*/ 0 w 96"/>
                  <a:gd name="T5" fmla="*/ 0 h 74"/>
                  <a:gd name="T6" fmla="*/ 0 w 96"/>
                  <a:gd name="T7" fmla="*/ 0 h 74"/>
                  <a:gd name="T8" fmla="*/ 0 60000 65536"/>
                  <a:gd name="T9" fmla="*/ 0 60000 65536"/>
                  <a:gd name="T10" fmla="*/ 0 60000 65536"/>
                  <a:gd name="T11" fmla="*/ 0 60000 65536"/>
                  <a:gd name="T12" fmla="*/ 0 w 96"/>
                  <a:gd name="T13" fmla="*/ 0 h 74"/>
                  <a:gd name="T14" fmla="*/ 96 w 96"/>
                  <a:gd name="T15" fmla="*/ 74 h 74"/>
                </a:gdLst>
                <a:ahLst/>
                <a:cxnLst>
                  <a:cxn ang="T8">
                    <a:pos x="T0" y="T1"/>
                  </a:cxn>
                  <a:cxn ang="T9">
                    <a:pos x="T2" y="T3"/>
                  </a:cxn>
                  <a:cxn ang="T10">
                    <a:pos x="T4" y="T5"/>
                  </a:cxn>
                  <a:cxn ang="T11">
                    <a:pos x="T6" y="T7"/>
                  </a:cxn>
                </a:cxnLst>
                <a:rect l="T12" t="T13" r="T14" b="T15"/>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endParaRPr lang="zh-CN" altLang="en-US" b="1"/>
              </a:p>
            </p:txBody>
          </p:sp>
          <p:sp>
            <p:nvSpPr>
              <p:cNvPr id="12415" name="Oval 500"/>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416" name="Oval 501"/>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417" name="Freeform 502"/>
              <p:cNvSpPr>
                <a:spLocks/>
              </p:cNvSpPr>
              <p:nvPr/>
            </p:nvSpPr>
            <p:spPr bwMode="auto">
              <a:xfrm>
                <a:off x="1511" y="3785"/>
                <a:ext cx="94" cy="8"/>
              </a:xfrm>
              <a:custGeom>
                <a:avLst/>
                <a:gdLst>
                  <a:gd name="T0" fmla="*/ 0 w 188"/>
                  <a:gd name="T1" fmla="*/ 0 h 25"/>
                  <a:gd name="T2" fmla="*/ 1 w 188"/>
                  <a:gd name="T3" fmla="*/ 0 h 25"/>
                  <a:gd name="T4" fmla="*/ 1 w 188"/>
                  <a:gd name="T5" fmla="*/ 0 h 25"/>
                  <a:gd name="T6" fmla="*/ 1 w 188"/>
                  <a:gd name="T7" fmla="*/ 0 h 25"/>
                  <a:gd name="T8" fmla="*/ 0 w 188"/>
                  <a:gd name="T9" fmla="*/ 0 h 25"/>
                  <a:gd name="T10" fmla="*/ 0 60000 65536"/>
                  <a:gd name="T11" fmla="*/ 0 60000 65536"/>
                  <a:gd name="T12" fmla="*/ 0 60000 65536"/>
                  <a:gd name="T13" fmla="*/ 0 60000 65536"/>
                  <a:gd name="T14" fmla="*/ 0 60000 65536"/>
                  <a:gd name="T15" fmla="*/ 0 w 188"/>
                  <a:gd name="T16" fmla="*/ 0 h 25"/>
                  <a:gd name="T17" fmla="*/ 188 w 188"/>
                  <a:gd name="T18" fmla="*/ 25 h 25"/>
                </a:gdLst>
                <a:ahLst/>
                <a:cxnLst>
                  <a:cxn ang="T10">
                    <a:pos x="T0" y="T1"/>
                  </a:cxn>
                  <a:cxn ang="T11">
                    <a:pos x="T2" y="T3"/>
                  </a:cxn>
                  <a:cxn ang="T12">
                    <a:pos x="T4" y="T5"/>
                  </a:cxn>
                  <a:cxn ang="T13">
                    <a:pos x="T6" y="T7"/>
                  </a:cxn>
                  <a:cxn ang="T14">
                    <a:pos x="T8" y="T9"/>
                  </a:cxn>
                </a:cxnLst>
                <a:rect l="T15" t="T16" r="T17" b="T18"/>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12418" name="Oval 503"/>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419" name="Oval 504"/>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grpSp>
      </p:grpSp>
      <p:grpSp>
        <p:nvGrpSpPr>
          <p:cNvPr id="12313" name="Group 505"/>
          <p:cNvGrpSpPr>
            <a:grpSpLocks/>
          </p:cNvGrpSpPr>
          <p:nvPr/>
        </p:nvGrpSpPr>
        <p:grpSpPr bwMode="auto">
          <a:xfrm>
            <a:off x="9329053" y="2971417"/>
            <a:ext cx="1504755" cy="781231"/>
            <a:chOff x="1680" y="240"/>
            <a:chExt cx="2529" cy="1270"/>
          </a:xfrm>
        </p:grpSpPr>
        <p:sp>
          <p:nvSpPr>
            <p:cNvPr id="12377" name="Oval 506"/>
            <p:cNvSpPr>
              <a:spLocks noChangeArrowheads="1"/>
            </p:cNvSpPr>
            <p:nvPr/>
          </p:nvSpPr>
          <p:spPr bwMode="auto">
            <a:xfrm>
              <a:off x="2554" y="240"/>
              <a:ext cx="1088"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378" name="Oval 507"/>
            <p:cNvSpPr>
              <a:spLocks noChangeArrowheads="1"/>
            </p:cNvSpPr>
            <p:nvPr/>
          </p:nvSpPr>
          <p:spPr bwMode="auto">
            <a:xfrm>
              <a:off x="1941" y="381"/>
              <a:ext cx="827"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379" name="Oval 508"/>
            <p:cNvSpPr>
              <a:spLocks noChangeArrowheads="1"/>
            </p:cNvSpPr>
            <p:nvPr/>
          </p:nvSpPr>
          <p:spPr bwMode="auto">
            <a:xfrm>
              <a:off x="1680" y="702"/>
              <a:ext cx="552" cy="4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380" name="Oval 509"/>
            <p:cNvSpPr>
              <a:spLocks noChangeArrowheads="1"/>
            </p:cNvSpPr>
            <p:nvPr/>
          </p:nvSpPr>
          <p:spPr bwMode="auto">
            <a:xfrm>
              <a:off x="1849" y="894"/>
              <a:ext cx="842" cy="45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381" name="Oval 510"/>
            <p:cNvSpPr>
              <a:spLocks noChangeArrowheads="1"/>
            </p:cNvSpPr>
            <p:nvPr/>
          </p:nvSpPr>
          <p:spPr bwMode="auto">
            <a:xfrm>
              <a:off x="2462" y="971"/>
              <a:ext cx="1272"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382" name="Oval 511"/>
            <p:cNvSpPr>
              <a:spLocks noChangeArrowheads="1"/>
            </p:cNvSpPr>
            <p:nvPr/>
          </p:nvSpPr>
          <p:spPr bwMode="auto">
            <a:xfrm>
              <a:off x="3289" y="394"/>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383" name="Oval 512"/>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384" name="Oval 513"/>
            <p:cNvSpPr>
              <a:spLocks noChangeArrowheads="1"/>
            </p:cNvSpPr>
            <p:nvPr/>
          </p:nvSpPr>
          <p:spPr bwMode="auto">
            <a:xfrm>
              <a:off x="3335" y="753"/>
              <a:ext cx="797" cy="66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sp>
          <p:nvSpPr>
            <p:cNvPr id="12385" name="Oval 514"/>
            <p:cNvSpPr>
              <a:spLocks noChangeArrowheads="1"/>
            </p:cNvSpPr>
            <p:nvPr/>
          </p:nvSpPr>
          <p:spPr bwMode="auto">
            <a:xfrm>
              <a:off x="2140" y="548"/>
              <a:ext cx="1640" cy="667"/>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b="1"/>
            </a:p>
          </p:txBody>
        </p:sp>
      </p:grpSp>
      <p:sp>
        <p:nvSpPr>
          <p:cNvPr id="12314" name="Text Box 515"/>
          <p:cNvSpPr txBox="1">
            <a:spLocks noChangeArrowheads="1"/>
          </p:cNvSpPr>
          <p:nvPr/>
        </p:nvSpPr>
        <p:spPr bwMode="auto">
          <a:xfrm>
            <a:off x="9633813" y="3160373"/>
            <a:ext cx="1027739" cy="433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局域网</a:t>
            </a:r>
          </a:p>
        </p:txBody>
      </p:sp>
      <p:sp>
        <p:nvSpPr>
          <p:cNvPr id="230916" name="Line 516"/>
          <p:cNvSpPr>
            <a:spLocks noChangeShapeType="1"/>
          </p:cNvSpPr>
          <p:nvPr/>
        </p:nvSpPr>
        <p:spPr bwMode="auto">
          <a:xfrm flipV="1">
            <a:off x="1386237" y="3038107"/>
            <a:ext cx="1631737" cy="360445"/>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30917" name="Line 517"/>
          <p:cNvSpPr>
            <a:spLocks noChangeShapeType="1"/>
          </p:cNvSpPr>
          <p:nvPr/>
        </p:nvSpPr>
        <p:spPr bwMode="auto">
          <a:xfrm flipV="1">
            <a:off x="6626422" y="3050811"/>
            <a:ext cx="1875123" cy="115914"/>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30918" name="Line 518"/>
          <p:cNvSpPr>
            <a:spLocks noChangeShapeType="1"/>
          </p:cNvSpPr>
          <p:nvPr/>
        </p:nvSpPr>
        <p:spPr bwMode="auto">
          <a:xfrm>
            <a:off x="9301540" y="3096858"/>
            <a:ext cx="2116391" cy="261999"/>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30919" name="Line 519"/>
          <p:cNvSpPr>
            <a:spLocks noChangeShapeType="1"/>
          </p:cNvSpPr>
          <p:nvPr/>
        </p:nvSpPr>
        <p:spPr bwMode="auto">
          <a:xfrm>
            <a:off x="3875113" y="3007938"/>
            <a:ext cx="2057132" cy="142908"/>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30920" name="Text Box 520"/>
          <p:cNvSpPr txBox="1">
            <a:spLocks noChangeArrowheads="1"/>
          </p:cNvSpPr>
          <p:nvPr/>
        </p:nvSpPr>
        <p:spPr bwMode="auto">
          <a:xfrm>
            <a:off x="3312153" y="1557586"/>
            <a:ext cx="4974333" cy="663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3600" dirty="0">
                <a:solidFill>
                  <a:srgbClr val="333399"/>
                </a:solidFill>
                <a:latin typeface="Arial" charset="0"/>
              </a:rPr>
              <a:t>主机 </a:t>
            </a:r>
            <a:r>
              <a:rPr kumimoji="1" lang="en-US" altLang="zh-CN" sz="3600" dirty="0">
                <a:solidFill>
                  <a:srgbClr val="333399"/>
                </a:solidFill>
                <a:latin typeface="Arial" charset="0"/>
              </a:rPr>
              <a:t>H</a:t>
            </a:r>
            <a:r>
              <a:rPr kumimoji="1" lang="en-US" altLang="zh-CN" sz="3600" baseline="-25000" dirty="0">
                <a:solidFill>
                  <a:srgbClr val="333399"/>
                </a:solidFill>
                <a:latin typeface="Arial" charset="0"/>
              </a:rPr>
              <a:t>1</a:t>
            </a:r>
            <a:r>
              <a:rPr kumimoji="1" lang="en-US" altLang="zh-CN" sz="3600" dirty="0">
                <a:solidFill>
                  <a:srgbClr val="333399"/>
                </a:solidFill>
                <a:latin typeface="Arial" charset="0"/>
              </a:rPr>
              <a:t> </a:t>
            </a:r>
            <a:r>
              <a:rPr kumimoji="1" lang="zh-CN" altLang="en-US" sz="3600" dirty="0">
                <a:solidFill>
                  <a:srgbClr val="333399"/>
                </a:solidFill>
                <a:latin typeface="Arial" charset="0"/>
              </a:rPr>
              <a:t>向 </a:t>
            </a:r>
            <a:r>
              <a:rPr kumimoji="1" lang="en-US" altLang="zh-CN" sz="3600" dirty="0">
                <a:solidFill>
                  <a:srgbClr val="333399"/>
                </a:solidFill>
                <a:latin typeface="Arial" charset="0"/>
              </a:rPr>
              <a:t>H</a:t>
            </a:r>
            <a:r>
              <a:rPr kumimoji="1" lang="en-US" altLang="zh-CN" sz="3600" baseline="-25000" dirty="0">
                <a:solidFill>
                  <a:srgbClr val="333399"/>
                </a:solidFill>
                <a:latin typeface="Arial" charset="0"/>
              </a:rPr>
              <a:t>2</a:t>
            </a:r>
            <a:r>
              <a:rPr kumimoji="1" lang="en-US" altLang="zh-CN" sz="3600" dirty="0">
                <a:solidFill>
                  <a:srgbClr val="333399"/>
                </a:solidFill>
                <a:latin typeface="Arial" charset="0"/>
              </a:rPr>
              <a:t> </a:t>
            </a:r>
            <a:r>
              <a:rPr kumimoji="1" lang="zh-CN" altLang="en-US" sz="3600" dirty="0">
                <a:solidFill>
                  <a:srgbClr val="333399"/>
                </a:solidFill>
                <a:latin typeface="Arial" charset="0"/>
              </a:rPr>
              <a:t>发送数据</a:t>
            </a:r>
            <a:endParaRPr kumimoji="1" lang="zh-CN" altLang="en-US" sz="3600" baseline="-25000" dirty="0">
              <a:solidFill>
                <a:srgbClr val="333399"/>
              </a:solidFill>
              <a:latin typeface="Arial" charset="0"/>
            </a:endParaRPr>
          </a:p>
        </p:txBody>
      </p:sp>
      <p:grpSp>
        <p:nvGrpSpPr>
          <p:cNvPr id="2" name="Group 521"/>
          <p:cNvGrpSpPr>
            <a:grpSpLocks/>
          </p:cNvGrpSpPr>
          <p:nvPr/>
        </p:nvGrpSpPr>
        <p:grpSpPr bwMode="auto">
          <a:xfrm>
            <a:off x="359787" y="3933850"/>
            <a:ext cx="11610522" cy="2483425"/>
            <a:chOff x="170" y="2365"/>
            <a:chExt cx="5486" cy="1564"/>
          </a:xfrm>
        </p:grpSpPr>
        <p:sp>
          <p:nvSpPr>
            <p:cNvPr id="12325" name="AutoShape 522"/>
            <p:cNvSpPr>
              <a:spLocks noChangeArrowheads="1"/>
            </p:cNvSpPr>
            <p:nvPr/>
          </p:nvSpPr>
          <p:spPr bwMode="auto">
            <a:xfrm>
              <a:off x="309" y="2633"/>
              <a:ext cx="564" cy="1144"/>
            </a:xfrm>
            <a:prstGeom prst="cube">
              <a:avLst>
                <a:gd name="adj" fmla="val 9250"/>
              </a:avLst>
            </a:prstGeom>
            <a:solidFill>
              <a:srgbClr val="FFFF66"/>
            </a:solidFill>
            <a:ln w="19050">
              <a:solidFill>
                <a:schemeClr val="tx1"/>
              </a:solidFill>
              <a:miter lim="800000"/>
              <a:headEnd/>
              <a:tailEnd/>
            </a:ln>
          </p:spPr>
          <p:txBody>
            <a:bodyPr wrap="none" anchor="ctr"/>
            <a:lstStyle/>
            <a:p>
              <a:pPr eaLnBrk="1" hangingPunct="1"/>
              <a:endParaRPr lang="zh-CN" altLang="en-US" b="1"/>
            </a:p>
          </p:txBody>
        </p:sp>
        <p:sp>
          <p:nvSpPr>
            <p:cNvPr id="12326" name="Freeform 523"/>
            <p:cNvSpPr>
              <a:spLocks/>
            </p:cNvSpPr>
            <p:nvPr/>
          </p:nvSpPr>
          <p:spPr bwMode="auto">
            <a:xfrm>
              <a:off x="306" y="3491"/>
              <a:ext cx="564" cy="75"/>
            </a:xfrm>
            <a:custGeom>
              <a:avLst/>
              <a:gdLst>
                <a:gd name="T0" fmla="*/ 0 w 1200"/>
                <a:gd name="T1" fmla="*/ 1 h 120"/>
                <a:gd name="T2" fmla="*/ 0 w 1200"/>
                <a:gd name="T3" fmla="*/ 1 h 120"/>
                <a:gd name="T4" fmla="*/ 0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12327" name="Freeform 524"/>
            <p:cNvSpPr>
              <a:spLocks/>
            </p:cNvSpPr>
            <p:nvPr/>
          </p:nvSpPr>
          <p:spPr bwMode="auto">
            <a:xfrm>
              <a:off x="306" y="2844"/>
              <a:ext cx="564" cy="75"/>
            </a:xfrm>
            <a:custGeom>
              <a:avLst/>
              <a:gdLst>
                <a:gd name="T0" fmla="*/ 0 w 1200"/>
                <a:gd name="T1" fmla="*/ 1 h 120"/>
                <a:gd name="T2" fmla="*/ 0 w 1200"/>
                <a:gd name="T3" fmla="*/ 1 h 120"/>
                <a:gd name="T4" fmla="*/ 0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12328" name="Freeform 525"/>
            <p:cNvSpPr>
              <a:spLocks/>
            </p:cNvSpPr>
            <p:nvPr/>
          </p:nvSpPr>
          <p:spPr bwMode="auto">
            <a:xfrm>
              <a:off x="306" y="3273"/>
              <a:ext cx="564" cy="75"/>
            </a:xfrm>
            <a:custGeom>
              <a:avLst/>
              <a:gdLst>
                <a:gd name="T0" fmla="*/ 0 w 1200"/>
                <a:gd name="T1" fmla="*/ 1 h 120"/>
                <a:gd name="T2" fmla="*/ 0 w 1200"/>
                <a:gd name="T3" fmla="*/ 1 h 120"/>
                <a:gd name="T4" fmla="*/ 0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12329" name="Freeform 526"/>
            <p:cNvSpPr>
              <a:spLocks/>
            </p:cNvSpPr>
            <p:nvPr/>
          </p:nvSpPr>
          <p:spPr bwMode="auto">
            <a:xfrm>
              <a:off x="306" y="3058"/>
              <a:ext cx="564" cy="76"/>
            </a:xfrm>
            <a:custGeom>
              <a:avLst/>
              <a:gdLst>
                <a:gd name="T0" fmla="*/ 0 w 1200"/>
                <a:gd name="T1" fmla="*/ 1 h 120"/>
                <a:gd name="T2" fmla="*/ 0 w 1200"/>
                <a:gd name="T3" fmla="*/ 1 h 120"/>
                <a:gd name="T4" fmla="*/ 0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12330" name="Rectangle 527"/>
            <p:cNvSpPr>
              <a:spLocks noChangeArrowheads="1"/>
            </p:cNvSpPr>
            <p:nvPr/>
          </p:nvSpPr>
          <p:spPr bwMode="auto">
            <a:xfrm>
              <a:off x="170" y="3363"/>
              <a:ext cx="48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b="1"/>
            </a:p>
          </p:txBody>
        </p:sp>
        <p:sp>
          <p:nvSpPr>
            <p:cNvPr id="12331" name="Text Box 528"/>
            <p:cNvSpPr txBox="1">
              <a:spLocks noChangeArrowheads="1"/>
            </p:cNvSpPr>
            <p:nvPr/>
          </p:nvSpPr>
          <p:spPr bwMode="auto">
            <a:xfrm>
              <a:off x="306" y="3330"/>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dirty="0">
                  <a:solidFill>
                    <a:srgbClr val="333399"/>
                  </a:solidFill>
                </a:rPr>
                <a:t>链路层</a:t>
              </a:r>
            </a:p>
          </p:txBody>
        </p:sp>
        <p:sp>
          <p:nvSpPr>
            <p:cNvPr id="12332" name="Text Box 529"/>
            <p:cNvSpPr txBox="1">
              <a:spLocks noChangeArrowheads="1"/>
            </p:cNvSpPr>
            <p:nvPr/>
          </p:nvSpPr>
          <p:spPr bwMode="auto">
            <a:xfrm>
              <a:off x="308" y="2677"/>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dirty="0">
                  <a:solidFill>
                    <a:srgbClr val="333399"/>
                  </a:solidFill>
                </a:rPr>
                <a:t>应用层</a:t>
              </a:r>
            </a:p>
          </p:txBody>
        </p:sp>
        <p:sp>
          <p:nvSpPr>
            <p:cNvPr id="12333" name="Text Box 530"/>
            <p:cNvSpPr txBox="1">
              <a:spLocks noChangeArrowheads="1"/>
            </p:cNvSpPr>
            <p:nvPr/>
          </p:nvSpPr>
          <p:spPr bwMode="auto">
            <a:xfrm>
              <a:off x="306" y="2894"/>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dirty="0">
                  <a:solidFill>
                    <a:srgbClr val="333399"/>
                  </a:solidFill>
                </a:rPr>
                <a:t>运输层</a:t>
              </a:r>
            </a:p>
          </p:txBody>
        </p:sp>
        <p:sp>
          <p:nvSpPr>
            <p:cNvPr id="12334" name="Text Box 531"/>
            <p:cNvSpPr txBox="1">
              <a:spLocks noChangeArrowheads="1"/>
            </p:cNvSpPr>
            <p:nvPr/>
          </p:nvSpPr>
          <p:spPr bwMode="auto">
            <a:xfrm>
              <a:off x="306" y="3112"/>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网络层</a:t>
              </a:r>
            </a:p>
          </p:txBody>
        </p:sp>
        <p:sp>
          <p:nvSpPr>
            <p:cNvPr id="12335" name="Text Box 532"/>
            <p:cNvSpPr txBox="1">
              <a:spLocks noChangeArrowheads="1"/>
            </p:cNvSpPr>
            <p:nvPr/>
          </p:nvSpPr>
          <p:spPr bwMode="auto">
            <a:xfrm>
              <a:off x="306" y="3548"/>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物理层</a:t>
              </a:r>
            </a:p>
          </p:txBody>
        </p:sp>
        <p:sp>
          <p:nvSpPr>
            <p:cNvPr id="12336" name="AutoShape 533"/>
            <p:cNvSpPr>
              <a:spLocks noChangeArrowheads="1"/>
            </p:cNvSpPr>
            <p:nvPr/>
          </p:nvSpPr>
          <p:spPr bwMode="auto">
            <a:xfrm>
              <a:off x="5092" y="2633"/>
              <a:ext cx="564" cy="1144"/>
            </a:xfrm>
            <a:prstGeom prst="cube">
              <a:avLst>
                <a:gd name="adj" fmla="val 9250"/>
              </a:avLst>
            </a:prstGeom>
            <a:solidFill>
              <a:srgbClr val="FFFF66"/>
            </a:solidFill>
            <a:ln w="19050">
              <a:solidFill>
                <a:schemeClr val="tx1"/>
              </a:solidFill>
              <a:miter lim="800000"/>
              <a:headEnd/>
              <a:tailEnd/>
            </a:ln>
          </p:spPr>
          <p:txBody>
            <a:bodyPr wrap="none" anchor="ctr"/>
            <a:lstStyle/>
            <a:p>
              <a:pPr eaLnBrk="1" hangingPunct="1"/>
              <a:endParaRPr lang="zh-CN" altLang="en-US" b="1"/>
            </a:p>
          </p:txBody>
        </p:sp>
        <p:sp>
          <p:nvSpPr>
            <p:cNvPr id="12337" name="Freeform 534"/>
            <p:cNvSpPr>
              <a:spLocks/>
            </p:cNvSpPr>
            <p:nvPr/>
          </p:nvSpPr>
          <p:spPr bwMode="auto">
            <a:xfrm>
              <a:off x="5092" y="3491"/>
              <a:ext cx="564" cy="75"/>
            </a:xfrm>
            <a:custGeom>
              <a:avLst/>
              <a:gdLst>
                <a:gd name="T0" fmla="*/ 0 w 1200"/>
                <a:gd name="T1" fmla="*/ 1 h 120"/>
                <a:gd name="T2" fmla="*/ 0 w 1200"/>
                <a:gd name="T3" fmla="*/ 1 h 120"/>
                <a:gd name="T4" fmla="*/ 0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12338" name="Freeform 535"/>
            <p:cNvSpPr>
              <a:spLocks/>
            </p:cNvSpPr>
            <p:nvPr/>
          </p:nvSpPr>
          <p:spPr bwMode="auto">
            <a:xfrm>
              <a:off x="5092" y="3273"/>
              <a:ext cx="564" cy="75"/>
            </a:xfrm>
            <a:custGeom>
              <a:avLst/>
              <a:gdLst>
                <a:gd name="T0" fmla="*/ 0 w 1200"/>
                <a:gd name="T1" fmla="*/ 1 h 120"/>
                <a:gd name="T2" fmla="*/ 0 w 1200"/>
                <a:gd name="T3" fmla="*/ 1 h 120"/>
                <a:gd name="T4" fmla="*/ 0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12339" name="Freeform 536"/>
            <p:cNvSpPr>
              <a:spLocks/>
            </p:cNvSpPr>
            <p:nvPr/>
          </p:nvSpPr>
          <p:spPr bwMode="auto">
            <a:xfrm>
              <a:off x="5092" y="3058"/>
              <a:ext cx="564" cy="76"/>
            </a:xfrm>
            <a:custGeom>
              <a:avLst/>
              <a:gdLst>
                <a:gd name="T0" fmla="*/ 0 w 1200"/>
                <a:gd name="T1" fmla="*/ 1 h 120"/>
                <a:gd name="T2" fmla="*/ 0 w 1200"/>
                <a:gd name="T3" fmla="*/ 1 h 120"/>
                <a:gd name="T4" fmla="*/ 0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12340" name="Freeform 537"/>
            <p:cNvSpPr>
              <a:spLocks/>
            </p:cNvSpPr>
            <p:nvPr/>
          </p:nvSpPr>
          <p:spPr bwMode="auto">
            <a:xfrm>
              <a:off x="5092" y="2844"/>
              <a:ext cx="564" cy="75"/>
            </a:xfrm>
            <a:custGeom>
              <a:avLst/>
              <a:gdLst>
                <a:gd name="T0" fmla="*/ 0 w 1200"/>
                <a:gd name="T1" fmla="*/ 1 h 120"/>
                <a:gd name="T2" fmla="*/ 0 w 1200"/>
                <a:gd name="T3" fmla="*/ 1 h 120"/>
                <a:gd name="T4" fmla="*/ 0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12341" name="Rectangle 538"/>
            <p:cNvSpPr>
              <a:spLocks noChangeArrowheads="1"/>
            </p:cNvSpPr>
            <p:nvPr/>
          </p:nvSpPr>
          <p:spPr bwMode="auto">
            <a:xfrm>
              <a:off x="5104" y="3362"/>
              <a:ext cx="486"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b="1"/>
            </a:p>
          </p:txBody>
        </p:sp>
        <p:sp>
          <p:nvSpPr>
            <p:cNvPr id="12342" name="Text Box 539"/>
            <p:cNvSpPr txBox="1">
              <a:spLocks noChangeArrowheads="1"/>
            </p:cNvSpPr>
            <p:nvPr/>
          </p:nvSpPr>
          <p:spPr bwMode="auto">
            <a:xfrm>
              <a:off x="5057" y="3339"/>
              <a:ext cx="548"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链路层</a:t>
              </a:r>
            </a:p>
          </p:txBody>
        </p:sp>
        <p:sp>
          <p:nvSpPr>
            <p:cNvPr id="12343" name="Text Box 540"/>
            <p:cNvSpPr txBox="1">
              <a:spLocks noChangeArrowheads="1"/>
            </p:cNvSpPr>
            <p:nvPr/>
          </p:nvSpPr>
          <p:spPr bwMode="auto">
            <a:xfrm>
              <a:off x="5059" y="2677"/>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应用层</a:t>
              </a:r>
            </a:p>
          </p:txBody>
        </p:sp>
        <p:sp>
          <p:nvSpPr>
            <p:cNvPr id="12344" name="Text Box 541"/>
            <p:cNvSpPr txBox="1">
              <a:spLocks noChangeArrowheads="1"/>
            </p:cNvSpPr>
            <p:nvPr/>
          </p:nvSpPr>
          <p:spPr bwMode="auto">
            <a:xfrm>
              <a:off x="5057" y="2894"/>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运输层</a:t>
              </a:r>
            </a:p>
          </p:txBody>
        </p:sp>
        <p:sp>
          <p:nvSpPr>
            <p:cNvPr id="12345" name="Text Box 542"/>
            <p:cNvSpPr txBox="1">
              <a:spLocks noChangeArrowheads="1"/>
            </p:cNvSpPr>
            <p:nvPr/>
          </p:nvSpPr>
          <p:spPr bwMode="auto">
            <a:xfrm>
              <a:off x="5057" y="3112"/>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网络层</a:t>
              </a:r>
            </a:p>
          </p:txBody>
        </p:sp>
        <p:sp>
          <p:nvSpPr>
            <p:cNvPr id="12346" name="Text Box 543"/>
            <p:cNvSpPr txBox="1">
              <a:spLocks noChangeArrowheads="1"/>
            </p:cNvSpPr>
            <p:nvPr/>
          </p:nvSpPr>
          <p:spPr bwMode="auto">
            <a:xfrm>
              <a:off x="5057" y="3548"/>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物理层</a:t>
              </a:r>
            </a:p>
          </p:txBody>
        </p:sp>
        <p:sp>
          <p:nvSpPr>
            <p:cNvPr id="12347" name="AutoShape 544"/>
            <p:cNvSpPr>
              <a:spLocks noChangeArrowheads="1"/>
            </p:cNvSpPr>
            <p:nvPr/>
          </p:nvSpPr>
          <p:spPr bwMode="auto">
            <a:xfrm>
              <a:off x="1499" y="3081"/>
              <a:ext cx="564" cy="696"/>
            </a:xfrm>
            <a:prstGeom prst="cube">
              <a:avLst>
                <a:gd name="adj" fmla="val 9250"/>
              </a:avLst>
            </a:prstGeom>
            <a:solidFill>
              <a:srgbClr val="CCECFF"/>
            </a:solidFill>
            <a:ln w="19050">
              <a:solidFill>
                <a:schemeClr val="tx1"/>
              </a:solidFill>
              <a:miter lim="800000"/>
              <a:headEnd/>
              <a:tailEnd/>
            </a:ln>
          </p:spPr>
          <p:txBody>
            <a:bodyPr wrap="none" anchor="ctr"/>
            <a:lstStyle/>
            <a:p>
              <a:pPr eaLnBrk="1" hangingPunct="1"/>
              <a:endParaRPr lang="zh-CN" altLang="en-US" b="1"/>
            </a:p>
          </p:txBody>
        </p:sp>
        <p:sp>
          <p:nvSpPr>
            <p:cNvPr id="12348" name="Freeform 545"/>
            <p:cNvSpPr>
              <a:spLocks/>
            </p:cNvSpPr>
            <p:nvPr/>
          </p:nvSpPr>
          <p:spPr bwMode="auto">
            <a:xfrm>
              <a:off x="1499" y="3491"/>
              <a:ext cx="564" cy="75"/>
            </a:xfrm>
            <a:custGeom>
              <a:avLst/>
              <a:gdLst>
                <a:gd name="T0" fmla="*/ 0 w 1200"/>
                <a:gd name="T1" fmla="*/ 1 h 120"/>
                <a:gd name="T2" fmla="*/ 0 w 1200"/>
                <a:gd name="T3" fmla="*/ 1 h 120"/>
                <a:gd name="T4" fmla="*/ 0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12349" name="Rectangle 546"/>
            <p:cNvSpPr>
              <a:spLocks noChangeArrowheads="1"/>
            </p:cNvSpPr>
            <p:nvPr/>
          </p:nvSpPr>
          <p:spPr bwMode="auto">
            <a:xfrm>
              <a:off x="1408" y="3353"/>
              <a:ext cx="476"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b="1"/>
            </a:p>
          </p:txBody>
        </p:sp>
        <p:sp>
          <p:nvSpPr>
            <p:cNvPr id="12350" name="Freeform 547"/>
            <p:cNvSpPr>
              <a:spLocks/>
            </p:cNvSpPr>
            <p:nvPr/>
          </p:nvSpPr>
          <p:spPr bwMode="auto">
            <a:xfrm>
              <a:off x="1499" y="3273"/>
              <a:ext cx="564" cy="75"/>
            </a:xfrm>
            <a:custGeom>
              <a:avLst/>
              <a:gdLst>
                <a:gd name="T0" fmla="*/ 0 w 1200"/>
                <a:gd name="T1" fmla="*/ 1 h 120"/>
                <a:gd name="T2" fmla="*/ 0 w 1200"/>
                <a:gd name="T3" fmla="*/ 1 h 120"/>
                <a:gd name="T4" fmla="*/ 0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12351" name="Text Box 548"/>
            <p:cNvSpPr txBox="1">
              <a:spLocks noChangeArrowheads="1"/>
            </p:cNvSpPr>
            <p:nvPr/>
          </p:nvSpPr>
          <p:spPr bwMode="auto">
            <a:xfrm>
              <a:off x="1495" y="3330"/>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dirty="0">
                  <a:solidFill>
                    <a:srgbClr val="333399"/>
                  </a:solidFill>
                </a:rPr>
                <a:t>链路层</a:t>
              </a:r>
            </a:p>
          </p:txBody>
        </p:sp>
        <p:sp>
          <p:nvSpPr>
            <p:cNvPr id="12352" name="Text Box 549"/>
            <p:cNvSpPr txBox="1">
              <a:spLocks noChangeArrowheads="1"/>
            </p:cNvSpPr>
            <p:nvPr/>
          </p:nvSpPr>
          <p:spPr bwMode="auto">
            <a:xfrm>
              <a:off x="1495" y="3112"/>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dirty="0">
                  <a:solidFill>
                    <a:srgbClr val="333399"/>
                  </a:solidFill>
                </a:rPr>
                <a:t>网络层</a:t>
              </a:r>
            </a:p>
          </p:txBody>
        </p:sp>
        <p:sp>
          <p:nvSpPr>
            <p:cNvPr id="12353" name="Text Box 550"/>
            <p:cNvSpPr txBox="1">
              <a:spLocks noChangeArrowheads="1"/>
            </p:cNvSpPr>
            <p:nvPr/>
          </p:nvSpPr>
          <p:spPr bwMode="auto">
            <a:xfrm>
              <a:off x="1495" y="3548"/>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dirty="0">
                  <a:solidFill>
                    <a:srgbClr val="333399"/>
                  </a:solidFill>
                </a:rPr>
                <a:t>物理层</a:t>
              </a:r>
            </a:p>
          </p:txBody>
        </p:sp>
        <p:sp>
          <p:nvSpPr>
            <p:cNvPr id="12354" name="AutoShape 551"/>
            <p:cNvSpPr>
              <a:spLocks noChangeArrowheads="1"/>
            </p:cNvSpPr>
            <p:nvPr/>
          </p:nvSpPr>
          <p:spPr bwMode="auto">
            <a:xfrm>
              <a:off x="2710" y="3081"/>
              <a:ext cx="564" cy="696"/>
            </a:xfrm>
            <a:prstGeom prst="cube">
              <a:avLst>
                <a:gd name="adj" fmla="val 9250"/>
              </a:avLst>
            </a:prstGeom>
            <a:solidFill>
              <a:srgbClr val="CCECFF"/>
            </a:solidFill>
            <a:ln w="19050">
              <a:solidFill>
                <a:schemeClr val="tx1"/>
              </a:solidFill>
              <a:miter lim="800000"/>
              <a:headEnd/>
              <a:tailEnd/>
            </a:ln>
          </p:spPr>
          <p:txBody>
            <a:bodyPr wrap="none" anchor="ctr"/>
            <a:lstStyle/>
            <a:p>
              <a:pPr eaLnBrk="1" hangingPunct="1"/>
              <a:endParaRPr lang="zh-CN" altLang="en-US" b="1"/>
            </a:p>
          </p:txBody>
        </p:sp>
        <p:sp>
          <p:nvSpPr>
            <p:cNvPr id="12355" name="Freeform 552"/>
            <p:cNvSpPr>
              <a:spLocks/>
            </p:cNvSpPr>
            <p:nvPr/>
          </p:nvSpPr>
          <p:spPr bwMode="auto">
            <a:xfrm>
              <a:off x="2710" y="3491"/>
              <a:ext cx="564" cy="75"/>
            </a:xfrm>
            <a:custGeom>
              <a:avLst/>
              <a:gdLst>
                <a:gd name="T0" fmla="*/ 0 w 1200"/>
                <a:gd name="T1" fmla="*/ 1 h 120"/>
                <a:gd name="T2" fmla="*/ 0 w 1200"/>
                <a:gd name="T3" fmla="*/ 1 h 120"/>
                <a:gd name="T4" fmla="*/ 0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12356" name="Rectangle 553"/>
            <p:cNvSpPr>
              <a:spLocks noChangeArrowheads="1"/>
            </p:cNvSpPr>
            <p:nvPr/>
          </p:nvSpPr>
          <p:spPr bwMode="auto">
            <a:xfrm>
              <a:off x="2722" y="3353"/>
              <a:ext cx="492"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b="1"/>
            </a:p>
          </p:txBody>
        </p:sp>
        <p:sp>
          <p:nvSpPr>
            <p:cNvPr id="12357" name="Freeform 554"/>
            <p:cNvSpPr>
              <a:spLocks/>
            </p:cNvSpPr>
            <p:nvPr/>
          </p:nvSpPr>
          <p:spPr bwMode="auto">
            <a:xfrm>
              <a:off x="2710" y="3273"/>
              <a:ext cx="564" cy="75"/>
            </a:xfrm>
            <a:custGeom>
              <a:avLst/>
              <a:gdLst>
                <a:gd name="T0" fmla="*/ 0 w 1200"/>
                <a:gd name="T1" fmla="*/ 1 h 120"/>
                <a:gd name="T2" fmla="*/ 0 w 1200"/>
                <a:gd name="T3" fmla="*/ 1 h 120"/>
                <a:gd name="T4" fmla="*/ 0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12358" name="Text Box 555"/>
            <p:cNvSpPr txBox="1">
              <a:spLocks noChangeArrowheads="1"/>
            </p:cNvSpPr>
            <p:nvPr/>
          </p:nvSpPr>
          <p:spPr bwMode="auto">
            <a:xfrm>
              <a:off x="2699" y="3330"/>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链路层</a:t>
              </a:r>
            </a:p>
          </p:txBody>
        </p:sp>
        <p:sp>
          <p:nvSpPr>
            <p:cNvPr id="12359" name="Text Box 556"/>
            <p:cNvSpPr txBox="1">
              <a:spLocks noChangeArrowheads="1"/>
            </p:cNvSpPr>
            <p:nvPr/>
          </p:nvSpPr>
          <p:spPr bwMode="auto">
            <a:xfrm>
              <a:off x="2699" y="3112"/>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网络层</a:t>
              </a:r>
            </a:p>
          </p:txBody>
        </p:sp>
        <p:sp>
          <p:nvSpPr>
            <p:cNvPr id="12360" name="Text Box 557"/>
            <p:cNvSpPr txBox="1">
              <a:spLocks noChangeArrowheads="1"/>
            </p:cNvSpPr>
            <p:nvPr/>
          </p:nvSpPr>
          <p:spPr bwMode="auto">
            <a:xfrm>
              <a:off x="2699" y="3548"/>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物理层</a:t>
              </a:r>
            </a:p>
          </p:txBody>
        </p:sp>
        <p:sp>
          <p:nvSpPr>
            <p:cNvPr id="12361" name="AutoShape 558"/>
            <p:cNvSpPr>
              <a:spLocks noChangeArrowheads="1"/>
            </p:cNvSpPr>
            <p:nvPr/>
          </p:nvSpPr>
          <p:spPr bwMode="auto">
            <a:xfrm>
              <a:off x="3901" y="3081"/>
              <a:ext cx="564" cy="696"/>
            </a:xfrm>
            <a:prstGeom prst="cube">
              <a:avLst>
                <a:gd name="adj" fmla="val 9250"/>
              </a:avLst>
            </a:prstGeom>
            <a:solidFill>
              <a:srgbClr val="CCECFF"/>
            </a:solidFill>
            <a:ln w="19050">
              <a:solidFill>
                <a:schemeClr val="tx1"/>
              </a:solidFill>
              <a:miter lim="800000"/>
              <a:headEnd/>
              <a:tailEnd/>
            </a:ln>
          </p:spPr>
          <p:txBody>
            <a:bodyPr wrap="none" anchor="ctr"/>
            <a:lstStyle/>
            <a:p>
              <a:pPr eaLnBrk="1" hangingPunct="1"/>
              <a:endParaRPr lang="zh-CN" altLang="en-US" b="1"/>
            </a:p>
          </p:txBody>
        </p:sp>
        <p:sp>
          <p:nvSpPr>
            <p:cNvPr id="12362" name="Freeform 559"/>
            <p:cNvSpPr>
              <a:spLocks/>
            </p:cNvSpPr>
            <p:nvPr/>
          </p:nvSpPr>
          <p:spPr bwMode="auto">
            <a:xfrm>
              <a:off x="3901" y="3491"/>
              <a:ext cx="564" cy="75"/>
            </a:xfrm>
            <a:custGeom>
              <a:avLst/>
              <a:gdLst>
                <a:gd name="T0" fmla="*/ 0 w 1200"/>
                <a:gd name="T1" fmla="*/ 1 h 120"/>
                <a:gd name="T2" fmla="*/ 0 w 1200"/>
                <a:gd name="T3" fmla="*/ 1 h 120"/>
                <a:gd name="T4" fmla="*/ 0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12363" name="Rectangle 560"/>
            <p:cNvSpPr>
              <a:spLocks noChangeArrowheads="1"/>
            </p:cNvSpPr>
            <p:nvPr/>
          </p:nvSpPr>
          <p:spPr bwMode="auto">
            <a:xfrm>
              <a:off x="3910" y="3353"/>
              <a:ext cx="498"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b="1"/>
            </a:p>
          </p:txBody>
        </p:sp>
        <p:sp>
          <p:nvSpPr>
            <p:cNvPr id="12364" name="Freeform 561"/>
            <p:cNvSpPr>
              <a:spLocks/>
            </p:cNvSpPr>
            <p:nvPr/>
          </p:nvSpPr>
          <p:spPr bwMode="auto">
            <a:xfrm>
              <a:off x="3901" y="3273"/>
              <a:ext cx="564" cy="75"/>
            </a:xfrm>
            <a:custGeom>
              <a:avLst/>
              <a:gdLst>
                <a:gd name="T0" fmla="*/ 0 w 1200"/>
                <a:gd name="T1" fmla="*/ 1 h 120"/>
                <a:gd name="T2" fmla="*/ 0 w 1200"/>
                <a:gd name="T3" fmla="*/ 1 h 120"/>
                <a:gd name="T4" fmla="*/ 0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12365" name="Text Box 562"/>
            <p:cNvSpPr txBox="1">
              <a:spLocks noChangeArrowheads="1"/>
            </p:cNvSpPr>
            <p:nvPr/>
          </p:nvSpPr>
          <p:spPr bwMode="auto">
            <a:xfrm>
              <a:off x="3878" y="3330"/>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链路层</a:t>
              </a:r>
            </a:p>
          </p:txBody>
        </p:sp>
        <p:sp>
          <p:nvSpPr>
            <p:cNvPr id="12366" name="Text Box 563"/>
            <p:cNvSpPr txBox="1">
              <a:spLocks noChangeArrowheads="1"/>
            </p:cNvSpPr>
            <p:nvPr/>
          </p:nvSpPr>
          <p:spPr bwMode="auto">
            <a:xfrm>
              <a:off x="3878" y="3112"/>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网络层</a:t>
              </a:r>
            </a:p>
          </p:txBody>
        </p:sp>
        <p:sp>
          <p:nvSpPr>
            <p:cNvPr id="12367" name="Text Box 564"/>
            <p:cNvSpPr txBox="1">
              <a:spLocks noChangeArrowheads="1"/>
            </p:cNvSpPr>
            <p:nvPr/>
          </p:nvSpPr>
          <p:spPr bwMode="auto">
            <a:xfrm>
              <a:off x="3878" y="3548"/>
              <a:ext cx="4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100">
                  <a:solidFill>
                    <a:srgbClr val="333399"/>
                  </a:solidFill>
                </a:rPr>
                <a:t>物理层</a:t>
              </a:r>
            </a:p>
          </p:txBody>
        </p:sp>
        <p:sp>
          <p:nvSpPr>
            <p:cNvPr id="12368" name="Freeform 565"/>
            <p:cNvSpPr>
              <a:spLocks/>
            </p:cNvSpPr>
            <p:nvPr/>
          </p:nvSpPr>
          <p:spPr bwMode="auto">
            <a:xfrm>
              <a:off x="568" y="3777"/>
              <a:ext cx="1072" cy="152"/>
            </a:xfrm>
            <a:custGeom>
              <a:avLst/>
              <a:gdLst>
                <a:gd name="T0" fmla="*/ 0 w 1072"/>
                <a:gd name="T1" fmla="*/ 0 h 152"/>
                <a:gd name="T2" fmla="*/ 0 w 1072"/>
                <a:gd name="T3" fmla="*/ 152 h 152"/>
                <a:gd name="T4" fmla="*/ 1072 w 1072"/>
                <a:gd name="T5" fmla="*/ 152 h 152"/>
                <a:gd name="T6" fmla="*/ 1072 w 1072"/>
                <a:gd name="T7" fmla="*/ 8 h 152"/>
                <a:gd name="T8" fmla="*/ 0 60000 65536"/>
                <a:gd name="T9" fmla="*/ 0 60000 65536"/>
                <a:gd name="T10" fmla="*/ 0 60000 65536"/>
                <a:gd name="T11" fmla="*/ 0 60000 65536"/>
                <a:gd name="T12" fmla="*/ 0 w 1072"/>
                <a:gd name="T13" fmla="*/ 0 h 152"/>
                <a:gd name="T14" fmla="*/ 1072 w 1072"/>
                <a:gd name="T15" fmla="*/ 152 h 152"/>
              </a:gdLst>
              <a:ahLst/>
              <a:cxnLst>
                <a:cxn ang="T8">
                  <a:pos x="T0" y="T1"/>
                </a:cxn>
                <a:cxn ang="T9">
                  <a:pos x="T2" y="T3"/>
                </a:cxn>
                <a:cxn ang="T10">
                  <a:pos x="T4" y="T5"/>
                </a:cxn>
                <a:cxn ang="T11">
                  <a:pos x="T6" y="T7"/>
                </a:cxn>
              </a:cxnLst>
              <a:rect l="T12" t="T13" r="T14" b="T15"/>
              <a:pathLst>
                <a:path w="1072" h="152">
                  <a:moveTo>
                    <a:pt x="0" y="0"/>
                  </a:moveTo>
                  <a:lnTo>
                    <a:pt x="0" y="152"/>
                  </a:lnTo>
                  <a:lnTo>
                    <a:pt x="1072" y="152"/>
                  </a:lnTo>
                  <a:lnTo>
                    <a:pt x="1072" y="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12369" name="Freeform 566"/>
            <p:cNvSpPr>
              <a:spLocks/>
            </p:cNvSpPr>
            <p:nvPr/>
          </p:nvSpPr>
          <p:spPr bwMode="auto">
            <a:xfrm>
              <a:off x="4264" y="3777"/>
              <a:ext cx="1072" cy="152"/>
            </a:xfrm>
            <a:custGeom>
              <a:avLst/>
              <a:gdLst>
                <a:gd name="T0" fmla="*/ 0 w 1072"/>
                <a:gd name="T1" fmla="*/ 0 h 152"/>
                <a:gd name="T2" fmla="*/ 0 w 1072"/>
                <a:gd name="T3" fmla="*/ 152 h 152"/>
                <a:gd name="T4" fmla="*/ 1072 w 1072"/>
                <a:gd name="T5" fmla="*/ 152 h 152"/>
                <a:gd name="T6" fmla="*/ 1072 w 1072"/>
                <a:gd name="T7" fmla="*/ 8 h 152"/>
                <a:gd name="T8" fmla="*/ 0 60000 65536"/>
                <a:gd name="T9" fmla="*/ 0 60000 65536"/>
                <a:gd name="T10" fmla="*/ 0 60000 65536"/>
                <a:gd name="T11" fmla="*/ 0 60000 65536"/>
                <a:gd name="T12" fmla="*/ 0 w 1072"/>
                <a:gd name="T13" fmla="*/ 0 h 152"/>
                <a:gd name="T14" fmla="*/ 1072 w 1072"/>
                <a:gd name="T15" fmla="*/ 152 h 152"/>
              </a:gdLst>
              <a:ahLst/>
              <a:cxnLst>
                <a:cxn ang="T8">
                  <a:pos x="T0" y="T1"/>
                </a:cxn>
                <a:cxn ang="T9">
                  <a:pos x="T2" y="T3"/>
                </a:cxn>
                <a:cxn ang="T10">
                  <a:pos x="T4" y="T5"/>
                </a:cxn>
                <a:cxn ang="T11">
                  <a:pos x="T6" y="T7"/>
                </a:cxn>
              </a:cxnLst>
              <a:rect l="T12" t="T13" r="T14" b="T15"/>
              <a:pathLst>
                <a:path w="1072" h="152">
                  <a:moveTo>
                    <a:pt x="0" y="0"/>
                  </a:moveTo>
                  <a:lnTo>
                    <a:pt x="0" y="152"/>
                  </a:lnTo>
                  <a:lnTo>
                    <a:pt x="1072" y="152"/>
                  </a:lnTo>
                  <a:lnTo>
                    <a:pt x="1072" y="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12370" name="Freeform 567"/>
            <p:cNvSpPr>
              <a:spLocks/>
            </p:cNvSpPr>
            <p:nvPr/>
          </p:nvSpPr>
          <p:spPr bwMode="auto">
            <a:xfrm>
              <a:off x="1896" y="3769"/>
              <a:ext cx="920" cy="160"/>
            </a:xfrm>
            <a:custGeom>
              <a:avLst/>
              <a:gdLst>
                <a:gd name="T0" fmla="*/ 0 w 1072"/>
                <a:gd name="T1" fmla="*/ 0 h 152"/>
                <a:gd name="T2" fmla="*/ 0 w 1072"/>
                <a:gd name="T3" fmla="*/ 636 h 152"/>
                <a:gd name="T4" fmla="*/ 15 w 1072"/>
                <a:gd name="T5" fmla="*/ 636 h 152"/>
                <a:gd name="T6" fmla="*/ 15 w 1072"/>
                <a:gd name="T7" fmla="*/ 8 h 152"/>
                <a:gd name="T8" fmla="*/ 0 60000 65536"/>
                <a:gd name="T9" fmla="*/ 0 60000 65536"/>
                <a:gd name="T10" fmla="*/ 0 60000 65536"/>
                <a:gd name="T11" fmla="*/ 0 60000 65536"/>
                <a:gd name="T12" fmla="*/ 0 w 1072"/>
                <a:gd name="T13" fmla="*/ 0 h 152"/>
                <a:gd name="T14" fmla="*/ 1072 w 1072"/>
                <a:gd name="T15" fmla="*/ 152 h 152"/>
              </a:gdLst>
              <a:ahLst/>
              <a:cxnLst>
                <a:cxn ang="T8">
                  <a:pos x="T0" y="T1"/>
                </a:cxn>
                <a:cxn ang="T9">
                  <a:pos x="T2" y="T3"/>
                </a:cxn>
                <a:cxn ang="T10">
                  <a:pos x="T4" y="T5"/>
                </a:cxn>
                <a:cxn ang="T11">
                  <a:pos x="T6" y="T7"/>
                </a:cxn>
              </a:cxnLst>
              <a:rect l="T12" t="T13" r="T14" b="T15"/>
              <a:pathLst>
                <a:path w="1072" h="152">
                  <a:moveTo>
                    <a:pt x="0" y="0"/>
                  </a:moveTo>
                  <a:lnTo>
                    <a:pt x="0" y="152"/>
                  </a:lnTo>
                  <a:lnTo>
                    <a:pt x="1072" y="152"/>
                  </a:lnTo>
                  <a:lnTo>
                    <a:pt x="1072" y="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12371" name="Freeform 568"/>
            <p:cNvSpPr>
              <a:spLocks/>
            </p:cNvSpPr>
            <p:nvPr/>
          </p:nvSpPr>
          <p:spPr bwMode="auto">
            <a:xfrm>
              <a:off x="3112" y="3777"/>
              <a:ext cx="928" cy="152"/>
            </a:xfrm>
            <a:custGeom>
              <a:avLst/>
              <a:gdLst>
                <a:gd name="T0" fmla="*/ 0 w 1072"/>
                <a:gd name="T1" fmla="*/ 0 h 152"/>
                <a:gd name="T2" fmla="*/ 0 w 1072"/>
                <a:gd name="T3" fmla="*/ 152 h 152"/>
                <a:gd name="T4" fmla="*/ 19 w 1072"/>
                <a:gd name="T5" fmla="*/ 152 h 152"/>
                <a:gd name="T6" fmla="*/ 19 w 1072"/>
                <a:gd name="T7" fmla="*/ 8 h 152"/>
                <a:gd name="T8" fmla="*/ 0 60000 65536"/>
                <a:gd name="T9" fmla="*/ 0 60000 65536"/>
                <a:gd name="T10" fmla="*/ 0 60000 65536"/>
                <a:gd name="T11" fmla="*/ 0 60000 65536"/>
                <a:gd name="T12" fmla="*/ 0 w 1072"/>
                <a:gd name="T13" fmla="*/ 0 h 152"/>
                <a:gd name="T14" fmla="*/ 1072 w 1072"/>
                <a:gd name="T15" fmla="*/ 152 h 152"/>
              </a:gdLst>
              <a:ahLst/>
              <a:cxnLst>
                <a:cxn ang="T8">
                  <a:pos x="T0" y="T1"/>
                </a:cxn>
                <a:cxn ang="T9">
                  <a:pos x="T2" y="T3"/>
                </a:cxn>
                <a:cxn ang="T10">
                  <a:pos x="T4" y="T5"/>
                </a:cxn>
                <a:cxn ang="T11">
                  <a:pos x="T6" y="T7"/>
                </a:cxn>
              </a:cxnLst>
              <a:rect l="T12" t="T13" r="T14" b="T15"/>
              <a:pathLst>
                <a:path w="1072" h="152">
                  <a:moveTo>
                    <a:pt x="0" y="0"/>
                  </a:moveTo>
                  <a:lnTo>
                    <a:pt x="0" y="152"/>
                  </a:lnTo>
                  <a:lnTo>
                    <a:pt x="1072" y="152"/>
                  </a:lnTo>
                  <a:lnTo>
                    <a:pt x="1072" y="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12372" name="Text Box 569"/>
            <p:cNvSpPr txBox="1">
              <a:spLocks noChangeArrowheads="1"/>
            </p:cNvSpPr>
            <p:nvPr/>
          </p:nvSpPr>
          <p:spPr bwMode="auto">
            <a:xfrm>
              <a:off x="1667" y="2819"/>
              <a:ext cx="22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en-US" altLang="zh-CN" sz="2100" dirty="0">
                  <a:solidFill>
                    <a:srgbClr val="333399"/>
                  </a:solidFill>
                  <a:latin typeface="Arial" charset="0"/>
                </a:rPr>
                <a:t>R</a:t>
              </a:r>
              <a:r>
                <a:rPr kumimoji="1" lang="en-US" altLang="zh-CN" sz="2100" baseline="-25000" dirty="0">
                  <a:solidFill>
                    <a:srgbClr val="333399"/>
                  </a:solidFill>
                  <a:latin typeface="Arial" charset="0"/>
                </a:rPr>
                <a:t>1</a:t>
              </a:r>
            </a:p>
          </p:txBody>
        </p:sp>
        <p:sp>
          <p:nvSpPr>
            <p:cNvPr id="12373" name="Text Box 570"/>
            <p:cNvSpPr txBox="1">
              <a:spLocks noChangeArrowheads="1"/>
            </p:cNvSpPr>
            <p:nvPr/>
          </p:nvSpPr>
          <p:spPr bwMode="auto">
            <a:xfrm>
              <a:off x="2872" y="2819"/>
              <a:ext cx="22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en-US" altLang="zh-CN" sz="2100" dirty="0">
                  <a:solidFill>
                    <a:srgbClr val="333399"/>
                  </a:solidFill>
                  <a:latin typeface="Arial" charset="0"/>
                </a:rPr>
                <a:t>R</a:t>
              </a:r>
              <a:r>
                <a:rPr kumimoji="1" lang="en-US" altLang="zh-CN" sz="2100" baseline="-25000" dirty="0">
                  <a:solidFill>
                    <a:srgbClr val="333399"/>
                  </a:solidFill>
                  <a:latin typeface="Arial" charset="0"/>
                </a:rPr>
                <a:t>2</a:t>
              </a:r>
            </a:p>
          </p:txBody>
        </p:sp>
        <p:sp>
          <p:nvSpPr>
            <p:cNvPr id="12374" name="Text Box 571"/>
            <p:cNvSpPr txBox="1">
              <a:spLocks noChangeArrowheads="1"/>
            </p:cNvSpPr>
            <p:nvPr/>
          </p:nvSpPr>
          <p:spPr bwMode="auto">
            <a:xfrm>
              <a:off x="4067" y="2819"/>
              <a:ext cx="22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en-US" altLang="zh-CN" sz="2100" dirty="0">
                  <a:solidFill>
                    <a:srgbClr val="333399"/>
                  </a:solidFill>
                  <a:latin typeface="Arial" charset="0"/>
                </a:rPr>
                <a:t>R</a:t>
              </a:r>
              <a:r>
                <a:rPr kumimoji="1" lang="en-US" altLang="zh-CN" sz="2100" baseline="-25000" dirty="0">
                  <a:solidFill>
                    <a:srgbClr val="333399"/>
                  </a:solidFill>
                  <a:latin typeface="Arial" charset="0"/>
                </a:rPr>
                <a:t>3</a:t>
              </a:r>
            </a:p>
          </p:txBody>
        </p:sp>
        <p:sp>
          <p:nvSpPr>
            <p:cNvPr id="12375" name="Text Box 572"/>
            <p:cNvSpPr txBox="1">
              <a:spLocks noChangeArrowheads="1"/>
            </p:cNvSpPr>
            <p:nvPr/>
          </p:nvSpPr>
          <p:spPr bwMode="auto">
            <a:xfrm>
              <a:off x="476" y="2365"/>
              <a:ext cx="22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en-US" altLang="zh-CN" sz="2100" dirty="0">
                  <a:solidFill>
                    <a:srgbClr val="333399"/>
                  </a:solidFill>
                  <a:latin typeface="Arial" charset="0"/>
                </a:rPr>
                <a:t>H</a:t>
              </a:r>
              <a:r>
                <a:rPr kumimoji="1" lang="en-US" altLang="zh-CN" sz="2100" baseline="-25000" dirty="0">
                  <a:solidFill>
                    <a:srgbClr val="333399"/>
                  </a:solidFill>
                  <a:latin typeface="Arial" charset="0"/>
                </a:rPr>
                <a:t>1</a:t>
              </a:r>
            </a:p>
          </p:txBody>
        </p:sp>
        <p:sp>
          <p:nvSpPr>
            <p:cNvPr id="12376" name="Text Box 573"/>
            <p:cNvSpPr txBox="1">
              <a:spLocks noChangeArrowheads="1"/>
            </p:cNvSpPr>
            <p:nvPr/>
          </p:nvSpPr>
          <p:spPr bwMode="auto">
            <a:xfrm>
              <a:off x="5272" y="2365"/>
              <a:ext cx="22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en-US" altLang="zh-CN" sz="2100" dirty="0">
                  <a:solidFill>
                    <a:srgbClr val="333399"/>
                  </a:solidFill>
                  <a:latin typeface="Arial" charset="0"/>
                </a:rPr>
                <a:t>H</a:t>
              </a:r>
              <a:r>
                <a:rPr kumimoji="1" lang="en-US" altLang="zh-CN" sz="2100" baseline="-25000" dirty="0">
                  <a:solidFill>
                    <a:srgbClr val="333399"/>
                  </a:solidFill>
                  <a:latin typeface="Arial" charset="0"/>
                </a:rPr>
                <a:t>2</a:t>
              </a:r>
            </a:p>
          </p:txBody>
        </p:sp>
      </p:grpSp>
      <p:sp>
        <p:nvSpPr>
          <p:cNvPr id="230974" name="Text Box 574"/>
          <p:cNvSpPr txBox="1">
            <a:spLocks noChangeArrowheads="1"/>
          </p:cNvSpPr>
          <p:nvPr/>
        </p:nvSpPr>
        <p:spPr bwMode="auto">
          <a:xfrm>
            <a:off x="3084480" y="4005969"/>
            <a:ext cx="6683134" cy="663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lang="zh-CN" altLang="en-US" sz="3600" dirty="0" smtClean="0">
                <a:solidFill>
                  <a:srgbClr val="333399"/>
                </a:solidFill>
                <a:latin typeface="Tahoma" pitchFamily="34" charset="0"/>
              </a:rPr>
              <a:t>只考虑数据在数据链路层的</a:t>
            </a:r>
            <a:r>
              <a:rPr lang="zh-CN" altLang="en-US" sz="3600" dirty="0">
                <a:solidFill>
                  <a:srgbClr val="333399"/>
                </a:solidFill>
                <a:latin typeface="Tahoma" pitchFamily="34" charset="0"/>
              </a:rPr>
              <a:t>流动</a:t>
            </a:r>
          </a:p>
        </p:txBody>
      </p:sp>
      <p:sp>
        <p:nvSpPr>
          <p:cNvPr id="576" name="Line 566"/>
          <p:cNvSpPr>
            <a:spLocks noChangeShapeType="1"/>
          </p:cNvSpPr>
          <p:nvPr/>
        </p:nvSpPr>
        <p:spPr bwMode="auto">
          <a:xfrm>
            <a:off x="1659251" y="5658054"/>
            <a:ext cx="1625388" cy="0"/>
          </a:xfrm>
          <a:prstGeom prst="line">
            <a:avLst/>
          </a:prstGeom>
          <a:noFill/>
          <a:ln w="76200">
            <a:solidFill>
              <a:srgbClr val="00CC99"/>
            </a:solidFill>
            <a:round/>
            <a:headEnd/>
            <a:tailEnd type="triangle" w="med" len="lg"/>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577" name="Line 567"/>
          <p:cNvSpPr>
            <a:spLocks noChangeShapeType="1"/>
          </p:cNvSpPr>
          <p:nvPr/>
        </p:nvSpPr>
        <p:spPr bwMode="auto">
          <a:xfrm>
            <a:off x="4249714" y="5658054"/>
            <a:ext cx="1625388" cy="0"/>
          </a:xfrm>
          <a:prstGeom prst="line">
            <a:avLst/>
          </a:prstGeom>
          <a:noFill/>
          <a:ln w="76200">
            <a:solidFill>
              <a:srgbClr val="00CC99"/>
            </a:solidFill>
            <a:round/>
            <a:headEnd/>
            <a:tailEnd type="triangle" w="med" len="lg"/>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578" name="Line 568"/>
          <p:cNvSpPr>
            <a:spLocks noChangeShapeType="1"/>
          </p:cNvSpPr>
          <p:nvPr/>
        </p:nvSpPr>
        <p:spPr bwMode="auto">
          <a:xfrm>
            <a:off x="6789383" y="5658054"/>
            <a:ext cx="1625388" cy="0"/>
          </a:xfrm>
          <a:prstGeom prst="line">
            <a:avLst/>
          </a:prstGeom>
          <a:noFill/>
          <a:ln w="76200">
            <a:solidFill>
              <a:srgbClr val="00CC99"/>
            </a:solidFill>
            <a:round/>
            <a:headEnd/>
            <a:tailEnd type="triangle" w="med" len="lg"/>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579" name="Line 569"/>
          <p:cNvSpPr>
            <a:spLocks noChangeShapeType="1"/>
          </p:cNvSpPr>
          <p:nvPr/>
        </p:nvSpPr>
        <p:spPr bwMode="auto">
          <a:xfrm>
            <a:off x="9329052" y="5658054"/>
            <a:ext cx="1625388" cy="0"/>
          </a:xfrm>
          <a:prstGeom prst="line">
            <a:avLst/>
          </a:prstGeom>
          <a:noFill/>
          <a:ln w="76200">
            <a:solidFill>
              <a:srgbClr val="00CC99"/>
            </a:solidFill>
            <a:round/>
            <a:headEnd/>
            <a:tailEnd type="triangle" w="med" len="lg"/>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5" name="标题 4"/>
          <p:cNvSpPr>
            <a:spLocks noGrp="1"/>
          </p:cNvSpPr>
          <p:nvPr>
            <p:ph type="title"/>
          </p:nvPr>
        </p:nvSpPr>
        <p:spPr/>
        <p:txBody>
          <a:bodyPr/>
          <a:lstStyle/>
          <a:p>
            <a:r>
              <a:rPr lang="zh-CN" altLang="en-US" dirty="0" smtClean="0"/>
              <a:t>从不同角度看数据的流动</a:t>
            </a:r>
            <a:endParaRPr lang="zh-CN" altLang="en-US" dirty="0"/>
          </a:p>
        </p:txBody>
      </p:sp>
      <p:sp>
        <p:nvSpPr>
          <p:cNvPr id="580" name="Rectangle 581"/>
          <p:cNvSpPr>
            <a:spLocks noChangeArrowheads="1"/>
          </p:cNvSpPr>
          <p:nvPr/>
        </p:nvSpPr>
        <p:spPr bwMode="auto">
          <a:xfrm>
            <a:off x="655898" y="5487350"/>
            <a:ext cx="11198010" cy="353530"/>
          </a:xfrm>
          <a:prstGeom prst="rect">
            <a:avLst/>
          </a:prstGeom>
          <a:solidFill>
            <a:srgbClr val="C0C0C0">
              <a:alpha val="39999"/>
            </a:srgbClr>
          </a:solidFill>
          <a:ln w="9525">
            <a:solidFill>
              <a:srgbClr val="5F5F5F"/>
            </a:solidFill>
            <a:prstDash val="dash"/>
            <a:miter lim="800000"/>
            <a:headEnd/>
            <a:tailEnd/>
          </a:ln>
        </p:spPr>
        <p:txBody>
          <a:bodyPr wrap="none" lIns="108850" tIns="54425" rIns="108850" bIns="54425" anchor="ctr"/>
          <a:lstStyle/>
          <a:p>
            <a:pPr eaLnBrk="1" hangingPunct="1"/>
            <a:endParaRPr lang="zh-CN" altLang="en-US" b="1"/>
          </a:p>
        </p:txBody>
      </p:sp>
      <p:sp>
        <p:nvSpPr>
          <p:cNvPr id="586" name="矩形 585"/>
          <p:cNvSpPr/>
          <p:nvPr/>
        </p:nvSpPr>
        <p:spPr>
          <a:xfrm>
            <a:off x="3271990" y="3701663"/>
            <a:ext cx="6135584" cy="400110"/>
          </a:xfrm>
          <a:prstGeom prst="rect">
            <a:avLst/>
          </a:prstGeom>
          <a:solidFill>
            <a:srgbClr val="008000"/>
          </a:solidFill>
          <a:ln>
            <a:solidFill>
              <a:srgbClr val="0070C0"/>
            </a:solidFill>
          </a:ln>
        </p:spPr>
        <p:txBody>
          <a:bodyPr wrap="square">
            <a:spAutoFit/>
          </a:bodyPr>
          <a:lstStyle/>
          <a:p>
            <a:r>
              <a:rPr lang="zh-CN" altLang="en-US" sz="2000" b="1" dirty="0" smtClean="0">
                <a:solidFill>
                  <a:schemeClr val="bg1"/>
                </a:solidFill>
                <a:latin typeface="微软雅黑" pitchFamily="34" charset="-122"/>
                <a:ea typeface="微软雅黑" pitchFamily="34" charset="-122"/>
              </a:rPr>
              <a:t>注意：</a:t>
            </a:r>
            <a:r>
              <a:rPr lang="zh-CN" altLang="zh-CN" sz="2000" b="1" dirty="0" smtClean="0">
                <a:solidFill>
                  <a:schemeClr val="bg1"/>
                </a:solidFill>
                <a:latin typeface="微软雅黑" pitchFamily="34" charset="-122"/>
                <a:ea typeface="微软雅黑" pitchFamily="34" charset="-122"/>
              </a:rPr>
              <a:t>不同</a:t>
            </a:r>
            <a:r>
              <a:rPr lang="zh-CN" altLang="zh-CN" sz="2000" b="1" dirty="0">
                <a:solidFill>
                  <a:schemeClr val="bg1"/>
                </a:solidFill>
                <a:latin typeface="微软雅黑" pitchFamily="34" charset="-122"/>
                <a:ea typeface="微软雅黑" pitchFamily="34" charset="-122"/>
              </a:rPr>
              <a:t>的链路层可能采用不同的数据链路层协议</a:t>
            </a:r>
            <a:endParaRPr lang="zh-CN" altLang="en-US"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40120987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30974"/>
                                        </p:tgtEl>
                                        <p:attrNameLst>
                                          <p:attrName>style.visibility</p:attrName>
                                        </p:attrNameLst>
                                      </p:cBhvr>
                                      <p:to>
                                        <p:strVal val="visible"/>
                                      </p:to>
                                    </p:set>
                                  </p:childTnLst>
                                </p:cTn>
                              </p:par>
                              <p:par>
                                <p:cTn id="7" presetID="35" presetClass="emph" presetSubtype="0" repeatCount="3000" fill="hold" grpId="1" nodeType="withEffect">
                                  <p:stCondLst>
                                    <p:cond delay="0"/>
                                  </p:stCondLst>
                                  <p:childTnLst>
                                    <p:anim calcmode="discrete" valueType="str">
                                      <p:cBhvr>
                                        <p:cTn id="8" dur="1000" fill="hold"/>
                                        <p:tgtEl>
                                          <p:spTgt spid="230974"/>
                                        </p:tgtEl>
                                        <p:attrNameLst>
                                          <p:attrName>style.visibility</p:attrName>
                                        </p:attrNameLst>
                                      </p:cBhvr>
                                      <p:tavLst>
                                        <p:tav tm="0">
                                          <p:val>
                                            <p:strVal val="hidden"/>
                                          </p:val>
                                        </p:tav>
                                        <p:tav tm="50000">
                                          <p:val>
                                            <p:strVal val="visible"/>
                                          </p:val>
                                        </p:tav>
                                      </p:tavLst>
                                    </p:anim>
                                  </p:childTnLst>
                                </p:cTn>
                              </p:par>
                            </p:childTnLst>
                          </p:cTn>
                        </p:par>
                        <p:par>
                          <p:cTn id="9" fill="hold">
                            <p:stCondLst>
                              <p:cond delay="3000"/>
                            </p:stCondLst>
                            <p:childTnLst>
                              <p:par>
                                <p:cTn id="10" presetID="1" presetClass="entr" presetSubtype="0" fill="hold" grpId="0" nodeType="afterEffect">
                                  <p:stCondLst>
                                    <p:cond delay="0"/>
                                  </p:stCondLst>
                                  <p:childTnLst>
                                    <p:set>
                                      <p:cBhvr>
                                        <p:cTn id="11" dur="1" fill="hold">
                                          <p:stCondLst>
                                            <p:cond delay="0"/>
                                          </p:stCondLst>
                                        </p:cTn>
                                        <p:tgtEl>
                                          <p:spTgt spid="580"/>
                                        </p:tgtEl>
                                        <p:attrNameLst>
                                          <p:attrName>style.visibility</p:attrName>
                                        </p:attrNameLst>
                                      </p:cBhvr>
                                      <p:to>
                                        <p:strVal val="visible"/>
                                      </p:to>
                                    </p:set>
                                  </p:childTnLst>
                                </p:cTn>
                              </p:par>
                            </p:childTnLst>
                          </p:cTn>
                        </p:par>
                        <p:par>
                          <p:cTn id="12" fill="hold">
                            <p:stCondLst>
                              <p:cond delay="3000"/>
                            </p:stCondLst>
                            <p:childTnLst>
                              <p:par>
                                <p:cTn id="13" presetID="22" presetClass="entr" presetSubtype="8" fill="hold" grpId="0" nodeType="afterEffect">
                                  <p:stCondLst>
                                    <p:cond delay="500"/>
                                  </p:stCondLst>
                                  <p:childTnLst>
                                    <p:set>
                                      <p:cBhvr>
                                        <p:cTn id="14" dur="1" fill="hold">
                                          <p:stCondLst>
                                            <p:cond delay="0"/>
                                          </p:stCondLst>
                                        </p:cTn>
                                        <p:tgtEl>
                                          <p:spTgt spid="576"/>
                                        </p:tgtEl>
                                        <p:attrNameLst>
                                          <p:attrName>style.visibility</p:attrName>
                                        </p:attrNameLst>
                                      </p:cBhvr>
                                      <p:to>
                                        <p:strVal val="visible"/>
                                      </p:to>
                                    </p:set>
                                    <p:animEffect transition="in" filter="wipe(left)">
                                      <p:cBhvr>
                                        <p:cTn id="15" dur="500"/>
                                        <p:tgtEl>
                                          <p:spTgt spid="576"/>
                                        </p:tgtEl>
                                      </p:cBhvr>
                                    </p:animEffect>
                                  </p:childTnLst>
                                </p:cTn>
                              </p:par>
                            </p:childTnLst>
                          </p:cTn>
                        </p:par>
                        <p:par>
                          <p:cTn id="16" fill="hold">
                            <p:stCondLst>
                              <p:cond delay="4000"/>
                            </p:stCondLst>
                            <p:childTnLst>
                              <p:par>
                                <p:cTn id="17" presetID="22" presetClass="entr" presetSubtype="8" fill="hold" grpId="0" nodeType="afterEffect">
                                  <p:stCondLst>
                                    <p:cond delay="500"/>
                                  </p:stCondLst>
                                  <p:childTnLst>
                                    <p:set>
                                      <p:cBhvr>
                                        <p:cTn id="18" dur="1" fill="hold">
                                          <p:stCondLst>
                                            <p:cond delay="0"/>
                                          </p:stCondLst>
                                        </p:cTn>
                                        <p:tgtEl>
                                          <p:spTgt spid="577"/>
                                        </p:tgtEl>
                                        <p:attrNameLst>
                                          <p:attrName>style.visibility</p:attrName>
                                        </p:attrNameLst>
                                      </p:cBhvr>
                                      <p:to>
                                        <p:strVal val="visible"/>
                                      </p:to>
                                    </p:set>
                                    <p:animEffect transition="in" filter="wipe(left)">
                                      <p:cBhvr>
                                        <p:cTn id="19" dur="500"/>
                                        <p:tgtEl>
                                          <p:spTgt spid="577"/>
                                        </p:tgtEl>
                                      </p:cBhvr>
                                    </p:animEffect>
                                  </p:childTnLst>
                                </p:cTn>
                              </p:par>
                            </p:childTnLst>
                          </p:cTn>
                        </p:par>
                        <p:par>
                          <p:cTn id="20" fill="hold">
                            <p:stCondLst>
                              <p:cond delay="5000"/>
                            </p:stCondLst>
                            <p:childTnLst>
                              <p:par>
                                <p:cTn id="21" presetID="22" presetClass="entr" presetSubtype="8" fill="hold" grpId="0" nodeType="afterEffect">
                                  <p:stCondLst>
                                    <p:cond delay="500"/>
                                  </p:stCondLst>
                                  <p:childTnLst>
                                    <p:set>
                                      <p:cBhvr>
                                        <p:cTn id="22" dur="1" fill="hold">
                                          <p:stCondLst>
                                            <p:cond delay="0"/>
                                          </p:stCondLst>
                                        </p:cTn>
                                        <p:tgtEl>
                                          <p:spTgt spid="578"/>
                                        </p:tgtEl>
                                        <p:attrNameLst>
                                          <p:attrName>style.visibility</p:attrName>
                                        </p:attrNameLst>
                                      </p:cBhvr>
                                      <p:to>
                                        <p:strVal val="visible"/>
                                      </p:to>
                                    </p:set>
                                    <p:animEffect transition="in" filter="wipe(left)">
                                      <p:cBhvr>
                                        <p:cTn id="23" dur="500"/>
                                        <p:tgtEl>
                                          <p:spTgt spid="578"/>
                                        </p:tgtEl>
                                      </p:cBhvr>
                                    </p:animEffect>
                                  </p:childTnLst>
                                </p:cTn>
                              </p:par>
                            </p:childTnLst>
                          </p:cTn>
                        </p:par>
                        <p:par>
                          <p:cTn id="24" fill="hold">
                            <p:stCondLst>
                              <p:cond delay="6000"/>
                            </p:stCondLst>
                            <p:childTnLst>
                              <p:par>
                                <p:cTn id="25" presetID="22" presetClass="entr" presetSubtype="8" fill="hold" grpId="0" nodeType="afterEffect">
                                  <p:stCondLst>
                                    <p:cond delay="500"/>
                                  </p:stCondLst>
                                  <p:childTnLst>
                                    <p:set>
                                      <p:cBhvr>
                                        <p:cTn id="26" dur="1" fill="hold">
                                          <p:stCondLst>
                                            <p:cond delay="0"/>
                                          </p:stCondLst>
                                        </p:cTn>
                                        <p:tgtEl>
                                          <p:spTgt spid="579"/>
                                        </p:tgtEl>
                                        <p:attrNameLst>
                                          <p:attrName>style.visibility</p:attrName>
                                        </p:attrNameLst>
                                      </p:cBhvr>
                                      <p:to>
                                        <p:strVal val="visible"/>
                                      </p:to>
                                    </p:set>
                                    <p:animEffect transition="in" filter="wipe(left)">
                                      <p:cBhvr>
                                        <p:cTn id="27" dur="500"/>
                                        <p:tgtEl>
                                          <p:spTgt spid="579"/>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974" grpId="0"/>
      <p:bldP spid="230974" grpId="1"/>
      <p:bldP spid="576" grpId="0" animBg="1"/>
      <p:bldP spid="577" grpId="0" animBg="1"/>
      <p:bldP spid="578" grpId="0" animBg="1"/>
      <p:bldP spid="579" grpId="0" animBg="1"/>
      <p:bldP spid="580" grpId="0" animBg="1"/>
      <p:bldP spid="58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zh-CN" altLang="en-US" sz="4000" dirty="0">
                <a:solidFill>
                  <a:srgbClr val="FFFFFF"/>
                </a:solidFill>
              </a:rPr>
              <a:t>指引</a:t>
            </a:r>
            <a:endParaRPr lang="en-US" altLang="zh-CN" sz="4000" dirty="0">
              <a:solidFill>
                <a:srgbClr val="FFFFFF"/>
              </a:solidFill>
            </a:endParaRPr>
          </a:p>
        </p:txBody>
      </p:sp>
      <p:sp>
        <p:nvSpPr>
          <p:cNvPr id="11267" name="Rectangle 3"/>
          <p:cNvSpPr>
            <a:spLocks noGrp="1" noChangeArrowheads="1"/>
          </p:cNvSpPr>
          <p:nvPr>
            <p:ph idx="1"/>
          </p:nvPr>
        </p:nvSpPr>
        <p:spPr>
          <a:xfrm>
            <a:off x="2135560" y="1341562"/>
            <a:ext cx="8280920" cy="4896544"/>
          </a:xfrm>
        </p:spPr>
        <p:txBody>
          <a:bodyPr/>
          <a:lstStyle/>
          <a:p>
            <a:pPr>
              <a:defRPr/>
            </a:pPr>
            <a:r>
              <a:rPr lang="zh-CN" altLang="en-US" sz="3200" b="1" dirty="0" smtClean="0"/>
              <a:t>数据链路层概述</a:t>
            </a:r>
            <a:endParaRPr lang="en-US" altLang="zh-CN" sz="3200" b="1" dirty="0" smtClean="0"/>
          </a:p>
          <a:p>
            <a:pPr>
              <a:defRPr/>
            </a:pPr>
            <a:r>
              <a:rPr lang="zh-CN" altLang="en-US" b="1" dirty="0">
                <a:solidFill>
                  <a:srgbClr val="C00000"/>
                </a:solidFill>
              </a:rPr>
              <a:t>数据链路层的几个共同问题</a:t>
            </a:r>
            <a:endParaRPr lang="en-US" altLang="zh-CN" b="1" dirty="0">
              <a:solidFill>
                <a:srgbClr val="C00000"/>
              </a:solidFill>
            </a:endParaRPr>
          </a:p>
          <a:p>
            <a:pPr>
              <a:defRPr/>
            </a:pPr>
            <a:r>
              <a:rPr lang="zh-CN" altLang="en-US" b="1" dirty="0" smtClean="0">
                <a:solidFill>
                  <a:srgbClr val="4D4D4D"/>
                </a:solidFill>
              </a:rPr>
              <a:t>点对点协议</a:t>
            </a:r>
            <a:r>
              <a:rPr lang="en-US" altLang="zh-CN" b="1" dirty="0" smtClean="0">
                <a:solidFill>
                  <a:srgbClr val="4D4D4D"/>
                </a:solidFill>
              </a:rPr>
              <a:t>PPP</a:t>
            </a:r>
          </a:p>
          <a:p>
            <a:pPr>
              <a:defRPr/>
            </a:pPr>
            <a:r>
              <a:rPr lang="zh-CN" altLang="en-US" b="1" dirty="0" smtClean="0"/>
              <a:t>使用广播信道的数据链路层</a:t>
            </a:r>
            <a:endParaRPr lang="en-US" altLang="zh-CN" b="1" dirty="0" smtClean="0">
              <a:solidFill>
                <a:srgbClr val="4D4D4D"/>
              </a:solidFill>
            </a:endParaRPr>
          </a:p>
          <a:p>
            <a:pPr>
              <a:defRPr/>
            </a:pPr>
            <a:r>
              <a:rPr lang="zh-CN" altLang="en-US" sz="3200" b="1" dirty="0" smtClean="0">
                <a:solidFill>
                  <a:srgbClr val="4D4D4D"/>
                </a:solidFill>
              </a:rPr>
              <a:t>扩展的以太网</a:t>
            </a:r>
            <a:endParaRPr lang="zh-CN" altLang="en-US" sz="3200" b="1" dirty="0">
              <a:solidFill>
                <a:srgbClr val="4D4D4D"/>
              </a:solidFill>
            </a:endParaRPr>
          </a:p>
          <a:p>
            <a:pPr>
              <a:defRPr/>
            </a:pPr>
            <a:r>
              <a:rPr lang="zh-CN" altLang="en-US" sz="3200" b="1" dirty="0">
                <a:solidFill>
                  <a:srgbClr val="4D4D4D"/>
                </a:solidFill>
              </a:rPr>
              <a:t>高速以太网</a:t>
            </a:r>
          </a:p>
          <a:p>
            <a:endParaRPr lang="en-US" altLang="zh-CN" b="1" dirty="0"/>
          </a:p>
          <a:p>
            <a:endParaRPr lang="zh-CN" altLang="en-US" b="1" dirty="0"/>
          </a:p>
        </p:txBody>
      </p:sp>
      <p:grpSp>
        <p:nvGrpSpPr>
          <p:cNvPr id="23" name="Group 24"/>
          <p:cNvGrpSpPr>
            <a:grpSpLocks/>
          </p:cNvGrpSpPr>
          <p:nvPr/>
        </p:nvGrpSpPr>
        <p:grpSpPr bwMode="auto">
          <a:xfrm>
            <a:off x="8261126" y="1854200"/>
            <a:ext cx="2514600" cy="3600450"/>
            <a:chOff x="3379" y="1207"/>
            <a:chExt cx="1584" cy="2268"/>
          </a:xfrm>
        </p:grpSpPr>
        <p:sp>
          <p:nvSpPr>
            <p:cNvPr id="24" name="AutoShape 4">
              <a:extLst>
                <a:ext uri="{FF2B5EF4-FFF2-40B4-BE49-F238E27FC236}">
                  <a16:creationId xmlns="" xmlns:a16="http://schemas.microsoft.com/office/drawing/2014/main" id="{7C9C0B70-E63A-45F5-A696-FB5A132B8AC3}"/>
                </a:ext>
              </a:extLst>
            </p:cNvPr>
            <p:cNvSpPr>
              <a:spLocks noChangeArrowheads="1"/>
            </p:cNvSpPr>
            <p:nvPr/>
          </p:nvSpPr>
          <p:spPr bwMode="auto">
            <a:xfrm>
              <a:off x="3379" y="1207"/>
              <a:ext cx="1584" cy="2268"/>
            </a:xfrm>
            <a:prstGeom prst="cube">
              <a:avLst>
                <a:gd name="adj" fmla="val 12185"/>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nchor="ctr"/>
            <a:lstStyle/>
            <a:p>
              <a:pPr algn="ctr" eaLnBrk="1" hangingPunct="1">
                <a:defRPr/>
              </a:pPr>
              <a:endParaRPr kumimoji="1" lang="zh-CN" altLang="en-US" sz="280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a:p>
              <a:pPr algn="ctr" eaLnBrk="1" hangingPunct="1">
                <a:defRPr/>
              </a:pPr>
              <a:endParaRPr kumimoji="1" lang="zh-CN" altLang="en-US" sz="280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a:p>
              <a:pPr algn="ctr" eaLnBrk="1" hangingPunct="1">
                <a:defRPr/>
              </a:pPr>
              <a:endParaRPr kumimoji="1" lang="zh-CN" altLang="en-US" sz="280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p:txBody>
        </p:sp>
        <p:sp>
          <p:nvSpPr>
            <p:cNvPr id="25" name="Rectangle 6">
              <a:extLst>
                <a:ext uri="{FF2B5EF4-FFF2-40B4-BE49-F238E27FC236}">
                  <a16:creationId xmlns="" xmlns:a16="http://schemas.microsoft.com/office/drawing/2014/main" id="{A1DA3AA9-685E-4BE9-837C-C53A77DFC26E}"/>
                </a:ext>
              </a:extLst>
            </p:cNvPr>
            <p:cNvSpPr>
              <a:spLocks noChangeArrowheads="1"/>
            </p:cNvSpPr>
            <p:nvPr/>
          </p:nvSpPr>
          <p:spPr bwMode="auto">
            <a:xfrm>
              <a:off x="3379" y="1399"/>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lnSpc>
                  <a:spcPct val="150000"/>
                </a:lnSpc>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应用层</a:t>
              </a:r>
            </a:p>
          </p:txBody>
        </p:sp>
        <p:sp>
          <p:nvSpPr>
            <p:cNvPr id="26" name="Line 8">
              <a:extLst>
                <a:ext uri="{FF2B5EF4-FFF2-40B4-BE49-F238E27FC236}">
                  <a16:creationId xmlns="" xmlns:a16="http://schemas.microsoft.com/office/drawing/2014/main" id="{730F0241-2088-4E72-BBBA-24604A49C32D}"/>
                </a:ext>
              </a:extLst>
            </p:cNvPr>
            <p:cNvSpPr>
              <a:spLocks noChangeShapeType="1"/>
            </p:cNvSpPr>
            <p:nvPr/>
          </p:nvSpPr>
          <p:spPr bwMode="auto">
            <a:xfrm>
              <a:off x="3379" y="1831"/>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7" name="Line 9">
              <a:extLst>
                <a:ext uri="{FF2B5EF4-FFF2-40B4-BE49-F238E27FC236}">
                  <a16:creationId xmlns="" xmlns:a16="http://schemas.microsoft.com/office/drawing/2014/main" id="{1A1F4C1E-05AA-4083-AACF-00A09371806D}"/>
                </a:ext>
              </a:extLst>
            </p:cNvPr>
            <p:cNvSpPr>
              <a:spLocks noChangeShapeType="1"/>
            </p:cNvSpPr>
            <p:nvPr/>
          </p:nvSpPr>
          <p:spPr bwMode="auto">
            <a:xfrm>
              <a:off x="3379"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8" name="Line 10">
              <a:extLst>
                <a:ext uri="{FF2B5EF4-FFF2-40B4-BE49-F238E27FC236}">
                  <a16:creationId xmlns="" xmlns:a16="http://schemas.microsoft.com/office/drawing/2014/main" id="{40C633C5-C14D-4155-943C-49061566B166}"/>
                </a:ext>
              </a:extLst>
            </p:cNvPr>
            <p:cNvSpPr>
              <a:spLocks noChangeShapeType="1"/>
            </p:cNvSpPr>
            <p:nvPr/>
          </p:nvSpPr>
          <p:spPr bwMode="auto">
            <a:xfrm>
              <a:off x="4771"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9" name="Rectangle 21">
              <a:extLst>
                <a:ext uri="{FF2B5EF4-FFF2-40B4-BE49-F238E27FC236}">
                  <a16:creationId xmlns="" xmlns:a16="http://schemas.microsoft.com/office/drawing/2014/main" id="{3593205F-DCC6-4BB9-872F-07DE1C151D65}"/>
                </a:ext>
              </a:extLst>
            </p:cNvPr>
            <p:cNvSpPr>
              <a:spLocks noChangeArrowheads="1"/>
            </p:cNvSpPr>
            <p:nvPr/>
          </p:nvSpPr>
          <p:spPr bwMode="auto">
            <a:xfrm>
              <a:off x="3379" y="1831"/>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lnSpc>
                  <a:spcPct val="150000"/>
                </a:lnSpc>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运输层</a:t>
              </a:r>
            </a:p>
          </p:txBody>
        </p:sp>
        <p:sp>
          <p:nvSpPr>
            <p:cNvPr id="30" name="Line 23">
              <a:extLst>
                <a:ext uri="{FF2B5EF4-FFF2-40B4-BE49-F238E27FC236}">
                  <a16:creationId xmlns="" xmlns:a16="http://schemas.microsoft.com/office/drawing/2014/main" id="{F9F1686D-32E3-4665-A663-0A13577DF5F9}"/>
                </a:ext>
              </a:extLst>
            </p:cNvPr>
            <p:cNvSpPr>
              <a:spLocks noChangeShapeType="1"/>
            </p:cNvSpPr>
            <p:nvPr/>
          </p:nvSpPr>
          <p:spPr bwMode="auto">
            <a:xfrm>
              <a:off x="3379" y="2263"/>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1" name="Line 24">
              <a:extLst>
                <a:ext uri="{FF2B5EF4-FFF2-40B4-BE49-F238E27FC236}">
                  <a16:creationId xmlns="" xmlns:a16="http://schemas.microsoft.com/office/drawing/2014/main" id="{B2CD0843-0D9A-4DF6-9D35-EBC9663DEF15}"/>
                </a:ext>
              </a:extLst>
            </p:cNvPr>
            <p:cNvSpPr>
              <a:spLocks noChangeShapeType="1"/>
            </p:cNvSpPr>
            <p:nvPr/>
          </p:nvSpPr>
          <p:spPr bwMode="auto">
            <a:xfrm>
              <a:off x="3379"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2" name="Line 25">
              <a:extLst>
                <a:ext uri="{FF2B5EF4-FFF2-40B4-BE49-F238E27FC236}">
                  <a16:creationId xmlns="" xmlns:a16="http://schemas.microsoft.com/office/drawing/2014/main" id="{84637CA2-3EAA-4155-B964-B8BA80E7EB63}"/>
                </a:ext>
              </a:extLst>
            </p:cNvPr>
            <p:cNvSpPr>
              <a:spLocks noChangeShapeType="1"/>
            </p:cNvSpPr>
            <p:nvPr/>
          </p:nvSpPr>
          <p:spPr bwMode="auto">
            <a:xfrm>
              <a:off x="4771"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4" name="Line 28">
              <a:extLst>
                <a:ext uri="{FF2B5EF4-FFF2-40B4-BE49-F238E27FC236}">
                  <a16:creationId xmlns="" xmlns:a16="http://schemas.microsoft.com/office/drawing/2014/main" id="{2C1DDB6D-F8B0-4394-99E8-03031BB915F8}"/>
                </a:ext>
              </a:extLst>
            </p:cNvPr>
            <p:cNvSpPr>
              <a:spLocks noChangeShapeType="1"/>
            </p:cNvSpPr>
            <p:nvPr/>
          </p:nvSpPr>
          <p:spPr bwMode="auto">
            <a:xfrm>
              <a:off x="3379" y="2695"/>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5" name="Line 29">
              <a:extLst>
                <a:ext uri="{FF2B5EF4-FFF2-40B4-BE49-F238E27FC236}">
                  <a16:creationId xmlns="" xmlns:a16="http://schemas.microsoft.com/office/drawing/2014/main" id="{9208C3F1-CC35-45A8-BE46-EFF19D248F46}"/>
                </a:ext>
              </a:extLst>
            </p:cNvPr>
            <p:cNvSpPr>
              <a:spLocks noChangeShapeType="1"/>
            </p:cNvSpPr>
            <p:nvPr/>
          </p:nvSpPr>
          <p:spPr bwMode="auto">
            <a:xfrm>
              <a:off x="3379" y="3366"/>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6" name="Line 30">
              <a:extLst>
                <a:ext uri="{FF2B5EF4-FFF2-40B4-BE49-F238E27FC236}">
                  <a16:creationId xmlns="" xmlns:a16="http://schemas.microsoft.com/office/drawing/2014/main" id="{6FF34FD8-821C-4702-AF18-8C4EF436C27D}"/>
                </a:ext>
              </a:extLst>
            </p:cNvPr>
            <p:cNvSpPr>
              <a:spLocks noChangeShapeType="1"/>
            </p:cNvSpPr>
            <p:nvPr/>
          </p:nvSpPr>
          <p:spPr bwMode="auto">
            <a:xfrm>
              <a:off x="3379"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7" name="Line 31">
              <a:extLst>
                <a:ext uri="{FF2B5EF4-FFF2-40B4-BE49-F238E27FC236}">
                  <a16:creationId xmlns="" xmlns:a16="http://schemas.microsoft.com/office/drawing/2014/main" id="{615E01B4-8D04-4069-8E42-620858CED9A7}"/>
                </a:ext>
              </a:extLst>
            </p:cNvPr>
            <p:cNvSpPr>
              <a:spLocks noChangeShapeType="1"/>
            </p:cNvSpPr>
            <p:nvPr/>
          </p:nvSpPr>
          <p:spPr bwMode="auto">
            <a:xfrm>
              <a:off x="4771"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8" name="Rectangle 33">
              <a:extLst>
                <a:ext uri="{FF2B5EF4-FFF2-40B4-BE49-F238E27FC236}">
                  <a16:creationId xmlns="" xmlns:a16="http://schemas.microsoft.com/office/drawing/2014/main" id="{6DF93113-9FEF-42A3-AF41-B27DD6E1C524}"/>
                </a:ext>
              </a:extLst>
            </p:cNvPr>
            <p:cNvSpPr>
              <a:spLocks noChangeArrowheads="1"/>
            </p:cNvSpPr>
            <p:nvPr/>
          </p:nvSpPr>
          <p:spPr bwMode="auto">
            <a:xfrm>
              <a:off x="3379" y="2263"/>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lnSpc>
                  <a:spcPct val="150000"/>
                </a:lnSpc>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网络层</a:t>
              </a:r>
            </a:p>
          </p:txBody>
        </p:sp>
        <p:sp>
          <p:nvSpPr>
            <p:cNvPr id="39" name="Line 36">
              <a:extLst>
                <a:ext uri="{FF2B5EF4-FFF2-40B4-BE49-F238E27FC236}">
                  <a16:creationId xmlns="" xmlns:a16="http://schemas.microsoft.com/office/drawing/2014/main" id="{021EB0D5-3D3B-4EBB-A693-7D178CCE8352}"/>
                </a:ext>
              </a:extLst>
            </p:cNvPr>
            <p:cNvSpPr>
              <a:spLocks noChangeShapeType="1"/>
            </p:cNvSpPr>
            <p:nvPr/>
          </p:nvSpPr>
          <p:spPr bwMode="auto">
            <a:xfrm>
              <a:off x="3379" y="2263"/>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40" name="Line 37">
              <a:extLst>
                <a:ext uri="{FF2B5EF4-FFF2-40B4-BE49-F238E27FC236}">
                  <a16:creationId xmlns="" xmlns:a16="http://schemas.microsoft.com/office/drawing/2014/main" id="{0360C763-F23D-4BC1-BCF4-C2E2C86F734E}"/>
                </a:ext>
              </a:extLst>
            </p:cNvPr>
            <p:cNvSpPr>
              <a:spLocks noChangeShapeType="1"/>
            </p:cNvSpPr>
            <p:nvPr/>
          </p:nvSpPr>
          <p:spPr bwMode="auto">
            <a:xfrm>
              <a:off x="4771" y="2263"/>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3" name="Rectangle 27">
              <a:extLst>
                <a:ext uri="{FF2B5EF4-FFF2-40B4-BE49-F238E27FC236}">
                  <a16:creationId xmlns="" xmlns:a16="http://schemas.microsoft.com/office/drawing/2014/main" id="{34D7D82A-D63D-4EB3-9C2A-247BEB3E7453}"/>
                </a:ext>
              </a:extLst>
            </p:cNvPr>
            <p:cNvSpPr>
              <a:spLocks noChangeArrowheads="1"/>
            </p:cNvSpPr>
            <p:nvPr/>
          </p:nvSpPr>
          <p:spPr bwMode="auto">
            <a:xfrm>
              <a:off x="3379" y="2695"/>
              <a:ext cx="1392" cy="37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lnSpc>
                  <a:spcPct val="120000"/>
                </a:lnSpc>
                <a:spcBef>
                  <a:spcPct val="20000"/>
                </a:spcBef>
                <a:buClr>
                  <a:schemeClr val="tx2"/>
                </a:buClr>
                <a:buSzPct val="90000"/>
                <a:buFont typeface="Symbol" pitchFamily="18" charset="2"/>
                <a:buNone/>
                <a:defRPr/>
              </a:pPr>
              <a:r>
                <a:rPr kumimoji="1" lang="zh-CN" altLang="en-US" sz="2800" dirty="0">
                  <a:solidFill>
                    <a:schemeClr val="tx2">
                      <a:lumMod val="60000"/>
                      <a:lumOff val="40000"/>
                    </a:schemeClr>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数据链路层</a:t>
              </a:r>
            </a:p>
          </p:txBody>
        </p:sp>
        <p:sp>
          <p:nvSpPr>
            <p:cNvPr id="41" name="Rectangle 39">
              <a:extLst>
                <a:ext uri="{FF2B5EF4-FFF2-40B4-BE49-F238E27FC236}">
                  <a16:creationId xmlns="" xmlns:a16="http://schemas.microsoft.com/office/drawing/2014/main" id="{3DF8ACD1-EC3E-4577-B3D4-5EB654CBFF4B}"/>
                </a:ext>
              </a:extLst>
            </p:cNvPr>
            <p:cNvSpPr>
              <a:spLocks noChangeArrowheads="1"/>
            </p:cNvSpPr>
            <p:nvPr/>
          </p:nvSpPr>
          <p:spPr bwMode="auto">
            <a:xfrm>
              <a:off x="3379" y="3067"/>
              <a:ext cx="1392" cy="408"/>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lnSpc>
                  <a:spcPct val="150000"/>
                </a:lnSpc>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物理层</a:t>
              </a:r>
            </a:p>
          </p:txBody>
        </p:sp>
      </p:grpSp>
    </p:spTree>
    <p:extLst>
      <p:ext uri="{BB962C8B-B14F-4D97-AF65-F5344CB8AC3E}">
        <p14:creationId xmlns:p14="http://schemas.microsoft.com/office/powerpoint/2010/main" val="1103951899"/>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idx="1"/>
          </p:nvPr>
        </p:nvSpPr>
        <p:spPr>
          <a:xfrm>
            <a:off x="442800" y="1267199"/>
            <a:ext cx="11197022" cy="4896000"/>
          </a:xfrm>
        </p:spPr>
        <p:txBody>
          <a:bodyPr/>
          <a:lstStyle/>
          <a:p>
            <a:pPr>
              <a:defRPr/>
            </a:pPr>
            <a:r>
              <a:rPr lang="zh-CN" altLang="en-US" sz="3200" b="1" dirty="0">
                <a:solidFill>
                  <a:srgbClr val="4D4D4D"/>
                </a:solidFill>
              </a:rPr>
              <a:t>链路</a:t>
            </a:r>
            <a:r>
              <a:rPr lang="en-US" altLang="zh-CN" sz="3200" b="1" dirty="0">
                <a:solidFill>
                  <a:srgbClr val="4D4D4D"/>
                </a:solidFill>
              </a:rPr>
              <a:t>(link)</a:t>
            </a:r>
          </a:p>
          <a:p>
            <a:pPr lvl="1">
              <a:lnSpc>
                <a:spcPct val="140000"/>
              </a:lnSpc>
              <a:defRPr/>
            </a:pPr>
            <a:r>
              <a:rPr lang="zh-CN" altLang="en-US" sz="2600" b="1" dirty="0" smtClean="0">
                <a:solidFill>
                  <a:srgbClr val="4D4D4D"/>
                </a:solidFill>
              </a:rPr>
              <a:t>从一个节点到</a:t>
            </a:r>
            <a:r>
              <a:rPr lang="zh-CN" altLang="en-US" sz="2600" b="1" dirty="0" smtClean="0">
                <a:solidFill>
                  <a:srgbClr val="C00000"/>
                </a:solidFill>
              </a:rPr>
              <a:t>相邻</a:t>
            </a:r>
            <a:r>
              <a:rPr lang="zh-CN" altLang="en-US" sz="2600" b="1" dirty="0" smtClean="0">
                <a:solidFill>
                  <a:srgbClr val="4D4D4D"/>
                </a:solidFill>
              </a:rPr>
              <a:t>节点</a:t>
            </a:r>
            <a:r>
              <a:rPr lang="zh-CN" altLang="en-US" sz="2600" b="1" dirty="0">
                <a:solidFill>
                  <a:srgbClr val="4D4D4D"/>
                </a:solidFill>
              </a:rPr>
              <a:t>的物理</a:t>
            </a:r>
            <a:r>
              <a:rPr lang="zh-CN" altLang="en-US" sz="2600" b="1" dirty="0" smtClean="0">
                <a:solidFill>
                  <a:srgbClr val="4D4D4D"/>
                </a:solidFill>
              </a:rPr>
              <a:t>线路。</a:t>
            </a:r>
            <a:endParaRPr lang="zh-CN" altLang="en-US" sz="2600" b="1" dirty="0">
              <a:solidFill>
                <a:srgbClr val="4D4D4D"/>
              </a:solidFill>
            </a:endParaRPr>
          </a:p>
          <a:p>
            <a:pPr lvl="1">
              <a:lnSpc>
                <a:spcPct val="140000"/>
              </a:lnSpc>
              <a:defRPr/>
            </a:pPr>
            <a:r>
              <a:rPr lang="zh-CN" altLang="en-US" sz="2600" b="1" dirty="0" smtClean="0">
                <a:solidFill>
                  <a:srgbClr val="4D4D4D"/>
                </a:solidFill>
                <a:cs typeface="+mn-cs"/>
              </a:rPr>
              <a:t>链路</a:t>
            </a:r>
            <a:r>
              <a:rPr lang="zh-CN" altLang="en-US" sz="2600" b="1" dirty="0">
                <a:solidFill>
                  <a:srgbClr val="4D4D4D"/>
                </a:solidFill>
                <a:cs typeface="+mn-cs"/>
              </a:rPr>
              <a:t>只是一条</a:t>
            </a:r>
            <a:r>
              <a:rPr lang="zh-CN" altLang="en-US" sz="2600" b="1" dirty="0" smtClean="0">
                <a:solidFill>
                  <a:srgbClr val="4D4D4D"/>
                </a:solidFill>
                <a:cs typeface="+mn-cs"/>
              </a:rPr>
              <a:t>通信路径的组成部分</a:t>
            </a:r>
            <a:r>
              <a:rPr lang="zh-CN" altLang="en-US" b="1" dirty="0">
                <a:solidFill>
                  <a:srgbClr val="4D4D4D"/>
                </a:solidFill>
                <a:cs typeface="+mn-cs"/>
              </a:rPr>
              <a:t>。</a:t>
            </a:r>
            <a:endParaRPr lang="zh-CN" altLang="en-US" b="1" dirty="0">
              <a:solidFill>
                <a:srgbClr val="4D4D4D"/>
              </a:solidFill>
            </a:endParaRPr>
          </a:p>
          <a:p>
            <a:pPr>
              <a:defRPr/>
            </a:pPr>
            <a:r>
              <a:rPr lang="zh-CN" altLang="en-US" sz="3200" b="1" dirty="0">
                <a:solidFill>
                  <a:srgbClr val="4D4D4D"/>
                </a:solidFill>
              </a:rPr>
              <a:t>数据链路</a:t>
            </a:r>
            <a:r>
              <a:rPr lang="en-US" altLang="zh-CN" sz="3200" b="1" dirty="0">
                <a:solidFill>
                  <a:srgbClr val="4D4D4D"/>
                </a:solidFill>
              </a:rPr>
              <a:t>(data link) </a:t>
            </a:r>
          </a:p>
          <a:p>
            <a:pPr lvl="1">
              <a:lnSpc>
                <a:spcPct val="140000"/>
              </a:lnSpc>
              <a:defRPr/>
            </a:pPr>
            <a:r>
              <a:rPr lang="zh-CN" altLang="en-US" sz="2600" b="1" dirty="0" smtClean="0">
                <a:solidFill>
                  <a:srgbClr val="4D4D4D"/>
                </a:solidFill>
              </a:rPr>
              <a:t>要传送数据，除了</a:t>
            </a:r>
            <a:r>
              <a:rPr lang="zh-CN" altLang="en-US" sz="2600" b="1" dirty="0">
                <a:solidFill>
                  <a:srgbClr val="4D4D4D"/>
                </a:solidFill>
              </a:rPr>
              <a:t>物理线路外，还必须有通信协议来</a:t>
            </a:r>
            <a:r>
              <a:rPr lang="zh-CN" altLang="en-US" sz="2600" b="1" dirty="0" smtClean="0">
                <a:solidFill>
                  <a:srgbClr val="4D4D4D"/>
                </a:solidFill>
              </a:rPr>
              <a:t>控制数据</a:t>
            </a:r>
            <a:r>
              <a:rPr lang="zh-CN" altLang="en-US" sz="2600" b="1" dirty="0">
                <a:solidFill>
                  <a:srgbClr val="4D4D4D"/>
                </a:solidFill>
              </a:rPr>
              <a:t>的传输。若把实现这些协议的</a:t>
            </a:r>
            <a:r>
              <a:rPr lang="zh-CN" altLang="en-US" sz="2600" b="1" dirty="0">
                <a:solidFill>
                  <a:srgbClr val="C00000"/>
                </a:solidFill>
              </a:rPr>
              <a:t>硬件</a:t>
            </a:r>
            <a:r>
              <a:rPr lang="zh-CN" altLang="en-US" sz="2600" b="1" dirty="0">
                <a:solidFill>
                  <a:srgbClr val="4D4D4D"/>
                </a:solidFill>
              </a:rPr>
              <a:t>和</a:t>
            </a:r>
            <a:r>
              <a:rPr lang="zh-CN" altLang="en-US" sz="2600" b="1" dirty="0">
                <a:solidFill>
                  <a:srgbClr val="C00000"/>
                </a:solidFill>
              </a:rPr>
              <a:t>软件</a:t>
            </a:r>
            <a:r>
              <a:rPr lang="zh-CN" altLang="en-US" sz="2600" b="1" dirty="0">
                <a:solidFill>
                  <a:srgbClr val="4D4D4D"/>
                </a:solidFill>
              </a:rPr>
              <a:t>加到链路上，就构成了数据链路。</a:t>
            </a:r>
          </a:p>
          <a:p>
            <a:pPr lvl="1">
              <a:lnSpc>
                <a:spcPct val="140000"/>
              </a:lnSpc>
              <a:defRPr/>
            </a:pPr>
            <a:r>
              <a:rPr lang="zh-CN" altLang="en-US" sz="2600" b="1" dirty="0" smtClean="0">
                <a:solidFill>
                  <a:srgbClr val="4D4D4D"/>
                </a:solidFill>
                <a:cs typeface="+mn-cs"/>
              </a:rPr>
              <a:t>现在最</a:t>
            </a:r>
            <a:r>
              <a:rPr lang="zh-CN" altLang="en-US" sz="2600" b="1" dirty="0">
                <a:solidFill>
                  <a:srgbClr val="4D4D4D"/>
                </a:solidFill>
                <a:cs typeface="+mn-cs"/>
              </a:rPr>
              <a:t>常用的方法是</a:t>
            </a:r>
            <a:r>
              <a:rPr lang="zh-CN" altLang="en-US" sz="2600" b="1" dirty="0" smtClean="0">
                <a:solidFill>
                  <a:srgbClr val="4D4D4D"/>
                </a:solidFill>
                <a:cs typeface="+mn-cs"/>
              </a:rPr>
              <a:t>使用网络适配器</a:t>
            </a:r>
            <a:r>
              <a:rPr lang="en-US" altLang="zh-CN" sz="2600" b="1" dirty="0" smtClean="0">
                <a:solidFill>
                  <a:srgbClr val="4D4D4D"/>
                </a:solidFill>
                <a:cs typeface="+mn-cs"/>
              </a:rPr>
              <a:t>(</a:t>
            </a:r>
            <a:r>
              <a:rPr lang="zh-CN" altLang="en-US" sz="2600" b="1" dirty="0" smtClean="0">
                <a:solidFill>
                  <a:srgbClr val="4D4D4D"/>
                </a:solidFill>
                <a:cs typeface="+mn-cs"/>
              </a:rPr>
              <a:t>即网卡，</a:t>
            </a:r>
            <a:r>
              <a:rPr lang="zh-CN" altLang="en-US" sz="2600" b="1" dirty="0" smtClean="0"/>
              <a:t>既有硬件也包括软件</a:t>
            </a:r>
            <a:r>
              <a:rPr lang="en-US" altLang="zh-CN" sz="2600" b="1" dirty="0" smtClean="0">
                <a:solidFill>
                  <a:srgbClr val="4D4D4D"/>
                </a:solidFill>
                <a:cs typeface="+mn-cs"/>
              </a:rPr>
              <a:t>)</a:t>
            </a:r>
            <a:r>
              <a:rPr lang="zh-CN" altLang="en-US" sz="2600" b="1" dirty="0">
                <a:solidFill>
                  <a:srgbClr val="4D4D4D"/>
                </a:solidFill>
                <a:cs typeface="+mn-cs"/>
              </a:rPr>
              <a:t>来实现这些</a:t>
            </a:r>
            <a:r>
              <a:rPr lang="zh-CN" altLang="en-US" sz="2600" b="1" dirty="0" smtClean="0">
                <a:solidFill>
                  <a:srgbClr val="4D4D4D"/>
                </a:solidFill>
                <a:cs typeface="+mn-cs"/>
              </a:rPr>
              <a:t>协议。一般</a:t>
            </a:r>
            <a:r>
              <a:rPr lang="zh-CN" altLang="en-US" sz="2600" b="1" dirty="0">
                <a:solidFill>
                  <a:srgbClr val="4D4D4D"/>
                </a:solidFill>
                <a:cs typeface="+mn-cs"/>
              </a:rPr>
              <a:t>的适配器都包括了数据链路层和物理层这两层的功能。</a:t>
            </a:r>
          </a:p>
        </p:txBody>
      </p:sp>
      <p:sp>
        <p:nvSpPr>
          <p:cNvPr id="17410" name="Rectangle 2"/>
          <p:cNvSpPr>
            <a:spLocks noGrp="1" noChangeArrowheads="1"/>
          </p:cNvSpPr>
          <p:nvPr>
            <p:ph type="title"/>
          </p:nvPr>
        </p:nvSpPr>
        <p:spPr/>
        <p:txBody>
          <a:bodyPr/>
          <a:lstStyle/>
          <a:p>
            <a:r>
              <a:rPr lang="en-US" altLang="zh-CN" dirty="0" smtClean="0"/>
              <a:t>3.1.1 </a:t>
            </a:r>
            <a:r>
              <a:rPr lang="zh-CN" altLang="en-US" sz="4000" dirty="0" smtClean="0">
                <a:solidFill>
                  <a:srgbClr val="FFFFFF"/>
                </a:solidFill>
              </a:rPr>
              <a:t>数据链路</a:t>
            </a:r>
            <a:r>
              <a:rPr lang="zh-CN" altLang="en-US" dirty="0" smtClean="0"/>
              <a:t>和帧</a:t>
            </a:r>
            <a:endParaRPr lang="zh-CN" altLang="en-US" sz="4000" dirty="0">
              <a:solidFill>
                <a:srgbClr val="FFFFFF"/>
              </a:solidFill>
            </a:endParaRPr>
          </a:p>
        </p:txBody>
      </p:sp>
    </p:spTree>
    <p:extLst>
      <p:ext uri="{BB962C8B-B14F-4D97-AF65-F5344CB8AC3E}">
        <p14:creationId xmlns:p14="http://schemas.microsoft.com/office/powerpoint/2010/main" val="24720387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411">
                                            <p:txEl>
                                              <p:pRg st="3" end="3"/>
                                            </p:txEl>
                                          </p:spTgt>
                                        </p:tgtEl>
                                        <p:attrNameLst>
                                          <p:attrName>style.visibility</p:attrName>
                                        </p:attrNameLst>
                                      </p:cBhvr>
                                      <p:to>
                                        <p:strVal val="visible"/>
                                      </p:to>
                                    </p:set>
                                    <p:animEffect transition="in" filter="fade">
                                      <p:cBhvr>
                                        <p:cTn id="7" dur="1000"/>
                                        <p:tgtEl>
                                          <p:spTgt spid="17411">
                                            <p:txEl>
                                              <p:pRg st="3" end="3"/>
                                            </p:txEl>
                                          </p:spTgt>
                                        </p:tgtEl>
                                      </p:cBhvr>
                                    </p:animEffect>
                                    <p:anim calcmode="lin" valueType="num">
                                      <p:cBhvr>
                                        <p:cTn id="8" dur="1000" fill="hold"/>
                                        <p:tgtEl>
                                          <p:spTgt spid="17411">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17411">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7411">
                                            <p:txEl>
                                              <p:pRg st="4" end="4"/>
                                            </p:txEl>
                                          </p:spTgt>
                                        </p:tgtEl>
                                        <p:attrNameLst>
                                          <p:attrName>style.visibility</p:attrName>
                                        </p:attrNameLst>
                                      </p:cBhvr>
                                      <p:to>
                                        <p:strVal val="visible"/>
                                      </p:to>
                                    </p:set>
                                    <p:animEffect transition="in" filter="fade">
                                      <p:cBhvr>
                                        <p:cTn id="12" dur="1000"/>
                                        <p:tgtEl>
                                          <p:spTgt spid="17411">
                                            <p:txEl>
                                              <p:pRg st="4" end="4"/>
                                            </p:txEl>
                                          </p:spTgt>
                                        </p:tgtEl>
                                      </p:cBhvr>
                                    </p:animEffect>
                                    <p:anim calcmode="lin" valueType="num">
                                      <p:cBhvr>
                                        <p:cTn id="13" dur="1000" fill="hold"/>
                                        <p:tgtEl>
                                          <p:spTgt spid="17411">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1741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7411">
                                            <p:txEl>
                                              <p:pRg st="5" end="5"/>
                                            </p:txEl>
                                          </p:spTgt>
                                        </p:tgtEl>
                                        <p:attrNameLst>
                                          <p:attrName>style.visibility</p:attrName>
                                        </p:attrNameLst>
                                      </p:cBhvr>
                                      <p:to>
                                        <p:strVal val="visible"/>
                                      </p:to>
                                    </p:set>
                                    <p:animEffect transition="in" filter="fade">
                                      <p:cBhvr>
                                        <p:cTn id="19" dur="1000"/>
                                        <p:tgtEl>
                                          <p:spTgt spid="17411">
                                            <p:txEl>
                                              <p:pRg st="5" end="5"/>
                                            </p:txEl>
                                          </p:spTgt>
                                        </p:tgtEl>
                                      </p:cBhvr>
                                    </p:animEffect>
                                    <p:anim calcmode="lin" valueType="num">
                                      <p:cBhvr>
                                        <p:cTn id="20" dur="1000" fill="hold"/>
                                        <p:tgtEl>
                                          <p:spTgt spid="17411">
                                            <p:txEl>
                                              <p:pRg st="5" end="5"/>
                                            </p:txEl>
                                          </p:spTgt>
                                        </p:tgtEl>
                                        <p:attrNameLst>
                                          <p:attrName>ppt_x</p:attrName>
                                        </p:attrNameLst>
                                      </p:cBhvr>
                                      <p:tavLst>
                                        <p:tav tm="0">
                                          <p:val>
                                            <p:strVal val="#ppt_x"/>
                                          </p:val>
                                        </p:tav>
                                        <p:tav tm="100000">
                                          <p:val>
                                            <p:strVal val="#ppt_x"/>
                                          </p:val>
                                        </p:tav>
                                      </p:tavLst>
                                    </p:anim>
                                    <p:anim calcmode="lin" valueType="num">
                                      <p:cBhvr>
                                        <p:cTn id="21" dur="1000" fill="hold"/>
                                        <p:tgtEl>
                                          <p:spTgt spid="17411">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442800" y="1267199"/>
            <a:ext cx="11304000" cy="3818780"/>
          </a:xfrm>
        </p:spPr>
        <p:txBody>
          <a:bodyPr/>
          <a:lstStyle/>
          <a:p>
            <a:r>
              <a:rPr lang="zh-CN" altLang="en-US" sz="3200" b="1" dirty="0" smtClean="0">
                <a:solidFill>
                  <a:srgbClr val="4D4D4D"/>
                </a:solidFill>
              </a:rPr>
              <a:t>数据链路层的协议数据单元</a:t>
            </a:r>
            <a:r>
              <a:rPr lang="zh-CN" altLang="en-US" b="1" dirty="0"/>
              <a:t>：</a:t>
            </a:r>
            <a:r>
              <a:rPr lang="zh-CN" altLang="en-US" sz="3200" b="1" dirty="0" smtClean="0">
                <a:solidFill>
                  <a:srgbClr val="C00000"/>
                </a:solidFill>
              </a:rPr>
              <a:t>帧</a:t>
            </a:r>
            <a:endParaRPr lang="zh-CN" altLang="en-US" sz="3200" b="1" dirty="0">
              <a:solidFill>
                <a:srgbClr val="C00000"/>
              </a:solidFill>
            </a:endParaRPr>
          </a:p>
        </p:txBody>
      </p:sp>
      <p:sp>
        <p:nvSpPr>
          <p:cNvPr id="18434" name="Rectangle 2"/>
          <p:cNvSpPr>
            <a:spLocks noGrp="1" noChangeArrowheads="1"/>
          </p:cNvSpPr>
          <p:nvPr>
            <p:ph type="title"/>
          </p:nvPr>
        </p:nvSpPr>
        <p:spPr/>
        <p:txBody>
          <a:bodyPr/>
          <a:lstStyle/>
          <a:p>
            <a:r>
              <a:rPr lang="en-US" altLang="zh-CN" dirty="0"/>
              <a:t>3.1.1 </a:t>
            </a:r>
            <a:r>
              <a:rPr lang="zh-CN" altLang="en-US" dirty="0"/>
              <a:t>数据链路和帧</a:t>
            </a:r>
            <a:endParaRPr lang="zh-CN" altLang="en-US" sz="4000" dirty="0">
              <a:solidFill>
                <a:srgbClr val="FFFFFF"/>
              </a:solidFill>
            </a:endParaRPr>
          </a:p>
        </p:txBody>
      </p:sp>
      <p:sp>
        <p:nvSpPr>
          <p:cNvPr id="18436" name="Rectangle 4"/>
          <p:cNvSpPr>
            <a:spLocks noChangeArrowheads="1"/>
          </p:cNvSpPr>
          <p:nvPr/>
        </p:nvSpPr>
        <p:spPr bwMode="auto">
          <a:xfrm>
            <a:off x="9305772" y="2449934"/>
            <a:ext cx="2681467" cy="1829223"/>
          </a:xfrm>
          <a:prstGeom prst="rect">
            <a:avLst/>
          </a:prstGeom>
          <a:solidFill>
            <a:srgbClr val="CCFFFF"/>
          </a:solidFill>
          <a:ln w="12700">
            <a:solidFill>
              <a:schemeClr val="tx1"/>
            </a:solidFill>
            <a:miter lim="800000"/>
            <a:headEnd/>
            <a:tailEnd/>
          </a:ln>
          <a:effectLst>
            <a:outerShdw dist="53882" dir="2700000" algn="ctr" rotWithShape="0">
              <a:schemeClr val="bg2"/>
            </a:outerShdw>
          </a:effectLst>
        </p:spPr>
        <p:txBody>
          <a:bodyPr wrap="none" lIns="108850" tIns="54425" rIns="108850" bIns="54425" anchor="ctr"/>
          <a:lstStyle/>
          <a:p>
            <a:pPr eaLnBrk="1" hangingPunct="1"/>
            <a:endParaRPr lang="zh-CN" altLang="en-US" b="1">
              <a:solidFill>
                <a:srgbClr val="4D4D4D"/>
              </a:solidFill>
            </a:endParaRPr>
          </a:p>
        </p:txBody>
      </p:sp>
      <p:sp>
        <p:nvSpPr>
          <p:cNvPr id="18437" name="Rectangle 5"/>
          <p:cNvSpPr>
            <a:spLocks noChangeArrowheads="1"/>
          </p:cNvSpPr>
          <p:nvPr/>
        </p:nvSpPr>
        <p:spPr bwMode="auto">
          <a:xfrm>
            <a:off x="9331169" y="3059675"/>
            <a:ext cx="2641256" cy="609741"/>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nchor="ctr"/>
          <a:lstStyle/>
          <a:p>
            <a:pPr eaLnBrk="1" hangingPunct="1"/>
            <a:endParaRPr lang="zh-CN" altLang="en-US" b="1">
              <a:solidFill>
                <a:srgbClr val="4D4D4D"/>
              </a:solidFill>
            </a:endParaRPr>
          </a:p>
        </p:txBody>
      </p:sp>
      <p:sp>
        <p:nvSpPr>
          <p:cNvPr id="18438" name="Line 6"/>
          <p:cNvSpPr>
            <a:spLocks noChangeShapeType="1"/>
          </p:cNvSpPr>
          <p:nvPr/>
        </p:nvSpPr>
        <p:spPr bwMode="auto">
          <a:xfrm>
            <a:off x="9305773" y="3058086"/>
            <a:ext cx="2677234" cy="1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solidFill>
                <a:srgbClr val="4D4D4D"/>
              </a:solidFill>
            </a:endParaRPr>
          </a:p>
        </p:txBody>
      </p:sp>
      <p:sp>
        <p:nvSpPr>
          <p:cNvPr id="18439" name="Rectangle 7"/>
          <p:cNvSpPr>
            <a:spLocks noChangeArrowheads="1"/>
          </p:cNvSpPr>
          <p:nvPr/>
        </p:nvSpPr>
        <p:spPr bwMode="auto">
          <a:xfrm>
            <a:off x="9714235" y="3212110"/>
            <a:ext cx="1853959" cy="304871"/>
          </a:xfrm>
          <a:prstGeom prst="rect">
            <a:avLst/>
          </a:prstGeom>
          <a:solidFill>
            <a:schemeClr val="bg1"/>
          </a:solidFill>
          <a:ln w="12700">
            <a:solidFill>
              <a:schemeClr val="tx1"/>
            </a:solidFill>
            <a:miter lim="800000"/>
            <a:headEnd/>
            <a:tailEnd/>
          </a:ln>
          <a:effectLst>
            <a:outerShdw dist="35921" dir="2700000" algn="ctr" rotWithShape="0">
              <a:schemeClr val="bg2"/>
            </a:outerShdw>
          </a:effectLst>
        </p:spPr>
        <p:txBody>
          <a:bodyPr wrap="none" lIns="108850" tIns="54425" rIns="108850" bIns="54425" anchor="ctr"/>
          <a:lstStyle/>
          <a:p>
            <a:pPr algn="ctr" defTabSz="907085"/>
            <a:endParaRPr kumimoji="1" lang="zh-CN" altLang="en-US" b="1">
              <a:solidFill>
                <a:srgbClr val="4D4D4D"/>
              </a:solidFill>
              <a:ea typeface="黑体" pitchFamily="49" charset="-122"/>
            </a:endParaRPr>
          </a:p>
        </p:txBody>
      </p:sp>
      <p:sp>
        <p:nvSpPr>
          <p:cNvPr id="18440" name="Line 8"/>
          <p:cNvSpPr>
            <a:spLocks noChangeShapeType="1"/>
          </p:cNvSpPr>
          <p:nvPr/>
        </p:nvSpPr>
        <p:spPr bwMode="auto">
          <a:xfrm>
            <a:off x="9305773" y="3667828"/>
            <a:ext cx="2677234" cy="1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solidFill>
                <a:srgbClr val="4D4D4D"/>
              </a:solidFill>
            </a:endParaRPr>
          </a:p>
        </p:txBody>
      </p:sp>
      <p:sp>
        <p:nvSpPr>
          <p:cNvPr id="18441" name="Rectangle 9"/>
          <p:cNvSpPr>
            <a:spLocks noChangeArrowheads="1"/>
          </p:cNvSpPr>
          <p:nvPr/>
        </p:nvSpPr>
        <p:spPr bwMode="auto">
          <a:xfrm>
            <a:off x="9987251" y="2602369"/>
            <a:ext cx="1320628" cy="304871"/>
          </a:xfrm>
          <a:prstGeom prst="rect">
            <a:avLst/>
          </a:prstGeom>
          <a:solidFill>
            <a:srgbClr val="DDDDDD"/>
          </a:solidFill>
          <a:ln w="12700">
            <a:solidFill>
              <a:schemeClr val="tx1"/>
            </a:solidFill>
            <a:miter lim="800000"/>
            <a:headEnd/>
            <a:tailEnd/>
          </a:ln>
          <a:effectLst>
            <a:outerShdw dist="35921" dir="2700000" algn="ctr" rotWithShape="0">
              <a:schemeClr val="bg2"/>
            </a:outerShdw>
          </a:effectLst>
        </p:spPr>
        <p:txBody>
          <a:bodyPr wrap="none" lIns="108850" tIns="54425" rIns="108850" bIns="54425" anchor="ctr"/>
          <a:lstStyle/>
          <a:p>
            <a:pPr algn="ctr" defTabSz="907085"/>
            <a:r>
              <a:rPr kumimoji="1" lang="en-US" altLang="zh-CN" b="1">
                <a:solidFill>
                  <a:srgbClr val="4D4D4D"/>
                </a:solidFill>
                <a:ea typeface="黑体" pitchFamily="49" charset="-122"/>
              </a:rPr>
              <a:t>IP </a:t>
            </a:r>
            <a:r>
              <a:rPr kumimoji="1" lang="zh-CN" altLang="en-US" b="1">
                <a:solidFill>
                  <a:srgbClr val="4D4D4D"/>
                </a:solidFill>
                <a:ea typeface="黑体" pitchFamily="49" charset="-122"/>
              </a:rPr>
              <a:t>数据报</a:t>
            </a:r>
          </a:p>
        </p:txBody>
      </p:sp>
      <p:sp>
        <p:nvSpPr>
          <p:cNvPr id="18442" name="Rectangle 10"/>
          <p:cNvSpPr>
            <a:spLocks noChangeArrowheads="1"/>
          </p:cNvSpPr>
          <p:nvPr/>
        </p:nvSpPr>
        <p:spPr bwMode="auto">
          <a:xfrm>
            <a:off x="9705770" y="3821851"/>
            <a:ext cx="1870890" cy="304871"/>
          </a:xfrm>
          <a:prstGeom prst="rect">
            <a:avLst/>
          </a:prstGeom>
          <a:solidFill>
            <a:schemeClr val="bg1"/>
          </a:solidFill>
          <a:ln w="12700">
            <a:solidFill>
              <a:schemeClr val="tx1"/>
            </a:solidFill>
            <a:miter lim="800000"/>
            <a:headEnd/>
            <a:tailEnd/>
          </a:ln>
          <a:effectLst>
            <a:outerShdw dist="35921" dir="2700000" algn="ctr" rotWithShape="0">
              <a:schemeClr val="bg2"/>
            </a:outerShdw>
          </a:effectLst>
        </p:spPr>
        <p:txBody>
          <a:bodyPr wrap="none" lIns="108850" tIns="54425" rIns="108850" bIns="54425" anchor="ctr"/>
          <a:lstStyle/>
          <a:p>
            <a:pPr algn="ctr" defTabSz="907085"/>
            <a:endParaRPr kumimoji="1" lang="zh-CN" altLang="en-US" b="1">
              <a:solidFill>
                <a:srgbClr val="4D4D4D"/>
              </a:solidFill>
              <a:ea typeface="黑体" pitchFamily="49" charset="-122"/>
            </a:endParaRPr>
          </a:p>
        </p:txBody>
      </p:sp>
      <p:sp>
        <p:nvSpPr>
          <p:cNvPr id="18443" name="Rectangle 11"/>
          <p:cNvSpPr>
            <a:spLocks noChangeArrowheads="1"/>
          </p:cNvSpPr>
          <p:nvPr/>
        </p:nvSpPr>
        <p:spPr bwMode="auto">
          <a:xfrm>
            <a:off x="9621115" y="3834554"/>
            <a:ext cx="1911463" cy="355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lnSpc>
                <a:spcPct val="85000"/>
              </a:lnSpc>
            </a:pPr>
            <a:r>
              <a:rPr kumimoji="1" lang="en-US" altLang="zh-CN" sz="1900" b="1">
                <a:solidFill>
                  <a:srgbClr val="4D4D4D"/>
                </a:solidFill>
                <a:ea typeface="黑体" pitchFamily="49" charset="-122"/>
              </a:rPr>
              <a:t>1010…  …0110</a:t>
            </a:r>
          </a:p>
        </p:txBody>
      </p:sp>
      <p:sp>
        <p:nvSpPr>
          <p:cNvPr id="18444" name="AutoShape 12"/>
          <p:cNvSpPr>
            <a:spLocks noChangeArrowheads="1"/>
          </p:cNvSpPr>
          <p:nvPr/>
        </p:nvSpPr>
        <p:spPr bwMode="auto">
          <a:xfrm flipV="1">
            <a:off x="10467671" y="3564616"/>
            <a:ext cx="406347" cy="335040"/>
          </a:xfrm>
          <a:prstGeom prst="downArrow">
            <a:avLst>
              <a:gd name="adj1" fmla="val 50000"/>
              <a:gd name="adj2" fmla="val 43231"/>
            </a:avLst>
          </a:prstGeom>
          <a:solidFill>
            <a:schemeClr val="bg1"/>
          </a:solidFill>
          <a:ln w="12700">
            <a:solidFill>
              <a:schemeClr val="tx1"/>
            </a:solidFill>
            <a:miter lim="800000"/>
            <a:headEnd/>
            <a:tailEnd/>
          </a:ln>
        </p:spPr>
        <p:txBody>
          <a:bodyPr vert="eaVert" wrap="none" lIns="108850" tIns="54425" rIns="108850" bIns="54425" anchor="ctr"/>
          <a:lstStyle/>
          <a:p>
            <a:pPr eaLnBrk="1" hangingPunct="1"/>
            <a:endParaRPr lang="zh-CN" altLang="en-US" b="1">
              <a:solidFill>
                <a:srgbClr val="4D4D4D"/>
              </a:solidFill>
            </a:endParaRPr>
          </a:p>
        </p:txBody>
      </p:sp>
      <p:sp>
        <p:nvSpPr>
          <p:cNvPr id="18445" name="Rectangle 13"/>
          <p:cNvSpPr>
            <a:spLocks noChangeArrowheads="1"/>
          </p:cNvSpPr>
          <p:nvPr/>
        </p:nvSpPr>
        <p:spPr bwMode="auto">
          <a:xfrm>
            <a:off x="9978785" y="3221638"/>
            <a:ext cx="1320628" cy="281052"/>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nchor="ctr"/>
          <a:lstStyle/>
          <a:p>
            <a:pPr eaLnBrk="1" hangingPunct="1"/>
            <a:endParaRPr lang="zh-CN" altLang="en-US" b="1">
              <a:solidFill>
                <a:srgbClr val="4D4D4D"/>
              </a:solidFill>
            </a:endParaRPr>
          </a:p>
        </p:txBody>
      </p:sp>
      <p:sp>
        <p:nvSpPr>
          <p:cNvPr id="18446" name="AutoShape 14"/>
          <p:cNvSpPr>
            <a:spLocks noChangeArrowheads="1"/>
          </p:cNvSpPr>
          <p:nvPr/>
        </p:nvSpPr>
        <p:spPr bwMode="auto">
          <a:xfrm flipV="1">
            <a:off x="9974552" y="2853252"/>
            <a:ext cx="1320628" cy="369973"/>
          </a:xfrm>
          <a:prstGeom prst="downArrow">
            <a:avLst>
              <a:gd name="adj1" fmla="val 65389"/>
              <a:gd name="adj2" fmla="val 39394"/>
            </a:avLst>
          </a:prstGeom>
          <a:solidFill>
            <a:schemeClr val="accent2"/>
          </a:solidFill>
          <a:ln w="12700">
            <a:solidFill>
              <a:schemeClr val="tx1"/>
            </a:solidFill>
            <a:miter lim="800000"/>
            <a:headEnd/>
            <a:tailEnd/>
          </a:ln>
          <a:effectLst>
            <a:outerShdw dist="35921" dir="2700000" algn="ctr" rotWithShape="0">
              <a:schemeClr val="bg2"/>
            </a:outerShdw>
          </a:effectLst>
        </p:spPr>
        <p:txBody>
          <a:bodyPr vert="eaVert" wrap="none" lIns="108850" tIns="54425" rIns="108850" bIns="54425" anchor="ctr"/>
          <a:lstStyle/>
          <a:p>
            <a:pPr eaLnBrk="1" hangingPunct="1"/>
            <a:endParaRPr lang="zh-CN" altLang="en-US" b="1">
              <a:solidFill>
                <a:srgbClr val="4D4D4D"/>
              </a:solidFill>
            </a:endParaRPr>
          </a:p>
        </p:txBody>
      </p:sp>
      <p:sp>
        <p:nvSpPr>
          <p:cNvPr id="18447" name="Text Box 15"/>
          <p:cNvSpPr txBox="1">
            <a:spLocks noChangeArrowheads="1"/>
          </p:cNvSpPr>
          <p:nvPr/>
        </p:nvSpPr>
        <p:spPr bwMode="auto">
          <a:xfrm>
            <a:off x="9263445" y="3166062"/>
            <a:ext cx="489130" cy="433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spAutoFit/>
          </a:bodyPr>
          <a:lstStyle>
            <a:lvl1pPr defTabSz="762000">
              <a:defRPr sz="1600" b="1">
                <a:solidFill>
                  <a:srgbClr val="1C1C1C"/>
                </a:solidFill>
                <a:latin typeface="黑体" pitchFamily="49" charset="-122"/>
                <a:ea typeface="黑体" pitchFamily="49" charset="-122"/>
              </a:defRPr>
            </a:lvl1pPr>
            <a:lvl2pPr marL="742950" indent="-285750" defTabSz="762000">
              <a:defRPr sz="1600">
                <a:solidFill>
                  <a:srgbClr val="1C1C1C"/>
                </a:solidFill>
                <a:latin typeface="黑体" pitchFamily="49" charset="-122"/>
                <a:ea typeface="黑体" pitchFamily="49" charset="-122"/>
              </a:defRPr>
            </a:lvl2pPr>
            <a:lvl3pPr marL="1143000" indent="-228600" defTabSz="762000">
              <a:defRPr sz="1600">
                <a:solidFill>
                  <a:srgbClr val="1C1C1C"/>
                </a:solidFill>
                <a:latin typeface="黑体" pitchFamily="49" charset="-122"/>
                <a:ea typeface="黑体" pitchFamily="49" charset="-122"/>
              </a:defRPr>
            </a:lvl3pPr>
            <a:lvl4pPr marL="1600200" indent="-228600" defTabSz="762000">
              <a:defRPr sz="1600">
                <a:solidFill>
                  <a:srgbClr val="1C1C1C"/>
                </a:solidFill>
                <a:latin typeface="黑体" pitchFamily="49" charset="-122"/>
                <a:ea typeface="黑体" pitchFamily="49" charset="-122"/>
              </a:defRPr>
            </a:lvl4pPr>
            <a:lvl5pPr marL="2057400" indent="-228600" defTabSz="762000">
              <a:defRPr sz="1600">
                <a:solidFill>
                  <a:srgbClr val="1C1C1C"/>
                </a:solidFill>
                <a:latin typeface="黑体" pitchFamily="49" charset="-122"/>
                <a:ea typeface="黑体" pitchFamily="49" charset="-122"/>
              </a:defRPr>
            </a:lvl5pPr>
            <a:lvl6pPr marL="2514600" indent="-228600" defTabSz="762000" eaLnBrk="0" hangingPunct="0">
              <a:defRPr sz="1600">
                <a:solidFill>
                  <a:srgbClr val="1C1C1C"/>
                </a:solidFill>
                <a:latin typeface="黑体" pitchFamily="49" charset="-122"/>
                <a:ea typeface="黑体" pitchFamily="49" charset="-122"/>
              </a:defRPr>
            </a:lvl6pPr>
            <a:lvl7pPr marL="2971800" indent="-228600" defTabSz="762000" eaLnBrk="0" hangingPunct="0">
              <a:defRPr sz="1600">
                <a:solidFill>
                  <a:srgbClr val="1C1C1C"/>
                </a:solidFill>
                <a:latin typeface="黑体" pitchFamily="49" charset="-122"/>
                <a:ea typeface="黑体" pitchFamily="49" charset="-122"/>
              </a:defRPr>
            </a:lvl7pPr>
            <a:lvl8pPr marL="3429000" indent="-228600" defTabSz="762000" eaLnBrk="0" hangingPunct="0">
              <a:defRPr sz="1600">
                <a:solidFill>
                  <a:srgbClr val="1C1C1C"/>
                </a:solidFill>
                <a:latin typeface="黑体" pitchFamily="49" charset="-122"/>
                <a:ea typeface="黑体" pitchFamily="49" charset="-122"/>
              </a:defRPr>
            </a:lvl8pPr>
            <a:lvl9pPr marL="3886200" indent="-228600" defTabSz="762000" eaLnBrk="0" hangingPunct="0">
              <a:defRPr sz="1600">
                <a:solidFill>
                  <a:srgbClr val="1C1C1C"/>
                </a:solidFill>
                <a:latin typeface="黑体" pitchFamily="49" charset="-122"/>
                <a:ea typeface="黑体" pitchFamily="49" charset="-122"/>
              </a:defRPr>
            </a:lvl9pPr>
          </a:lstStyle>
          <a:p>
            <a:r>
              <a:rPr kumimoji="1" lang="zh-CN" altLang="en-US" sz="2100" dirty="0">
                <a:solidFill>
                  <a:srgbClr val="4D4D4D"/>
                </a:solidFill>
                <a:latin typeface="Arial" charset="0"/>
              </a:rPr>
              <a:t>帧</a:t>
            </a:r>
          </a:p>
        </p:txBody>
      </p:sp>
      <p:sp>
        <p:nvSpPr>
          <p:cNvPr id="18448" name="Rectangle 16"/>
          <p:cNvSpPr>
            <a:spLocks noChangeArrowheads="1"/>
          </p:cNvSpPr>
          <p:nvPr/>
        </p:nvSpPr>
        <p:spPr bwMode="auto">
          <a:xfrm>
            <a:off x="10253917" y="2880245"/>
            <a:ext cx="679203" cy="383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b="1" dirty="0">
                <a:solidFill>
                  <a:srgbClr val="FFFFFF"/>
                </a:solidFill>
                <a:ea typeface="黑体" pitchFamily="49" charset="-122"/>
              </a:rPr>
              <a:t>取出</a:t>
            </a:r>
          </a:p>
        </p:txBody>
      </p:sp>
      <p:sp>
        <p:nvSpPr>
          <p:cNvPr id="18449" name="Line 17"/>
          <p:cNvSpPr>
            <a:spLocks noChangeShapeType="1"/>
          </p:cNvSpPr>
          <p:nvPr/>
        </p:nvSpPr>
        <p:spPr bwMode="auto">
          <a:xfrm>
            <a:off x="9972435" y="3216873"/>
            <a:ext cx="0" cy="285816"/>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solidFill>
                <a:srgbClr val="4D4D4D"/>
              </a:solidFill>
            </a:endParaRPr>
          </a:p>
        </p:txBody>
      </p:sp>
      <p:sp>
        <p:nvSpPr>
          <p:cNvPr id="18450" name="Line 18"/>
          <p:cNvSpPr>
            <a:spLocks noChangeShapeType="1"/>
          </p:cNvSpPr>
          <p:nvPr/>
        </p:nvSpPr>
        <p:spPr bwMode="auto">
          <a:xfrm>
            <a:off x="11293063" y="3218461"/>
            <a:ext cx="0" cy="285816"/>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solidFill>
                <a:srgbClr val="4D4D4D"/>
              </a:solidFill>
            </a:endParaRPr>
          </a:p>
        </p:txBody>
      </p:sp>
      <p:sp>
        <p:nvSpPr>
          <p:cNvPr id="18451" name="Freeform 21"/>
          <p:cNvSpPr>
            <a:spLocks/>
          </p:cNvSpPr>
          <p:nvPr/>
        </p:nvSpPr>
        <p:spPr bwMode="auto">
          <a:xfrm>
            <a:off x="2946016" y="4110843"/>
            <a:ext cx="7720595" cy="609741"/>
          </a:xfrm>
          <a:custGeom>
            <a:avLst/>
            <a:gdLst>
              <a:gd name="T0" fmla="*/ 0 w 2736"/>
              <a:gd name="T1" fmla="*/ 0 h 480"/>
              <a:gd name="T2" fmla="*/ 0 w 2736"/>
              <a:gd name="T3" fmla="*/ 2147483646 h 480"/>
              <a:gd name="T4" fmla="*/ 2147483646 w 2736"/>
              <a:gd name="T5" fmla="*/ 2147483646 h 480"/>
              <a:gd name="T6" fmla="*/ 2147483646 w 2736"/>
              <a:gd name="T7" fmla="*/ 0 h 480"/>
              <a:gd name="T8" fmla="*/ 0 60000 65536"/>
              <a:gd name="T9" fmla="*/ 0 60000 65536"/>
              <a:gd name="T10" fmla="*/ 0 60000 65536"/>
              <a:gd name="T11" fmla="*/ 0 60000 65536"/>
              <a:gd name="T12" fmla="*/ 0 w 2736"/>
              <a:gd name="T13" fmla="*/ 0 h 480"/>
              <a:gd name="T14" fmla="*/ 2736 w 2736"/>
              <a:gd name="T15" fmla="*/ 480 h 480"/>
            </a:gdLst>
            <a:ahLst/>
            <a:cxnLst>
              <a:cxn ang="T8">
                <a:pos x="T0" y="T1"/>
              </a:cxn>
              <a:cxn ang="T9">
                <a:pos x="T2" y="T3"/>
              </a:cxn>
              <a:cxn ang="T10">
                <a:pos x="T4" y="T5"/>
              </a:cxn>
              <a:cxn ang="T11">
                <a:pos x="T6" y="T7"/>
              </a:cxn>
            </a:cxnLst>
            <a:rect l="T12" t="T13" r="T14" b="T15"/>
            <a:pathLst>
              <a:path w="2736" h="480">
                <a:moveTo>
                  <a:pt x="0" y="0"/>
                </a:moveTo>
                <a:lnTo>
                  <a:pt x="0" y="480"/>
                </a:lnTo>
                <a:lnTo>
                  <a:pt x="2736" y="480"/>
                </a:lnTo>
                <a:lnTo>
                  <a:pt x="2736" y="0"/>
                </a:lnTo>
              </a:path>
            </a:pathLst>
          </a:custGeom>
          <a:noFill/>
          <a:ln w="28575">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lIns="108850" tIns="54425" rIns="108850" bIns="54425" anchor="ctr"/>
          <a:lstStyle/>
          <a:p>
            <a:endParaRPr lang="zh-CN" altLang="en-US" b="1"/>
          </a:p>
        </p:txBody>
      </p:sp>
      <p:sp>
        <p:nvSpPr>
          <p:cNvPr id="18452" name="Rectangle 22"/>
          <p:cNvSpPr>
            <a:spLocks noChangeArrowheads="1"/>
          </p:cNvSpPr>
          <p:nvPr/>
        </p:nvSpPr>
        <p:spPr bwMode="auto">
          <a:xfrm>
            <a:off x="-65515" y="3156866"/>
            <a:ext cx="1756421" cy="476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algn="ctr" defTabSz="907085"/>
            <a:r>
              <a:rPr kumimoji="1" lang="zh-CN" altLang="en-US" sz="2400" b="1" dirty="0">
                <a:solidFill>
                  <a:srgbClr val="C00000"/>
                </a:solidFill>
                <a:ea typeface="黑体" pitchFamily="49" charset="-122"/>
              </a:rPr>
              <a:t>数据链路层</a:t>
            </a:r>
          </a:p>
        </p:txBody>
      </p:sp>
      <p:sp>
        <p:nvSpPr>
          <p:cNvPr id="18453" name="Rectangle 23"/>
          <p:cNvSpPr>
            <a:spLocks noChangeArrowheads="1"/>
          </p:cNvSpPr>
          <p:nvPr/>
        </p:nvSpPr>
        <p:spPr bwMode="auto">
          <a:xfrm>
            <a:off x="217989" y="2586490"/>
            <a:ext cx="1140868" cy="420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lnSpc>
                <a:spcPct val="85000"/>
              </a:lnSpc>
            </a:pPr>
            <a:r>
              <a:rPr kumimoji="1" lang="zh-CN" altLang="en-US" sz="2400" b="1" dirty="0">
                <a:solidFill>
                  <a:srgbClr val="4D4D4D"/>
                </a:solidFill>
                <a:ea typeface="黑体" pitchFamily="49" charset="-122"/>
              </a:rPr>
              <a:t>网络层</a:t>
            </a:r>
          </a:p>
        </p:txBody>
      </p:sp>
      <p:sp>
        <p:nvSpPr>
          <p:cNvPr id="18454" name="Rectangle 24"/>
          <p:cNvSpPr>
            <a:spLocks noChangeArrowheads="1"/>
          </p:cNvSpPr>
          <p:nvPr/>
        </p:nvSpPr>
        <p:spPr bwMode="auto">
          <a:xfrm>
            <a:off x="6298381" y="4720585"/>
            <a:ext cx="730499" cy="414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2000" b="1" dirty="0">
                <a:solidFill>
                  <a:srgbClr val="4D4D4D"/>
                </a:solidFill>
                <a:ea typeface="黑体" pitchFamily="49" charset="-122"/>
              </a:rPr>
              <a:t>链路</a:t>
            </a:r>
          </a:p>
        </p:txBody>
      </p:sp>
      <p:sp>
        <p:nvSpPr>
          <p:cNvPr id="18455" name="Rectangle 25"/>
          <p:cNvSpPr>
            <a:spLocks noChangeArrowheads="1"/>
          </p:cNvSpPr>
          <p:nvPr/>
        </p:nvSpPr>
        <p:spPr bwMode="auto">
          <a:xfrm>
            <a:off x="2438083" y="2061642"/>
            <a:ext cx="980695" cy="414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2000" b="1" dirty="0">
                <a:solidFill>
                  <a:srgbClr val="4D4D4D"/>
                </a:solidFill>
                <a:ea typeface="黑体" pitchFamily="49" charset="-122"/>
              </a:rPr>
              <a:t>节</a:t>
            </a:r>
            <a:r>
              <a:rPr kumimoji="1" lang="zh-CN" altLang="en-US" sz="2000" b="1" dirty="0" smtClean="0">
                <a:solidFill>
                  <a:srgbClr val="4D4D4D"/>
                </a:solidFill>
                <a:ea typeface="黑体" pitchFamily="49" charset="-122"/>
              </a:rPr>
              <a:t>点 </a:t>
            </a:r>
            <a:r>
              <a:rPr kumimoji="1" lang="en-US" altLang="zh-CN" sz="2000" b="1" dirty="0">
                <a:solidFill>
                  <a:srgbClr val="4D4D4D"/>
                </a:solidFill>
                <a:ea typeface="黑体" pitchFamily="49" charset="-122"/>
              </a:rPr>
              <a:t>A</a:t>
            </a:r>
          </a:p>
        </p:txBody>
      </p:sp>
      <p:sp>
        <p:nvSpPr>
          <p:cNvPr id="18456" name="Rectangle 26"/>
          <p:cNvSpPr>
            <a:spLocks noChangeArrowheads="1"/>
          </p:cNvSpPr>
          <p:nvPr/>
        </p:nvSpPr>
        <p:spPr bwMode="auto">
          <a:xfrm>
            <a:off x="10141747" y="2061642"/>
            <a:ext cx="990185" cy="414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2000" b="1" dirty="0">
                <a:solidFill>
                  <a:srgbClr val="4D4D4D"/>
                </a:solidFill>
                <a:ea typeface="黑体" pitchFamily="49" charset="-122"/>
              </a:rPr>
              <a:t>节</a:t>
            </a:r>
            <a:r>
              <a:rPr kumimoji="1" lang="zh-CN" altLang="en-US" sz="2000" b="1" dirty="0" smtClean="0">
                <a:solidFill>
                  <a:srgbClr val="4D4D4D"/>
                </a:solidFill>
                <a:ea typeface="黑体" pitchFamily="49" charset="-122"/>
              </a:rPr>
              <a:t>点 </a:t>
            </a:r>
            <a:r>
              <a:rPr kumimoji="1" lang="en-US" altLang="zh-CN" sz="2000" b="1" dirty="0">
                <a:solidFill>
                  <a:srgbClr val="4D4D4D"/>
                </a:solidFill>
                <a:ea typeface="黑体" pitchFamily="49" charset="-122"/>
              </a:rPr>
              <a:t>B</a:t>
            </a:r>
          </a:p>
        </p:txBody>
      </p:sp>
      <p:sp>
        <p:nvSpPr>
          <p:cNvPr id="18457" name="Rectangle 27"/>
          <p:cNvSpPr>
            <a:spLocks noChangeArrowheads="1"/>
          </p:cNvSpPr>
          <p:nvPr/>
        </p:nvSpPr>
        <p:spPr bwMode="auto">
          <a:xfrm>
            <a:off x="217989" y="3805972"/>
            <a:ext cx="1140868" cy="420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lnSpc>
                <a:spcPct val="85000"/>
              </a:lnSpc>
            </a:pPr>
            <a:r>
              <a:rPr kumimoji="1" lang="zh-CN" altLang="en-US" sz="2400" b="1" dirty="0">
                <a:solidFill>
                  <a:srgbClr val="4D4D4D"/>
                </a:solidFill>
                <a:ea typeface="黑体" pitchFamily="49" charset="-122"/>
              </a:rPr>
              <a:t>物理层</a:t>
            </a:r>
          </a:p>
        </p:txBody>
      </p:sp>
      <p:sp>
        <p:nvSpPr>
          <p:cNvPr id="18458" name="Rectangle 28"/>
          <p:cNvSpPr>
            <a:spLocks noChangeArrowheads="1"/>
          </p:cNvSpPr>
          <p:nvPr/>
        </p:nvSpPr>
        <p:spPr bwMode="auto">
          <a:xfrm>
            <a:off x="3047603" y="4491931"/>
            <a:ext cx="101587" cy="152435"/>
          </a:xfrm>
          <a:prstGeom prst="rect">
            <a:avLst/>
          </a:prstGeom>
          <a:solidFill>
            <a:srgbClr val="777777"/>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nchor="ctr"/>
          <a:lstStyle/>
          <a:p>
            <a:pPr eaLnBrk="1" hangingPunct="1"/>
            <a:endParaRPr lang="zh-CN" altLang="en-US" b="1">
              <a:solidFill>
                <a:srgbClr val="4D4D4D"/>
              </a:solidFill>
            </a:endParaRPr>
          </a:p>
        </p:txBody>
      </p:sp>
      <p:sp>
        <p:nvSpPr>
          <p:cNvPr id="18459" name="Rectangle 29"/>
          <p:cNvSpPr>
            <a:spLocks noChangeArrowheads="1"/>
          </p:cNvSpPr>
          <p:nvPr/>
        </p:nvSpPr>
        <p:spPr bwMode="auto">
          <a:xfrm>
            <a:off x="3250777" y="4491931"/>
            <a:ext cx="101587" cy="152435"/>
          </a:xfrm>
          <a:prstGeom prst="rect">
            <a:avLst/>
          </a:prstGeom>
          <a:solidFill>
            <a:srgbClr val="777777"/>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nchor="ctr"/>
          <a:lstStyle/>
          <a:p>
            <a:pPr eaLnBrk="1" hangingPunct="1"/>
            <a:endParaRPr lang="zh-CN" altLang="en-US" b="1">
              <a:solidFill>
                <a:srgbClr val="4D4D4D"/>
              </a:solidFill>
            </a:endParaRPr>
          </a:p>
        </p:txBody>
      </p:sp>
      <p:sp>
        <p:nvSpPr>
          <p:cNvPr id="18460" name="Rectangle 30"/>
          <p:cNvSpPr>
            <a:spLocks noChangeArrowheads="1"/>
          </p:cNvSpPr>
          <p:nvPr/>
        </p:nvSpPr>
        <p:spPr bwMode="auto">
          <a:xfrm>
            <a:off x="5079339" y="4491931"/>
            <a:ext cx="101587" cy="152435"/>
          </a:xfrm>
          <a:prstGeom prst="rect">
            <a:avLst/>
          </a:prstGeom>
          <a:solidFill>
            <a:srgbClr val="777777"/>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nchor="ctr"/>
          <a:lstStyle/>
          <a:p>
            <a:pPr eaLnBrk="1" hangingPunct="1"/>
            <a:endParaRPr lang="zh-CN" altLang="en-US" b="1"/>
          </a:p>
        </p:txBody>
      </p:sp>
      <p:sp>
        <p:nvSpPr>
          <p:cNvPr id="18461" name="Rectangle 31"/>
          <p:cNvSpPr>
            <a:spLocks noChangeArrowheads="1"/>
          </p:cNvSpPr>
          <p:nvPr/>
        </p:nvSpPr>
        <p:spPr bwMode="auto">
          <a:xfrm>
            <a:off x="5282512" y="4491931"/>
            <a:ext cx="101587" cy="152435"/>
          </a:xfrm>
          <a:prstGeom prst="rect">
            <a:avLst/>
          </a:prstGeom>
          <a:solidFill>
            <a:srgbClr val="777777"/>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nchor="ctr"/>
          <a:lstStyle/>
          <a:p>
            <a:pPr eaLnBrk="1" hangingPunct="1"/>
            <a:endParaRPr lang="zh-CN" altLang="en-US" b="1"/>
          </a:p>
        </p:txBody>
      </p:sp>
      <p:sp>
        <p:nvSpPr>
          <p:cNvPr id="18462" name="Rectangle 32"/>
          <p:cNvSpPr>
            <a:spLocks noChangeArrowheads="1"/>
          </p:cNvSpPr>
          <p:nvPr/>
        </p:nvSpPr>
        <p:spPr bwMode="auto">
          <a:xfrm>
            <a:off x="7619008" y="4491931"/>
            <a:ext cx="101587" cy="152435"/>
          </a:xfrm>
          <a:prstGeom prst="rect">
            <a:avLst/>
          </a:prstGeom>
          <a:solidFill>
            <a:srgbClr val="777777"/>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nchor="ctr"/>
          <a:lstStyle/>
          <a:p>
            <a:pPr eaLnBrk="1" hangingPunct="1"/>
            <a:endParaRPr lang="zh-CN" altLang="en-US" b="1"/>
          </a:p>
        </p:txBody>
      </p:sp>
      <p:sp>
        <p:nvSpPr>
          <p:cNvPr id="18463" name="Rectangle 33"/>
          <p:cNvSpPr>
            <a:spLocks noChangeArrowheads="1"/>
          </p:cNvSpPr>
          <p:nvPr/>
        </p:nvSpPr>
        <p:spPr bwMode="auto">
          <a:xfrm>
            <a:off x="7822182" y="4491931"/>
            <a:ext cx="101587" cy="152435"/>
          </a:xfrm>
          <a:prstGeom prst="rect">
            <a:avLst/>
          </a:prstGeom>
          <a:solidFill>
            <a:srgbClr val="777777"/>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nchor="ctr"/>
          <a:lstStyle/>
          <a:p>
            <a:pPr eaLnBrk="1" hangingPunct="1"/>
            <a:endParaRPr lang="zh-CN" altLang="en-US" b="1"/>
          </a:p>
        </p:txBody>
      </p:sp>
      <p:sp>
        <p:nvSpPr>
          <p:cNvPr id="18464" name="Rectangle 34"/>
          <p:cNvSpPr>
            <a:spLocks noChangeArrowheads="1"/>
          </p:cNvSpPr>
          <p:nvPr/>
        </p:nvSpPr>
        <p:spPr bwMode="auto">
          <a:xfrm>
            <a:off x="9853917" y="4491931"/>
            <a:ext cx="101587" cy="152435"/>
          </a:xfrm>
          <a:prstGeom prst="rect">
            <a:avLst/>
          </a:prstGeom>
          <a:solidFill>
            <a:srgbClr val="777777"/>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nchor="ctr"/>
          <a:lstStyle/>
          <a:p>
            <a:pPr eaLnBrk="1" hangingPunct="1"/>
            <a:endParaRPr lang="zh-CN" altLang="en-US" b="1">
              <a:solidFill>
                <a:srgbClr val="4D4D4D"/>
              </a:solidFill>
            </a:endParaRPr>
          </a:p>
        </p:txBody>
      </p:sp>
      <p:sp>
        <p:nvSpPr>
          <p:cNvPr id="18465" name="Rectangle 35"/>
          <p:cNvSpPr>
            <a:spLocks noChangeArrowheads="1"/>
          </p:cNvSpPr>
          <p:nvPr/>
        </p:nvSpPr>
        <p:spPr bwMode="auto">
          <a:xfrm>
            <a:off x="10057091" y="4491931"/>
            <a:ext cx="101587" cy="152435"/>
          </a:xfrm>
          <a:prstGeom prst="rect">
            <a:avLst/>
          </a:prstGeom>
          <a:solidFill>
            <a:srgbClr val="777777"/>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nchor="ctr"/>
          <a:lstStyle/>
          <a:p>
            <a:pPr eaLnBrk="1" hangingPunct="1"/>
            <a:endParaRPr lang="zh-CN" altLang="en-US" b="1">
              <a:solidFill>
                <a:srgbClr val="4D4D4D"/>
              </a:solidFill>
            </a:endParaRPr>
          </a:p>
        </p:txBody>
      </p:sp>
      <p:sp>
        <p:nvSpPr>
          <p:cNvPr id="18466" name="Rectangle 36"/>
          <p:cNvSpPr>
            <a:spLocks noChangeArrowheads="1"/>
          </p:cNvSpPr>
          <p:nvPr/>
        </p:nvSpPr>
        <p:spPr bwMode="auto">
          <a:xfrm>
            <a:off x="10260264" y="4491931"/>
            <a:ext cx="101587" cy="152435"/>
          </a:xfrm>
          <a:prstGeom prst="rect">
            <a:avLst/>
          </a:prstGeom>
          <a:solidFill>
            <a:srgbClr val="777777"/>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nchor="ctr"/>
          <a:lstStyle/>
          <a:p>
            <a:pPr eaLnBrk="1" hangingPunct="1"/>
            <a:endParaRPr lang="zh-CN" altLang="en-US" b="1">
              <a:solidFill>
                <a:srgbClr val="4D4D4D"/>
              </a:solidFill>
            </a:endParaRPr>
          </a:p>
        </p:txBody>
      </p:sp>
      <p:sp>
        <p:nvSpPr>
          <p:cNvPr id="18467" name="Rectangle 37"/>
          <p:cNvSpPr>
            <a:spLocks noChangeArrowheads="1"/>
          </p:cNvSpPr>
          <p:nvPr/>
        </p:nvSpPr>
        <p:spPr bwMode="auto">
          <a:xfrm>
            <a:off x="10463438" y="4491931"/>
            <a:ext cx="101587" cy="152435"/>
          </a:xfrm>
          <a:prstGeom prst="rect">
            <a:avLst/>
          </a:prstGeom>
          <a:solidFill>
            <a:srgbClr val="777777"/>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nchor="ctr"/>
          <a:lstStyle/>
          <a:p>
            <a:pPr eaLnBrk="1" hangingPunct="1"/>
            <a:endParaRPr lang="zh-CN" altLang="en-US" b="1">
              <a:solidFill>
                <a:srgbClr val="4D4D4D"/>
              </a:solidFill>
            </a:endParaRPr>
          </a:p>
        </p:txBody>
      </p:sp>
      <p:sp>
        <p:nvSpPr>
          <p:cNvPr id="18468" name="Line 38"/>
          <p:cNvSpPr>
            <a:spLocks noChangeShapeType="1"/>
          </p:cNvSpPr>
          <p:nvPr/>
        </p:nvSpPr>
        <p:spPr bwMode="auto">
          <a:xfrm>
            <a:off x="5485686" y="4568149"/>
            <a:ext cx="406347" cy="0"/>
          </a:xfrm>
          <a:prstGeom prst="line">
            <a:avLst/>
          </a:prstGeom>
          <a:noFill/>
          <a:ln w="28575">
            <a:solidFill>
              <a:schemeClr val="tx1"/>
            </a:solidFill>
            <a:round/>
            <a:headEnd/>
            <a:tailEnd type="triangle" w="sm" len="me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18470" name="Line 40"/>
          <p:cNvSpPr>
            <a:spLocks noChangeShapeType="1"/>
          </p:cNvSpPr>
          <p:nvPr/>
        </p:nvSpPr>
        <p:spPr bwMode="auto">
          <a:xfrm rot="16200000" flipV="1">
            <a:off x="10361796" y="4339496"/>
            <a:ext cx="304871" cy="0"/>
          </a:xfrm>
          <a:prstGeom prst="line">
            <a:avLst/>
          </a:prstGeom>
          <a:noFill/>
          <a:ln w="28575">
            <a:solidFill>
              <a:schemeClr val="tx1"/>
            </a:solidFill>
            <a:round/>
            <a:headEnd/>
            <a:tailEnd type="triangle" w="sm" len="med"/>
          </a:ln>
          <a:extLst>
            <a:ext uri="{909E8E84-426E-40DD-AFC4-6F175D3DCCD1}">
              <a14:hiddenFill xmlns:a14="http://schemas.microsoft.com/office/drawing/2010/main">
                <a:noFill/>
              </a14:hiddenFill>
            </a:ext>
          </a:extLst>
        </p:spPr>
        <p:txBody>
          <a:bodyPr lIns="108850" tIns="54425" rIns="108850" bIns="54425"/>
          <a:lstStyle/>
          <a:p>
            <a:endParaRPr lang="zh-CN" altLang="en-US" b="1">
              <a:solidFill>
                <a:srgbClr val="4D4D4D"/>
              </a:solidFill>
            </a:endParaRPr>
          </a:p>
        </p:txBody>
      </p:sp>
      <p:grpSp>
        <p:nvGrpSpPr>
          <p:cNvPr id="18471" name="Group 41"/>
          <p:cNvGrpSpPr>
            <a:grpSpLocks/>
          </p:cNvGrpSpPr>
          <p:nvPr/>
        </p:nvGrpSpPr>
        <p:grpSpPr bwMode="auto">
          <a:xfrm>
            <a:off x="3453950" y="4491931"/>
            <a:ext cx="1422215" cy="152435"/>
            <a:chOff x="1344" y="912"/>
            <a:chExt cx="672" cy="96"/>
          </a:xfrm>
        </p:grpSpPr>
        <p:sp>
          <p:nvSpPr>
            <p:cNvPr id="18490" name="Line 42"/>
            <p:cNvSpPr>
              <a:spLocks noChangeShapeType="1"/>
            </p:cNvSpPr>
            <p:nvPr/>
          </p:nvSpPr>
          <p:spPr bwMode="auto">
            <a:xfrm>
              <a:off x="1344" y="960"/>
              <a:ext cx="672" cy="0"/>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b="1"/>
            </a:p>
          </p:txBody>
        </p:sp>
        <p:sp>
          <p:nvSpPr>
            <p:cNvPr id="18491" name="Freeform 43"/>
            <p:cNvSpPr>
              <a:spLocks/>
            </p:cNvSpPr>
            <p:nvPr/>
          </p:nvSpPr>
          <p:spPr bwMode="auto">
            <a:xfrm>
              <a:off x="1392" y="912"/>
              <a:ext cx="576" cy="96"/>
            </a:xfrm>
            <a:custGeom>
              <a:avLst/>
              <a:gdLst>
                <a:gd name="T0" fmla="*/ 0 w 576"/>
                <a:gd name="T1" fmla="*/ 1 h 192"/>
                <a:gd name="T2" fmla="*/ 0 w 576"/>
                <a:gd name="T3" fmla="*/ 0 h 192"/>
                <a:gd name="T4" fmla="*/ 192 w 576"/>
                <a:gd name="T5" fmla="*/ 0 h 192"/>
                <a:gd name="T6" fmla="*/ 192 w 576"/>
                <a:gd name="T7" fmla="*/ 1 h 192"/>
                <a:gd name="T8" fmla="*/ 288 w 576"/>
                <a:gd name="T9" fmla="*/ 1 h 192"/>
                <a:gd name="T10" fmla="*/ 288 w 576"/>
                <a:gd name="T11" fmla="*/ 0 h 192"/>
                <a:gd name="T12" fmla="*/ 336 w 576"/>
                <a:gd name="T13" fmla="*/ 0 h 192"/>
                <a:gd name="T14" fmla="*/ 336 w 576"/>
                <a:gd name="T15" fmla="*/ 1 h 192"/>
                <a:gd name="T16" fmla="*/ 480 w 576"/>
                <a:gd name="T17" fmla="*/ 1 h 192"/>
                <a:gd name="T18" fmla="*/ 480 w 576"/>
                <a:gd name="T19" fmla="*/ 0 h 192"/>
                <a:gd name="T20" fmla="*/ 576 w 576"/>
                <a:gd name="T21" fmla="*/ 0 h 192"/>
                <a:gd name="T22" fmla="*/ 576 w 576"/>
                <a:gd name="T23" fmla="*/ 1 h 192"/>
                <a:gd name="T24" fmla="*/ 0 w 576"/>
                <a:gd name="T25" fmla="*/ 1 h 1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76"/>
                <a:gd name="T40" fmla="*/ 0 h 192"/>
                <a:gd name="T41" fmla="*/ 576 w 576"/>
                <a:gd name="T42" fmla="*/ 192 h 19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solidFill>
              <a:srgbClr val="808080"/>
            </a:solidFill>
            <a:ln w="12700">
              <a:solidFill>
                <a:schemeClr val="tx1"/>
              </a:solidFill>
              <a:round/>
              <a:headEnd type="none" w="sm" len="lg"/>
              <a:tailEnd type="none" w="sm" len="lg"/>
            </a:ln>
          </p:spPr>
          <p:txBody>
            <a:bodyPr/>
            <a:lstStyle/>
            <a:p>
              <a:endParaRPr lang="zh-CN" altLang="en-US" b="1"/>
            </a:p>
          </p:txBody>
        </p:sp>
      </p:grpSp>
      <p:grpSp>
        <p:nvGrpSpPr>
          <p:cNvPr id="18472" name="Group 44"/>
          <p:cNvGrpSpPr>
            <a:grpSpLocks/>
          </p:cNvGrpSpPr>
          <p:nvPr/>
        </p:nvGrpSpPr>
        <p:grpSpPr bwMode="auto">
          <a:xfrm>
            <a:off x="8126942" y="4491931"/>
            <a:ext cx="1422215" cy="157198"/>
            <a:chOff x="4080" y="3676"/>
            <a:chExt cx="672" cy="99"/>
          </a:xfrm>
        </p:grpSpPr>
        <p:sp>
          <p:nvSpPr>
            <p:cNvPr id="18488" name="Line 45"/>
            <p:cNvSpPr>
              <a:spLocks noChangeShapeType="1"/>
            </p:cNvSpPr>
            <p:nvPr/>
          </p:nvSpPr>
          <p:spPr bwMode="auto">
            <a:xfrm>
              <a:off x="4080" y="3727"/>
              <a:ext cx="672" cy="0"/>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b="1"/>
            </a:p>
          </p:txBody>
        </p:sp>
        <p:sp>
          <p:nvSpPr>
            <p:cNvPr id="18489" name="Freeform 46"/>
            <p:cNvSpPr>
              <a:spLocks/>
            </p:cNvSpPr>
            <p:nvPr/>
          </p:nvSpPr>
          <p:spPr bwMode="auto">
            <a:xfrm>
              <a:off x="4128" y="3676"/>
              <a:ext cx="576" cy="99"/>
            </a:xfrm>
            <a:custGeom>
              <a:avLst/>
              <a:gdLst>
                <a:gd name="T0" fmla="*/ 0 w 576"/>
                <a:gd name="T1" fmla="*/ 51 h 99"/>
                <a:gd name="T2" fmla="*/ 0 w 576"/>
                <a:gd name="T3" fmla="*/ 3 h 99"/>
                <a:gd name="T4" fmla="*/ 135 w 576"/>
                <a:gd name="T5" fmla="*/ 3 h 99"/>
                <a:gd name="T6" fmla="*/ 138 w 576"/>
                <a:gd name="T7" fmla="*/ 99 h 99"/>
                <a:gd name="T8" fmla="*/ 264 w 576"/>
                <a:gd name="T9" fmla="*/ 98 h 99"/>
                <a:gd name="T10" fmla="*/ 264 w 576"/>
                <a:gd name="T11" fmla="*/ 0 h 99"/>
                <a:gd name="T12" fmla="*/ 426 w 576"/>
                <a:gd name="T13" fmla="*/ 0 h 99"/>
                <a:gd name="T14" fmla="*/ 426 w 576"/>
                <a:gd name="T15" fmla="*/ 99 h 99"/>
                <a:gd name="T16" fmla="*/ 480 w 576"/>
                <a:gd name="T17" fmla="*/ 99 h 99"/>
                <a:gd name="T18" fmla="*/ 480 w 576"/>
                <a:gd name="T19" fmla="*/ 3 h 99"/>
                <a:gd name="T20" fmla="*/ 576 w 576"/>
                <a:gd name="T21" fmla="*/ 3 h 99"/>
                <a:gd name="T22" fmla="*/ 576 w 576"/>
                <a:gd name="T23" fmla="*/ 51 h 99"/>
                <a:gd name="T24" fmla="*/ 0 w 576"/>
                <a:gd name="T25" fmla="*/ 51 h 9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76"/>
                <a:gd name="T40" fmla="*/ 0 h 99"/>
                <a:gd name="T41" fmla="*/ 576 w 576"/>
                <a:gd name="T42" fmla="*/ 99 h 9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76" h="99">
                  <a:moveTo>
                    <a:pt x="0" y="51"/>
                  </a:moveTo>
                  <a:lnTo>
                    <a:pt x="0" y="3"/>
                  </a:lnTo>
                  <a:lnTo>
                    <a:pt x="135" y="3"/>
                  </a:lnTo>
                  <a:lnTo>
                    <a:pt x="138" y="99"/>
                  </a:lnTo>
                  <a:lnTo>
                    <a:pt x="264" y="98"/>
                  </a:lnTo>
                  <a:lnTo>
                    <a:pt x="264" y="0"/>
                  </a:lnTo>
                  <a:lnTo>
                    <a:pt x="426" y="0"/>
                  </a:lnTo>
                  <a:lnTo>
                    <a:pt x="426" y="99"/>
                  </a:lnTo>
                  <a:lnTo>
                    <a:pt x="480" y="99"/>
                  </a:lnTo>
                  <a:lnTo>
                    <a:pt x="480" y="3"/>
                  </a:lnTo>
                  <a:lnTo>
                    <a:pt x="576" y="3"/>
                  </a:lnTo>
                  <a:lnTo>
                    <a:pt x="576" y="51"/>
                  </a:lnTo>
                  <a:lnTo>
                    <a:pt x="0" y="51"/>
                  </a:lnTo>
                  <a:close/>
                </a:path>
              </a:pathLst>
            </a:custGeom>
            <a:solidFill>
              <a:srgbClr val="808080"/>
            </a:solidFill>
            <a:ln w="12700">
              <a:solidFill>
                <a:schemeClr val="tx1"/>
              </a:solidFill>
              <a:round/>
              <a:headEnd type="none" w="sm" len="lg"/>
              <a:tailEnd type="none" w="sm" len="lg"/>
            </a:ln>
          </p:spPr>
          <p:txBody>
            <a:bodyPr/>
            <a:lstStyle/>
            <a:p>
              <a:endParaRPr lang="zh-CN" altLang="en-US" b="1"/>
            </a:p>
          </p:txBody>
        </p:sp>
      </p:grpSp>
      <p:sp>
        <p:nvSpPr>
          <p:cNvPr id="18473" name="Rectangle 66"/>
          <p:cNvSpPr>
            <a:spLocks noChangeArrowheads="1"/>
          </p:cNvSpPr>
          <p:nvPr/>
        </p:nvSpPr>
        <p:spPr bwMode="auto">
          <a:xfrm>
            <a:off x="1625389" y="2434055"/>
            <a:ext cx="2681468" cy="1829223"/>
          </a:xfrm>
          <a:prstGeom prst="rect">
            <a:avLst/>
          </a:prstGeom>
          <a:solidFill>
            <a:srgbClr val="CCFFFF"/>
          </a:solidFill>
          <a:ln w="12700">
            <a:solidFill>
              <a:schemeClr val="tx1"/>
            </a:solidFill>
            <a:miter lim="800000"/>
            <a:headEnd/>
            <a:tailEnd/>
          </a:ln>
          <a:effectLst>
            <a:outerShdw dist="53882" dir="2700000" algn="ctr" rotWithShape="0">
              <a:schemeClr val="bg2"/>
            </a:outerShdw>
          </a:effectLst>
        </p:spPr>
        <p:txBody>
          <a:bodyPr wrap="none" lIns="108850" tIns="54425" rIns="108850" bIns="54425" anchor="ctr"/>
          <a:lstStyle/>
          <a:p>
            <a:pPr eaLnBrk="1" hangingPunct="1"/>
            <a:endParaRPr lang="zh-CN" altLang="en-US" b="1">
              <a:solidFill>
                <a:srgbClr val="4D4D4D"/>
              </a:solidFill>
            </a:endParaRPr>
          </a:p>
        </p:txBody>
      </p:sp>
      <p:sp>
        <p:nvSpPr>
          <p:cNvPr id="18474" name="Rectangle 67"/>
          <p:cNvSpPr>
            <a:spLocks noChangeArrowheads="1"/>
          </p:cNvSpPr>
          <p:nvPr/>
        </p:nvSpPr>
        <p:spPr bwMode="auto">
          <a:xfrm>
            <a:off x="1650785" y="3043796"/>
            <a:ext cx="2641256" cy="609741"/>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nchor="ctr"/>
          <a:lstStyle/>
          <a:p>
            <a:pPr eaLnBrk="1" hangingPunct="1"/>
            <a:endParaRPr lang="zh-CN" altLang="en-US" b="1">
              <a:solidFill>
                <a:srgbClr val="4D4D4D"/>
              </a:solidFill>
            </a:endParaRPr>
          </a:p>
        </p:txBody>
      </p:sp>
      <p:sp>
        <p:nvSpPr>
          <p:cNvPr id="18475" name="Line 68"/>
          <p:cNvSpPr>
            <a:spLocks noChangeShapeType="1"/>
          </p:cNvSpPr>
          <p:nvPr/>
        </p:nvSpPr>
        <p:spPr bwMode="auto">
          <a:xfrm>
            <a:off x="1625389" y="3042208"/>
            <a:ext cx="2677235" cy="1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solidFill>
                <a:srgbClr val="4D4D4D"/>
              </a:solidFill>
            </a:endParaRPr>
          </a:p>
        </p:txBody>
      </p:sp>
      <p:sp>
        <p:nvSpPr>
          <p:cNvPr id="18476" name="Rectangle 69"/>
          <p:cNvSpPr>
            <a:spLocks noChangeArrowheads="1"/>
          </p:cNvSpPr>
          <p:nvPr/>
        </p:nvSpPr>
        <p:spPr bwMode="auto">
          <a:xfrm>
            <a:off x="2033852" y="3196231"/>
            <a:ext cx="1853959" cy="304871"/>
          </a:xfrm>
          <a:prstGeom prst="rect">
            <a:avLst/>
          </a:prstGeom>
          <a:solidFill>
            <a:schemeClr val="bg1"/>
          </a:solidFill>
          <a:ln w="12700">
            <a:solidFill>
              <a:schemeClr val="tx1"/>
            </a:solidFill>
            <a:miter lim="800000"/>
            <a:headEnd/>
            <a:tailEnd/>
          </a:ln>
          <a:effectLst>
            <a:outerShdw dist="35921" dir="2700000" algn="ctr" rotWithShape="0">
              <a:schemeClr val="bg2"/>
            </a:outerShdw>
          </a:effectLst>
        </p:spPr>
        <p:txBody>
          <a:bodyPr wrap="none" lIns="108850" tIns="54425" rIns="108850" bIns="54425" anchor="ctr"/>
          <a:lstStyle/>
          <a:p>
            <a:pPr algn="ctr" defTabSz="907085"/>
            <a:endParaRPr kumimoji="1" lang="zh-CN" altLang="en-US" b="1">
              <a:solidFill>
                <a:srgbClr val="4D4D4D"/>
              </a:solidFill>
              <a:ea typeface="黑体" pitchFamily="49" charset="-122"/>
            </a:endParaRPr>
          </a:p>
        </p:txBody>
      </p:sp>
      <p:sp>
        <p:nvSpPr>
          <p:cNvPr id="18477" name="Line 70"/>
          <p:cNvSpPr>
            <a:spLocks noChangeShapeType="1"/>
          </p:cNvSpPr>
          <p:nvPr/>
        </p:nvSpPr>
        <p:spPr bwMode="auto">
          <a:xfrm>
            <a:off x="1625389" y="3651949"/>
            <a:ext cx="2677235" cy="1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solidFill>
                <a:srgbClr val="4D4D4D"/>
              </a:solidFill>
            </a:endParaRPr>
          </a:p>
        </p:txBody>
      </p:sp>
      <p:sp>
        <p:nvSpPr>
          <p:cNvPr id="18478" name="Rectangle 71"/>
          <p:cNvSpPr>
            <a:spLocks noChangeArrowheads="1"/>
          </p:cNvSpPr>
          <p:nvPr/>
        </p:nvSpPr>
        <p:spPr bwMode="auto">
          <a:xfrm>
            <a:off x="2306866" y="2586490"/>
            <a:ext cx="1320628" cy="304871"/>
          </a:xfrm>
          <a:prstGeom prst="rect">
            <a:avLst/>
          </a:prstGeom>
          <a:solidFill>
            <a:srgbClr val="DDDDDD"/>
          </a:solidFill>
          <a:ln w="12700">
            <a:solidFill>
              <a:schemeClr val="tx1"/>
            </a:solidFill>
            <a:miter lim="800000"/>
            <a:headEnd/>
            <a:tailEnd/>
          </a:ln>
          <a:effectLst>
            <a:outerShdw dist="35921" dir="2700000" algn="ctr" rotWithShape="0">
              <a:schemeClr val="bg2"/>
            </a:outerShdw>
          </a:effectLst>
        </p:spPr>
        <p:txBody>
          <a:bodyPr wrap="none" lIns="108850" tIns="54425" rIns="108850" bIns="54425" anchor="ctr"/>
          <a:lstStyle/>
          <a:p>
            <a:pPr algn="ctr" defTabSz="907085"/>
            <a:r>
              <a:rPr kumimoji="1" lang="en-US" altLang="zh-CN" b="1" dirty="0">
                <a:solidFill>
                  <a:srgbClr val="4D4D4D"/>
                </a:solidFill>
                <a:ea typeface="黑体" pitchFamily="49" charset="-122"/>
              </a:rPr>
              <a:t>IP </a:t>
            </a:r>
            <a:r>
              <a:rPr kumimoji="1" lang="zh-CN" altLang="en-US" b="1" dirty="0">
                <a:solidFill>
                  <a:srgbClr val="4D4D4D"/>
                </a:solidFill>
                <a:ea typeface="黑体" pitchFamily="49" charset="-122"/>
              </a:rPr>
              <a:t>数据报</a:t>
            </a:r>
          </a:p>
        </p:txBody>
      </p:sp>
      <p:sp>
        <p:nvSpPr>
          <p:cNvPr id="18479" name="Rectangle 72"/>
          <p:cNvSpPr>
            <a:spLocks noChangeArrowheads="1"/>
          </p:cNvSpPr>
          <p:nvPr/>
        </p:nvSpPr>
        <p:spPr bwMode="auto">
          <a:xfrm>
            <a:off x="2025387" y="3805972"/>
            <a:ext cx="1870890" cy="304871"/>
          </a:xfrm>
          <a:prstGeom prst="rect">
            <a:avLst/>
          </a:prstGeom>
          <a:solidFill>
            <a:schemeClr val="bg1"/>
          </a:solidFill>
          <a:ln w="12700">
            <a:solidFill>
              <a:schemeClr val="tx1"/>
            </a:solidFill>
            <a:miter lim="800000"/>
            <a:headEnd/>
            <a:tailEnd/>
          </a:ln>
          <a:effectLst>
            <a:outerShdw dist="35921" dir="2700000" algn="ctr" rotWithShape="0">
              <a:schemeClr val="bg2"/>
            </a:outerShdw>
          </a:effectLst>
        </p:spPr>
        <p:txBody>
          <a:bodyPr wrap="none" lIns="108850" tIns="54425" rIns="108850" bIns="54425" anchor="ctr"/>
          <a:lstStyle/>
          <a:p>
            <a:pPr algn="ctr" defTabSz="907085"/>
            <a:endParaRPr kumimoji="1" lang="zh-CN" altLang="en-US" b="1">
              <a:solidFill>
                <a:srgbClr val="4D4D4D"/>
              </a:solidFill>
              <a:ea typeface="黑体" pitchFamily="49" charset="-122"/>
            </a:endParaRPr>
          </a:p>
        </p:txBody>
      </p:sp>
      <p:sp>
        <p:nvSpPr>
          <p:cNvPr id="18480" name="Rectangle 73"/>
          <p:cNvSpPr>
            <a:spLocks noChangeArrowheads="1"/>
          </p:cNvSpPr>
          <p:nvPr/>
        </p:nvSpPr>
        <p:spPr bwMode="auto">
          <a:xfrm>
            <a:off x="1940732" y="3818675"/>
            <a:ext cx="1911463" cy="355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lnSpc>
                <a:spcPct val="85000"/>
              </a:lnSpc>
            </a:pPr>
            <a:r>
              <a:rPr kumimoji="1" lang="en-US" altLang="zh-CN" sz="1900" b="1">
                <a:solidFill>
                  <a:srgbClr val="4D4D4D"/>
                </a:solidFill>
                <a:ea typeface="黑体" pitchFamily="49" charset="-122"/>
              </a:rPr>
              <a:t>1010…  …0110</a:t>
            </a:r>
          </a:p>
        </p:txBody>
      </p:sp>
      <p:sp>
        <p:nvSpPr>
          <p:cNvPr id="18481" name="AutoShape 74"/>
          <p:cNvSpPr>
            <a:spLocks noChangeArrowheads="1"/>
          </p:cNvSpPr>
          <p:nvPr/>
        </p:nvSpPr>
        <p:spPr bwMode="auto">
          <a:xfrm>
            <a:off x="2761891" y="3653537"/>
            <a:ext cx="406347" cy="335040"/>
          </a:xfrm>
          <a:prstGeom prst="downArrow">
            <a:avLst>
              <a:gd name="adj1" fmla="val 50000"/>
              <a:gd name="adj2" fmla="val 43231"/>
            </a:avLst>
          </a:prstGeom>
          <a:solidFill>
            <a:schemeClr val="bg1"/>
          </a:solidFill>
          <a:ln w="12700">
            <a:solidFill>
              <a:schemeClr val="tx1"/>
            </a:solidFill>
            <a:miter lim="800000"/>
            <a:headEnd/>
            <a:tailEnd/>
          </a:ln>
        </p:spPr>
        <p:txBody>
          <a:bodyPr vert="eaVert" wrap="none" lIns="108850" tIns="54425" rIns="108850" bIns="54425" anchor="ctr"/>
          <a:lstStyle/>
          <a:p>
            <a:pPr eaLnBrk="1" hangingPunct="1"/>
            <a:endParaRPr lang="zh-CN" altLang="en-US" b="1">
              <a:solidFill>
                <a:srgbClr val="4D4D4D"/>
              </a:solidFill>
            </a:endParaRPr>
          </a:p>
        </p:txBody>
      </p:sp>
      <p:sp>
        <p:nvSpPr>
          <p:cNvPr id="18482" name="Rectangle 75"/>
          <p:cNvSpPr>
            <a:spLocks noChangeArrowheads="1"/>
          </p:cNvSpPr>
          <p:nvPr/>
        </p:nvSpPr>
        <p:spPr bwMode="auto">
          <a:xfrm>
            <a:off x="2298401" y="3205759"/>
            <a:ext cx="1320628" cy="281052"/>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nchor="ctr"/>
          <a:lstStyle/>
          <a:p>
            <a:pPr eaLnBrk="1" hangingPunct="1"/>
            <a:endParaRPr lang="zh-CN" altLang="en-US" b="1">
              <a:solidFill>
                <a:srgbClr val="4D4D4D"/>
              </a:solidFill>
            </a:endParaRPr>
          </a:p>
        </p:txBody>
      </p:sp>
      <p:sp>
        <p:nvSpPr>
          <p:cNvPr id="18483" name="AutoShape 76"/>
          <p:cNvSpPr>
            <a:spLocks noChangeArrowheads="1"/>
          </p:cNvSpPr>
          <p:nvPr/>
        </p:nvSpPr>
        <p:spPr bwMode="auto">
          <a:xfrm>
            <a:off x="2306866" y="2900888"/>
            <a:ext cx="1320628" cy="369973"/>
          </a:xfrm>
          <a:prstGeom prst="downArrow">
            <a:avLst>
              <a:gd name="adj1" fmla="val 65389"/>
              <a:gd name="adj2" fmla="val 39394"/>
            </a:avLst>
          </a:prstGeom>
          <a:solidFill>
            <a:schemeClr val="accent2"/>
          </a:solidFill>
          <a:ln w="12700">
            <a:solidFill>
              <a:schemeClr val="tx1"/>
            </a:solidFill>
            <a:miter lim="800000"/>
            <a:headEnd/>
            <a:tailEnd/>
          </a:ln>
          <a:effectLst>
            <a:outerShdw dist="35921" dir="2700000" algn="ctr" rotWithShape="0">
              <a:schemeClr val="bg2"/>
            </a:outerShdw>
          </a:effectLst>
        </p:spPr>
        <p:txBody>
          <a:bodyPr vert="eaVert" wrap="none" lIns="108850" tIns="54425" rIns="108850" bIns="54425" anchor="ctr"/>
          <a:lstStyle/>
          <a:p>
            <a:pPr eaLnBrk="1" hangingPunct="1"/>
            <a:endParaRPr lang="zh-CN" altLang="en-US" b="1">
              <a:solidFill>
                <a:srgbClr val="4D4D4D"/>
              </a:solidFill>
            </a:endParaRPr>
          </a:p>
        </p:txBody>
      </p:sp>
      <p:sp>
        <p:nvSpPr>
          <p:cNvPr id="18484" name="Text Box 77"/>
          <p:cNvSpPr txBox="1">
            <a:spLocks noChangeArrowheads="1"/>
          </p:cNvSpPr>
          <p:nvPr/>
        </p:nvSpPr>
        <p:spPr bwMode="auto">
          <a:xfrm>
            <a:off x="1583060" y="3150183"/>
            <a:ext cx="489130" cy="433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spAutoFit/>
          </a:bodyPr>
          <a:lstStyle>
            <a:lvl1pPr defTabSz="762000">
              <a:defRPr sz="1600" b="1">
                <a:solidFill>
                  <a:srgbClr val="1C1C1C"/>
                </a:solidFill>
                <a:latin typeface="黑体" pitchFamily="49" charset="-122"/>
                <a:ea typeface="黑体" pitchFamily="49" charset="-122"/>
              </a:defRPr>
            </a:lvl1pPr>
            <a:lvl2pPr marL="742950" indent="-285750" defTabSz="762000">
              <a:defRPr sz="1600">
                <a:solidFill>
                  <a:srgbClr val="1C1C1C"/>
                </a:solidFill>
                <a:latin typeface="黑体" pitchFamily="49" charset="-122"/>
                <a:ea typeface="黑体" pitchFamily="49" charset="-122"/>
              </a:defRPr>
            </a:lvl2pPr>
            <a:lvl3pPr marL="1143000" indent="-228600" defTabSz="762000">
              <a:defRPr sz="1600">
                <a:solidFill>
                  <a:srgbClr val="1C1C1C"/>
                </a:solidFill>
                <a:latin typeface="黑体" pitchFamily="49" charset="-122"/>
                <a:ea typeface="黑体" pitchFamily="49" charset="-122"/>
              </a:defRPr>
            </a:lvl3pPr>
            <a:lvl4pPr marL="1600200" indent="-228600" defTabSz="762000">
              <a:defRPr sz="1600">
                <a:solidFill>
                  <a:srgbClr val="1C1C1C"/>
                </a:solidFill>
                <a:latin typeface="黑体" pitchFamily="49" charset="-122"/>
                <a:ea typeface="黑体" pitchFamily="49" charset="-122"/>
              </a:defRPr>
            </a:lvl4pPr>
            <a:lvl5pPr marL="2057400" indent="-228600" defTabSz="762000">
              <a:defRPr sz="1600">
                <a:solidFill>
                  <a:srgbClr val="1C1C1C"/>
                </a:solidFill>
                <a:latin typeface="黑体" pitchFamily="49" charset="-122"/>
                <a:ea typeface="黑体" pitchFamily="49" charset="-122"/>
              </a:defRPr>
            </a:lvl5pPr>
            <a:lvl6pPr marL="2514600" indent="-228600" defTabSz="762000" eaLnBrk="0" hangingPunct="0">
              <a:defRPr sz="1600">
                <a:solidFill>
                  <a:srgbClr val="1C1C1C"/>
                </a:solidFill>
                <a:latin typeface="黑体" pitchFamily="49" charset="-122"/>
                <a:ea typeface="黑体" pitchFamily="49" charset="-122"/>
              </a:defRPr>
            </a:lvl6pPr>
            <a:lvl7pPr marL="2971800" indent="-228600" defTabSz="762000" eaLnBrk="0" hangingPunct="0">
              <a:defRPr sz="1600">
                <a:solidFill>
                  <a:srgbClr val="1C1C1C"/>
                </a:solidFill>
                <a:latin typeface="黑体" pitchFamily="49" charset="-122"/>
                <a:ea typeface="黑体" pitchFamily="49" charset="-122"/>
              </a:defRPr>
            </a:lvl7pPr>
            <a:lvl8pPr marL="3429000" indent="-228600" defTabSz="762000" eaLnBrk="0" hangingPunct="0">
              <a:defRPr sz="1600">
                <a:solidFill>
                  <a:srgbClr val="1C1C1C"/>
                </a:solidFill>
                <a:latin typeface="黑体" pitchFamily="49" charset="-122"/>
                <a:ea typeface="黑体" pitchFamily="49" charset="-122"/>
              </a:defRPr>
            </a:lvl8pPr>
            <a:lvl9pPr marL="3886200" indent="-228600" defTabSz="762000" eaLnBrk="0" hangingPunct="0">
              <a:defRPr sz="1600">
                <a:solidFill>
                  <a:srgbClr val="1C1C1C"/>
                </a:solidFill>
                <a:latin typeface="黑体" pitchFamily="49" charset="-122"/>
                <a:ea typeface="黑体" pitchFamily="49" charset="-122"/>
              </a:defRPr>
            </a:lvl9pPr>
          </a:lstStyle>
          <a:p>
            <a:r>
              <a:rPr kumimoji="1" lang="zh-CN" altLang="en-US" sz="2100" dirty="0">
                <a:solidFill>
                  <a:srgbClr val="4D4D4D"/>
                </a:solidFill>
                <a:latin typeface="Arial" charset="0"/>
              </a:rPr>
              <a:t>帧</a:t>
            </a:r>
          </a:p>
        </p:txBody>
      </p:sp>
      <p:sp>
        <p:nvSpPr>
          <p:cNvPr id="18485" name="Rectangle 78"/>
          <p:cNvSpPr>
            <a:spLocks noChangeArrowheads="1"/>
          </p:cNvSpPr>
          <p:nvPr/>
        </p:nvSpPr>
        <p:spPr bwMode="auto">
          <a:xfrm>
            <a:off x="2573532" y="2864367"/>
            <a:ext cx="679203" cy="383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b="1" dirty="0">
                <a:solidFill>
                  <a:schemeClr val="bg1"/>
                </a:solidFill>
                <a:ea typeface="黑体" pitchFamily="49" charset="-122"/>
              </a:rPr>
              <a:t>装入</a:t>
            </a:r>
          </a:p>
        </p:txBody>
      </p:sp>
      <p:sp>
        <p:nvSpPr>
          <p:cNvPr id="18486" name="Line 79"/>
          <p:cNvSpPr>
            <a:spLocks noChangeShapeType="1"/>
          </p:cNvSpPr>
          <p:nvPr/>
        </p:nvSpPr>
        <p:spPr bwMode="auto">
          <a:xfrm>
            <a:off x="2292052" y="3200994"/>
            <a:ext cx="0" cy="285816"/>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solidFill>
                <a:srgbClr val="4D4D4D"/>
              </a:solidFill>
            </a:endParaRPr>
          </a:p>
        </p:txBody>
      </p:sp>
      <p:sp>
        <p:nvSpPr>
          <p:cNvPr id="18487" name="Line 80"/>
          <p:cNvSpPr>
            <a:spLocks noChangeShapeType="1"/>
          </p:cNvSpPr>
          <p:nvPr/>
        </p:nvSpPr>
        <p:spPr bwMode="auto">
          <a:xfrm>
            <a:off x="3612680" y="3202583"/>
            <a:ext cx="0" cy="285816"/>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solidFill>
                <a:srgbClr val="4D4D4D"/>
              </a:solidFill>
            </a:endParaRPr>
          </a:p>
        </p:txBody>
      </p:sp>
      <p:sp>
        <p:nvSpPr>
          <p:cNvPr id="61" name="Freeform 19"/>
          <p:cNvSpPr>
            <a:spLocks/>
          </p:cNvSpPr>
          <p:nvPr/>
        </p:nvSpPr>
        <p:spPr bwMode="auto">
          <a:xfrm>
            <a:off x="4528074" y="5846210"/>
            <a:ext cx="5399100" cy="2678"/>
          </a:xfrm>
          <a:custGeom>
            <a:avLst/>
            <a:gdLst>
              <a:gd name="T0" fmla="*/ 0 w 3002"/>
              <a:gd name="T1" fmla="*/ 0 h 3"/>
              <a:gd name="T2" fmla="*/ 3002 w 3002"/>
              <a:gd name="T3" fmla="*/ 3 h 3"/>
            </a:gdLst>
            <a:ahLst/>
            <a:cxnLst>
              <a:cxn ang="0">
                <a:pos x="T0" y="T1"/>
              </a:cxn>
              <a:cxn ang="0">
                <a:pos x="T2" y="T3"/>
              </a:cxn>
            </a:cxnLst>
            <a:rect l="0" t="0" r="r" b="b"/>
            <a:pathLst>
              <a:path w="3002" h="3">
                <a:moveTo>
                  <a:pt x="0" y="0"/>
                </a:moveTo>
                <a:lnTo>
                  <a:pt x="3002" y="3"/>
                </a:lnTo>
              </a:path>
            </a:pathLst>
          </a:custGeom>
          <a:noFill/>
          <a:ln w="38100" cap="flat" cmpd="sng">
            <a:solidFill>
              <a:schemeClr val="tx1"/>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62" name="Rectangle 20"/>
          <p:cNvSpPr>
            <a:spLocks noChangeArrowheads="1"/>
          </p:cNvSpPr>
          <p:nvPr/>
        </p:nvSpPr>
        <p:spPr bwMode="auto">
          <a:xfrm>
            <a:off x="8857064" y="5500838"/>
            <a:ext cx="2278702" cy="426584"/>
          </a:xfrm>
          <a:prstGeom prst="rect">
            <a:avLst/>
          </a:prstGeom>
          <a:solidFill>
            <a:srgbClr val="0070C0"/>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63" name="Rectangle 47"/>
          <p:cNvSpPr>
            <a:spLocks noChangeArrowheads="1"/>
          </p:cNvSpPr>
          <p:nvPr/>
        </p:nvSpPr>
        <p:spPr bwMode="auto">
          <a:xfrm>
            <a:off x="334566" y="5490974"/>
            <a:ext cx="1826153" cy="459100"/>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2400" b="1" dirty="0" smtClean="0">
                <a:solidFill>
                  <a:srgbClr val="4D4D4D"/>
                </a:solidFill>
                <a:latin typeface="黑体" pitchFamily="49" charset="-122"/>
                <a:ea typeface="黑体" pitchFamily="49" charset="-122"/>
              </a:rPr>
              <a:t>数据链路层</a:t>
            </a:r>
            <a:endParaRPr kumimoji="1" lang="zh-CN" altLang="en-US" sz="2400" b="1" dirty="0">
              <a:solidFill>
                <a:srgbClr val="4D4D4D"/>
              </a:solidFill>
              <a:latin typeface="黑体" pitchFamily="49" charset="-122"/>
              <a:ea typeface="黑体" pitchFamily="49" charset="-122"/>
            </a:endParaRPr>
          </a:p>
        </p:txBody>
      </p:sp>
      <p:sp>
        <p:nvSpPr>
          <p:cNvPr id="64" name="Rectangle 48"/>
          <p:cNvSpPr>
            <a:spLocks noChangeArrowheads="1"/>
          </p:cNvSpPr>
          <p:nvPr/>
        </p:nvSpPr>
        <p:spPr bwMode="auto">
          <a:xfrm>
            <a:off x="2360879" y="5500838"/>
            <a:ext cx="2278702" cy="426584"/>
          </a:xfrm>
          <a:prstGeom prst="rect">
            <a:avLst/>
          </a:prstGeom>
          <a:solidFill>
            <a:srgbClr val="008000"/>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65" name="Rectangle 49"/>
          <p:cNvSpPr>
            <a:spLocks noChangeArrowheads="1"/>
          </p:cNvSpPr>
          <p:nvPr/>
        </p:nvSpPr>
        <p:spPr bwMode="auto">
          <a:xfrm>
            <a:off x="2972164" y="5085979"/>
            <a:ext cx="101470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4D4D4D"/>
                </a:solidFill>
                <a:latin typeface="黑体" pitchFamily="49" charset="-122"/>
                <a:ea typeface="黑体" pitchFamily="49" charset="-122"/>
              </a:rPr>
              <a:t>节</a:t>
            </a:r>
            <a:r>
              <a:rPr kumimoji="1" lang="zh-CN" altLang="en-US" sz="2000" b="1" dirty="0" smtClean="0">
                <a:solidFill>
                  <a:srgbClr val="4D4D4D"/>
                </a:solidFill>
                <a:latin typeface="黑体" pitchFamily="49" charset="-122"/>
                <a:ea typeface="黑体" pitchFamily="49" charset="-122"/>
              </a:rPr>
              <a:t>点 </a:t>
            </a:r>
            <a:r>
              <a:rPr kumimoji="1" lang="en-US" altLang="zh-CN" sz="2000" b="1" dirty="0">
                <a:solidFill>
                  <a:srgbClr val="4D4D4D"/>
                </a:solidFill>
                <a:latin typeface="Arial" pitchFamily="34" charset="0"/>
                <a:ea typeface="黑体" pitchFamily="49" charset="-122"/>
                <a:cs typeface="Arial" pitchFamily="34" charset="0"/>
              </a:rPr>
              <a:t>A</a:t>
            </a:r>
          </a:p>
        </p:txBody>
      </p:sp>
      <p:sp>
        <p:nvSpPr>
          <p:cNvPr id="66" name="Rectangle 50"/>
          <p:cNvSpPr>
            <a:spLocks noChangeArrowheads="1"/>
          </p:cNvSpPr>
          <p:nvPr/>
        </p:nvSpPr>
        <p:spPr bwMode="auto">
          <a:xfrm>
            <a:off x="9448272" y="5085979"/>
            <a:ext cx="101470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4D4D4D"/>
                </a:solidFill>
                <a:latin typeface="黑体" pitchFamily="49" charset="-122"/>
                <a:ea typeface="黑体" pitchFamily="49" charset="-122"/>
              </a:rPr>
              <a:t>节</a:t>
            </a:r>
            <a:r>
              <a:rPr kumimoji="1" lang="zh-CN" altLang="en-US" sz="2000" b="1" dirty="0" smtClean="0">
                <a:solidFill>
                  <a:srgbClr val="4D4D4D"/>
                </a:solidFill>
                <a:latin typeface="黑体" pitchFamily="49" charset="-122"/>
                <a:ea typeface="黑体" pitchFamily="49" charset="-122"/>
              </a:rPr>
              <a:t>点 </a:t>
            </a:r>
            <a:r>
              <a:rPr kumimoji="1" lang="en-US" altLang="zh-CN" sz="2000" b="1" dirty="0">
                <a:solidFill>
                  <a:srgbClr val="4D4D4D"/>
                </a:solidFill>
                <a:latin typeface="Arial" pitchFamily="34" charset="0"/>
                <a:ea typeface="黑体" pitchFamily="49" charset="-122"/>
                <a:cs typeface="Arial" pitchFamily="34" charset="0"/>
              </a:rPr>
              <a:t>B</a:t>
            </a:r>
          </a:p>
        </p:txBody>
      </p:sp>
      <p:grpSp>
        <p:nvGrpSpPr>
          <p:cNvPr id="67" name="Group 51"/>
          <p:cNvGrpSpPr>
            <a:grpSpLocks/>
          </p:cNvGrpSpPr>
          <p:nvPr/>
        </p:nvGrpSpPr>
        <p:grpSpPr bwMode="auto">
          <a:xfrm>
            <a:off x="4195241" y="5550819"/>
            <a:ext cx="1107877" cy="307891"/>
            <a:chOff x="1701" y="2600"/>
            <a:chExt cx="616" cy="345"/>
          </a:xfrm>
        </p:grpSpPr>
        <p:grpSp>
          <p:nvGrpSpPr>
            <p:cNvPr id="77" name="Group 52"/>
            <p:cNvGrpSpPr>
              <a:grpSpLocks/>
            </p:cNvGrpSpPr>
            <p:nvPr/>
          </p:nvGrpSpPr>
          <p:grpSpPr bwMode="auto">
            <a:xfrm>
              <a:off x="1701" y="2652"/>
              <a:ext cx="616" cy="234"/>
              <a:chOff x="1701" y="2652"/>
              <a:chExt cx="616" cy="234"/>
            </a:xfrm>
          </p:grpSpPr>
          <p:sp>
            <p:nvSpPr>
              <p:cNvPr id="79" name="AutoShape 53"/>
              <p:cNvSpPr>
                <a:spLocks noChangeArrowheads="1"/>
              </p:cNvSpPr>
              <p:nvPr/>
            </p:nvSpPr>
            <p:spPr bwMode="auto">
              <a:xfrm>
                <a:off x="2045" y="2731"/>
                <a:ext cx="272" cy="136"/>
              </a:xfrm>
              <a:prstGeom prst="rightArrow">
                <a:avLst>
                  <a:gd name="adj1" fmla="val 50000"/>
                  <a:gd name="adj2" fmla="val 50000"/>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80" name="Rectangle 54"/>
              <p:cNvSpPr>
                <a:spLocks noChangeArrowheads="1"/>
              </p:cNvSpPr>
              <p:nvPr/>
            </p:nvSpPr>
            <p:spPr bwMode="auto">
              <a:xfrm>
                <a:off x="1701" y="2652"/>
                <a:ext cx="408" cy="234"/>
              </a:xfrm>
              <a:prstGeom prst="rect">
                <a:avLst/>
              </a:prstGeom>
              <a:solidFill>
                <a:schemeClr val="bg1"/>
              </a:solidFill>
              <a:ln w="12700">
                <a:solidFill>
                  <a:schemeClr val="tx1"/>
                </a:solidFill>
                <a:miter lim="800000"/>
                <a:headEnd/>
                <a:tailEnd/>
              </a:ln>
              <a:effectLst/>
            </p:spPr>
            <p:txBody>
              <a:bodyPr wrap="none" anchor="ctr"/>
              <a:lstStyle/>
              <a:p>
                <a:pPr algn="ctr" defTabSz="762000" eaLnBrk="0" hangingPunct="0"/>
                <a:endParaRPr kumimoji="1" lang="zh-CN" altLang="zh-CN" sz="1200" b="1">
                  <a:solidFill>
                    <a:srgbClr val="000099"/>
                  </a:solidFill>
                  <a:latin typeface="微软雅黑" pitchFamily="34" charset="-122"/>
                  <a:ea typeface="微软雅黑" pitchFamily="34" charset="-122"/>
                </a:endParaRPr>
              </a:p>
            </p:txBody>
          </p:sp>
        </p:grpSp>
        <p:sp>
          <p:nvSpPr>
            <p:cNvPr id="78" name="Text Box 55"/>
            <p:cNvSpPr txBox="1">
              <a:spLocks noChangeArrowheads="1"/>
            </p:cNvSpPr>
            <p:nvPr/>
          </p:nvSpPr>
          <p:spPr bwMode="auto">
            <a:xfrm>
              <a:off x="1792" y="2600"/>
              <a:ext cx="203" cy="345"/>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400" b="1" dirty="0">
                  <a:solidFill>
                    <a:srgbClr val="CC00CC"/>
                  </a:solidFill>
                  <a:latin typeface="微软雅黑" pitchFamily="34" charset="-122"/>
                  <a:ea typeface="微软雅黑" pitchFamily="34" charset="-122"/>
                </a:rPr>
                <a:t>帧</a:t>
              </a:r>
            </a:p>
          </p:txBody>
        </p:sp>
      </p:grpSp>
      <p:sp>
        <p:nvSpPr>
          <p:cNvPr id="68" name="Rectangle 57"/>
          <p:cNvSpPr>
            <a:spLocks noChangeArrowheads="1"/>
          </p:cNvSpPr>
          <p:nvPr/>
        </p:nvSpPr>
        <p:spPr bwMode="auto">
          <a:xfrm>
            <a:off x="4697924" y="6211054"/>
            <a:ext cx="4083088"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2400" b="1" dirty="0" smtClean="0">
                <a:solidFill>
                  <a:srgbClr val="000099"/>
                </a:solidFill>
                <a:latin typeface="黑体" pitchFamily="49" charset="-122"/>
                <a:ea typeface="黑体" pitchFamily="49" charset="-122"/>
              </a:rPr>
              <a:t>只考虑数据链路层</a:t>
            </a:r>
            <a:endParaRPr kumimoji="1" lang="en-US" altLang="zh-CN" sz="2400" b="1" dirty="0">
              <a:solidFill>
                <a:srgbClr val="000099"/>
              </a:solidFill>
              <a:latin typeface="黑体" pitchFamily="49" charset="-122"/>
              <a:ea typeface="黑体" pitchFamily="49" charset="-122"/>
            </a:endParaRPr>
          </a:p>
        </p:txBody>
      </p:sp>
      <p:sp>
        <p:nvSpPr>
          <p:cNvPr id="69" name="Rectangle 58"/>
          <p:cNvSpPr>
            <a:spLocks noChangeArrowheads="1"/>
          </p:cNvSpPr>
          <p:nvPr/>
        </p:nvSpPr>
        <p:spPr bwMode="auto">
          <a:xfrm>
            <a:off x="4691737" y="5229994"/>
            <a:ext cx="69891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黑体" pitchFamily="49" charset="-122"/>
                <a:ea typeface="黑体" pitchFamily="49" charset="-122"/>
              </a:rPr>
              <a:t>发送</a:t>
            </a:r>
          </a:p>
        </p:txBody>
      </p:sp>
      <p:sp>
        <p:nvSpPr>
          <p:cNvPr id="71" name="Rectangle 64"/>
          <p:cNvSpPr>
            <a:spLocks noChangeArrowheads="1"/>
          </p:cNvSpPr>
          <p:nvPr/>
        </p:nvSpPr>
        <p:spPr bwMode="auto">
          <a:xfrm>
            <a:off x="8020846" y="5229994"/>
            <a:ext cx="69570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黑体" pitchFamily="49" charset="-122"/>
                <a:ea typeface="黑体" pitchFamily="49" charset="-122"/>
              </a:rPr>
              <a:t>接收</a:t>
            </a:r>
          </a:p>
        </p:txBody>
      </p:sp>
      <p:sp>
        <p:nvSpPr>
          <p:cNvPr id="72" name="Rectangle 65"/>
          <p:cNvSpPr>
            <a:spLocks noChangeArrowheads="1"/>
          </p:cNvSpPr>
          <p:nvPr/>
        </p:nvSpPr>
        <p:spPr bwMode="auto">
          <a:xfrm>
            <a:off x="6331525" y="5840561"/>
            <a:ext cx="69891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4D4D4D"/>
                </a:solidFill>
                <a:latin typeface="黑体" pitchFamily="49" charset="-122"/>
                <a:ea typeface="黑体" pitchFamily="49" charset="-122"/>
              </a:rPr>
              <a:t>链路</a:t>
            </a:r>
          </a:p>
        </p:txBody>
      </p:sp>
      <p:sp>
        <p:nvSpPr>
          <p:cNvPr id="18469" name="Line 39"/>
          <p:cNvSpPr>
            <a:spLocks noChangeShapeType="1"/>
          </p:cNvSpPr>
          <p:nvPr/>
        </p:nvSpPr>
        <p:spPr bwMode="auto">
          <a:xfrm rot="5400000">
            <a:off x="2945961" y="4301387"/>
            <a:ext cx="304871" cy="0"/>
          </a:xfrm>
          <a:prstGeom prst="line">
            <a:avLst/>
          </a:prstGeom>
          <a:noFill/>
          <a:ln w="28575">
            <a:solidFill>
              <a:schemeClr val="tx1"/>
            </a:solidFill>
            <a:round/>
            <a:headEnd/>
            <a:tailEnd type="triangle" w="sm" len="med"/>
          </a:ln>
          <a:extLst>
            <a:ext uri="{909E8E84-426E-40DD-AFC4-6F175D3DCCD1}">
              <a14:hiddenFill xmlns:a14="http://schemas.microsoft.com/office/drawing/2010/main">
                <a:noFill/>
              </a14:hiddenFill>
            </a:ext>
          </a:extLst>
        </p:spPr>
        <p:txBody>
          <a:bodyPr lIns="108850" tIns="54425" rIns="108850" bIns="54425"/>
          <a:lstStyle/>
          <a:p>
            <a:endParaRPr lang="zh-CN" altLang="en-US" b="1">
              <a:solidFill>
                <a:srgbClr val="4D4D4D"/>
              </a:solidFill>
            </a:endParaRPr>
          </a:p>
        </p:txBody>
      </p:sp>
    </p:spTree>
    <p:extLst>
      <p:ext uri="{BB962C8B-B14F-4D97-AF65-F5344CB8AC3E}">
        <p14:creationId xmlns:p14="http://schemas.microsoft.com/office/powerpoint/2010/main" val="20778424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0" presetClass="path" presetSubtype="0" accel="50000" decel="50000" fill="hold" nodeType="clickEffect">
                                  <p:stCondLst>
                                    <p:cond delay="0"/>
                                  </p:stCondLst>
                                  <p:childTnLst>
                                    <p:animMotion origin="layout" path="M 4.58333E-6 1.11111E-6 L 0.34922 0.00023 " pathEditMode="relative" ptsTypes="AA">
                                      <p:cBhvr>
                                        <p:cTn id="32" dur="2000" fill="hold"/>
                                        <p:tgtEl>
                                          <p:spTgt spid="6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62" grpId="0" animBg="1"/>
      <p:bldP spid="63" grpId="0"/>
      <p:bldP spid="64" grpId="0" animBg="1"/>
      <p:bldP spid="65" grpId="0"/>
      <p:bldP spid="66" grpId="0"/>
      <p:bldP spid="68" grpId="0"/>
      <p:bldP spid="69" grpId="0"/>
      <p:bldP spid="71" grpId="0"/>
      <p:bldP spid="7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idx="1"/>
          </p:nvPr>
        </p:nvSpPr>
        <p:spPr/>
        <p:txBody>
          <a:bodyPr/>
          <a:lstStyle/>
          <a:p>
            <a:r>
              <a:rPr lang="zh-CN" altLang="en-US" sz="3200" b="1" dirty="0">
                <a:solidFill>
                  <a:srgbClr val="4D4D4D"/>
                </a:solidFill>
              </a:rPr>
              <a:t>封装成帧</a:t>
            </a:r>
          </a:p>
          <a:p>
            <a:r>
              <a:rPr lang="zh-CN" altLang="en-US" sz="3200" b="1" dirty="0">
                <a:solidFill>
                  <a:srgbClr val="4D4D4D"/>
                </a:solidFill>
              </a:rPr>
              <a:t>透明传输</a:t>
            </a:r>
          </a:p>
          <a:p>
            <a:r>
              <a:rPr lang="zh-CN" altLang="en-US" sz="3200" b="1" dirty="0">
                <a:solidFill>
                  <a:srgbClr val="4D4D4D"/>
                </a:solidFill>
              </a:rPr>
              <a:t>差错检测 </a:t>
            </a:r>
          </a:p>
          <a:p>
            <a:endParaRPr lang="zh-CN" altLang="en-US" b="1" dirty="0"/>
          </a:p>
        </p:txBody>
      </p:sp>
      <p:sp>
        <p:nvSpPr>
          <p:cNvPr id="21506" name="Rectangle 2"/>
          <p:cNvSpPr>
            <a:spLocks noGrp="1" noChangeArrowheads="1"/>
          </p:cNvSpPr>
          <p:nvPr>
            <p:ph type="title"/>
          </p:nvPr>
        </p:nvSpPr>
        <p:spPr/>
        <p:txBody>
          <a:bodyPr/>
          <a:lstStyle/>
          <a:p>
            <a:r>
              <a:rPr lang="en-US" altLang="zh-CN" dirty="0" smtClean="0"/>
              <a:t>3.1.2 </a:t>
            </a:r>
            <a:r>
              <a:rPr lang="zh-CN" altLang="en-US" sz="4000" dirty="0" smtClean="0">
                <a:solidFill>
                  <a:srgbClr val="FFFFFF"/>
                </a:solidFill>
              </a:rPr>
              <a:t>三</a:t>
            </a:r>
            <a:r>
              <a:rPr lang="zh-CN" altLang="en-US" sz="4000" dirty="0">
                <a:solidFill>
                  <a:srgbClr val="FFFFFF"/>
                </a:solidFill>
              </a:rPr>
              <a:t>个基本问题</a:t>
            </a:r>
          </a:p>
        </p:txBody>
      </p:sp>
    </p:spTree>
    <p:extLst>
      <p:ext uri="{BB962C8B-B14F-4D97-AF65-F5344CB8AC3E}">
        <p14:creationId xmlns:p14="http://schemas.microsoft.com/office/powerpoint/2010/main" val="707336613"/>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42800" y="1267199"/>
            <a:ext cx="11557062" cy="4896000"/>
          </a:xfrm>
        </p:spPr>
        <p:txBody>
          <a:bodyPr/>
          <a:lstStyle/>
          <a:p>
            <a:r>
              <a:rPr lang="zh-CN" altLang="en-US" b="1" dirty="0">
                <a:solidFill>
                  <a:srgbClr val="C00000"/>
                </a:solidFill>
              </a:rPr>
              <a:t>封装成帧</a:t>
            </a:r>
            <a:r>
              <a:rPr lang="en-US" altLang="zh-CN" b="1" dirty="0"/>
              <a:t>(framing)</a:t>
            </a:r>
            <a:r>
              <a:rPr lang="zh-CN" altLang="en-US" b="1" dirty="0"/>
              <a:t>就是在一段数据的前后分别添加首部和尾部</a:t>
            </a:r>
            <a:r>
              <a:rPr lang="zh-CN" altLang="en-US" b="1" dirty="0" smtClean="0"/>
              <a:t>，把它构成一</a:t>
            </a:r>
            <a:r>
              <a:rPr lang="zh-CN" altLang="en-US" b="1" dirty="0"/>
              <a:t>个</a:t>
            </a:r>
            <a:r>
              <a:rPr lang="zh-CN" altLang="en-US" b="1" dirty="0" smtClean="0"/>
              <a:t>帧。发送帧时，从首部开始发送。</a:t>
            </a:r>
            <a:endParaRPr lang="zh-CN" altLang="en-US" b="1" dirty="0"/>
          </a:p>
          <a:p>
            <a:r>
              <a:rPr lang="zh-CN" altLang="en-US" b="1" dirty="0"/>
              <a:t>首部和尾部的一个重要作用</a:t>
            </a:r>
            <a:r>
              <a:rPr lang="zh-CN" altLang="en-US" b="1" dirty="0" smtClean="0"/>
              <a:t>就是</a:t>
            </a:r>
            <a:r>
              <a:rPr lang="zh-CN" altLang="en-US" b="1" dirty="0" smtClean="0">
                <a:solidFill>
                  <a:schemeClr val="tx2">
                    <a:lumMod val="60000"/>
                    <a:lumOff val="40000"/>
                  </a:schemeClr>
                </a:solidFill>
              </a:rPr>
              <a:t>帧</a:t>
            </a:r>
            <a:r>
              <a:rPr lang="zh-CN" altLang="en-US" b="1" dirty="0">
                <a:solidFill>
                  <a:schemeClr val="tx2">
                    <a:lumMod val="60000"/>
                    <a:lumOff val="40000"/>
                  </a:schemeClr>
                </a:solidFill>
              </a:rPr>
              <a:t>定</a:t>
            </a:r>
            <a:r>
              <a:rPr lang="zh-CN" altLang="en-US" b="1" dirty="0" smtClean="0">
                <a:solidFill>
                  <a:schemeClr val="tx2">
                    <a:lumMod val="60000"/>
                    <a:lumOff val="40000"/>
                  </a:schemeClr>
                </a:solidFill>
              </a:rPr>
              <a:t>界</a:t>
            </a:r>
            <a:r>
              <a:rPr lang="zh-CN" altLang="en-US" b="1" dirty="0" smtClean="0"/>
              <a:t>（确定帧的界限）。</a:t>
            </a:r>
            <a:r>
              <a:rPr lang="zh-CN" altLang="en-US" sz="2400" b="1" dirty="0" smtClean="0">
                <a:ea typeface="黑体" pitchFamily="49" charset="-122"/>
              </a:rPr>
              <a:t>  </a:t>
            </a:r>
            <a:endParaRPr lang="zh-CN" altLang="en-US" sz="2400" b="1" dirty="0">
              <a:ea typeface="黑体" pitchFamily="49" charset="-122"/>
            </a:endParaRPr>
          </a:p>
        </p:txBody>
      </p:sp>
      <p:sp>
        <p:nvSpPr>
          <p:cNvPr id="23554" name="Rectangle 2"/>
          <p:cNvSpPr>
            <a:spLocks noGrp="1" noChangeArrowheads="1"/>
          </p:cNvSpPr>
          <p:nvPr>
            <p:ph type="title"/>
          </p:nvPr>
        </p:nvSpPr>
        <p:spPr/>
        <p:txBody>
          <a:bodyPr/>
          <a:lstStyle/>
          <a:p>
            <a:r>
              <a:rPr lang="en-US" altLang="zh-CN" dirty="0"/>
              <a:t>3.1.2 </a:t>
            </a:r>
            <a:r>
              <a:rPr lang="zh-CN" altLang="en-US" dirty="0"/>
              <a:t>三个基本问题</a:t>
            </a:r>
            <a:endParaRPr lang="zh-CN" altLang="en-US" sz="4000" dirty="0">
              <a:solidFill>
                <a:srgbClr val="FFFFFF"/>
              </a:solidFill>
            </a:endParaRPr>
          </a:p>
        </p:txBody>
      </p:sp>
      <p:sp>
        <p:nvSpPr>
          <p:cNvPr id="23556" name="Text Box 5"/>
          <p:cNvSpPr txBox="1">
            <a:spLocks noChangeArrowheads="1"/>
          </p:cNvSpPr>
          <p:nvPr/>
        </p:nvSpPr>
        <p:spPr bwMode="auto">
          <a:xfrm>
            <a:off x="10101535" y="3931082"/>
            <a:ext cx="1335516" cy="556189"/>
          </a:xfrm>
          <a:prstGeom prst="rect">
            <a:avLst/>
          </a:prstGeom>
          <a:noFill/>
          <a:ln>
            <a:noFill/>
          </a:ln>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900">
                <a:solidFill>
                  <a:srgbClr val="111111"/>
                </a:solidFill>
                <a:latin typeface="Arial" charset="0"/>
              </a:rPr>
              <a:t>帧结束</a:t>
            </a:r>
          </a:p>
        </p:txBody>
      </p:sp>
      <p:sp>
        <p:nvSpPr>
          <p:cNvPr id="23557" name="Rectangle 6"/>
          <p:cNvSpPr>
            <a:spLocks noChangeArrowheads="1"/>
          </p:cNvSpPr>
          <p:nvPr/>
        </p:nvSpPr>
        <p:spPr bwMode="auto">
          <a:xfrm>
            <a:off x="1940731" y="4880627"/>
            <a:ext cx="1591526" cy="597038"/>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lIns="108850" tIns="54425" rIns="108850" bIns="54425" anchor="ctr"/>
          <a:lstStyle/>
          <a:p>
            <a:pPr algn="ctr" eaLnBrk="1" hangingPunct="1"/>
            <a:r>
              <a:rPr kumimoji="1" lang="zh-CN" altLang="en-US" sz="2900" b="1">
                <a:solidFill>
                  <a:srgbClr val="111111"/>
                </a:solidFill>
                <a:ea typeface="黑体" pitchFamily="49" charset="-122"/>
              </a:rPr>
              <a:t>帧首部</a:t>
            </a:r>
          </a:p>
        </p:txBody>
      </p:sp>
      <p:sp>
        <p:nvSpPr>
          <p:cNvPr id="23558" name="Rectangle 7"/>
          <p:cNvSpPr>
            <a:spLocks noChangeArrowheads="1"/>
          </p:cNvSpPr>
          <p:nvPr/>
        </p:nvSpPr>
        <p:spPr bwMode="auto">
          <a:xfrm>
            <a:off x="3532258" y="3807228"/>
            <a:ext cx="5703673" cy="597038"/>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lIns="108850" tIns="54425" rIns="108850" bIns="54425" anchor="ctr"/>
          <a:lstStyle/>
          <a:p>
            <a:pPr algn="ctr" eaLnBrk="1" hangingPunct="1"/>
            <a:r>
              <a:rPr kumimoji="1" lang="en-US" altLang="zh-CN" sz="2900" b="1" dirty="0">
                <a:solidFill>
                  <a:srgbClr val="111111"/>
                </a:solidFill>
                <a:ea typeface="黑体" pitchFamily="49" charset="-122"/>
              </a:rPr>
              <a:t>IP </a:t>
            </a:r>
            <a:r>
              <a:rPr kumimoji="1" lang="zh-CN" altLang="en-US" sz="2900" b="1" dirty="0">
                <a:solidFill>
                  <a:srgbClr val="111111"/>
                </a:solidFill>
                <a:ea typeface="黑体" pitchFamily="49" charset="-122"/>
              </a:rPr>
              <a:t>数据报</a:t>
            </a:r>
          </a:p>
        </p:txBody>
      </p:sp>
      <p:sp>
        <p:nvSpPr>
          <p:cNvPr id="23559" name="Rectangle 8"/>
          <p:cNvSpPr>
            <a:spLocks noChangeArrowheads="1"/>
          </p:cNvSpPr>
          <p:nvPr/>
        </p:nvSpPr>
        <p:spPr bwMode="auto">
          <a:xfrm>
            <a:off x="3532258" y="4880627"/>
            <a:ext cx="5703673" cy="597038"/>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lIns="108850" tIns="54425" rIns="108850" bIns="54425" anchor="ctr"/>
          <a:lstStyle/>
          <a:p>
            <a:pPr algn="ctr" eaLnBrk="1" hangingPunct="1"/>
            <a:r>
              <a:rPr kumimoji="1" lang="zh-CN" altLang="en-US" sz="2900" b="1">
                <a:solidFill>
                  <a:srgbClr val="111111"/>
                </a:solidFill>
                <a:ea typeface="黑体" pitchFamily="49" charset="-122"/>
              </a:rPr>
              <a:t>帧的数据部分</a:t>
            </a:r>
          </a:p>
        </p:txBody>
      </p:sp>
      <p:sp>
        <p:nvSpPr>
          <p:cNvPr id="23560" name="Rectangle 9"/>
          <p:cNvSpPr>
            <a:spLocks noChangeArrowheads="1"/>
          </p:cNvSpPr>
          <p:nvPr/>
        </p:nvSpPr>
        <p:spPr bwMode="auto">
          <a:xfrm>
            <a:off x="9235931" y="4880627"/>
            <a:ext cx="1591526" cy="597038"/>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lIns="108850" tIns="54425" rIns="108850" bIns="54425" anchor="ctr"/>
          <a:lstStyle/>
          <a:p>
            <a:pPr algn="ctr" eaLnBrk="1" hangingPunct="1"/>
            <a:r>
              <a:rPr kumimoji="1" lang="zh-CN" altLang="en-US" sz="2900" b="1">
                <a:solidFill>
                  <a:srgbClr val="111111"/>
                </a:solidFill>
                <a:ea typeface="黑体" pitchFamily="49" charset="-122"/>
              </a:rPr>
              <a:t>帧尾部</a:t>
            </a:r>
          </a:p>
        </p:txBody>
      </p:sp>
      <p:sp>
        <p:nvSpPr>
          <p:cNvPr id="23561" name="Line 10"/>
          <p:cNvSpPr>
            <a:spLocks noChangeShapeType="1"/>
          </p:cNvSpPr>
          <p:nvPr/>
        </p:nvSpPr>
        <p:spPr bwMode="auto">
          <a:xfrm>
            <a:off x="3532258" y="5834935"/>
            <a:ext cx="5703673" cy="0"/>
          </a:xfrm>
          <a:prstGeom prst="line">
            <a:avLst/>
          </a:prstGeom>
          <a:noFill/>
          <a:ln w="2857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3562" name="Line 11"/>
          <p:cNvSpPr>
            <a:spLocks noChangeShapeType="1"/>
          </p:cNvSpPr>
          <p:nvPr/>
        </p:nvSpPr>
        <p:spPr bwMode="auto">
          <a:xfrm>
            <a:off x="1940731" y="6312883"/>
            <a:ext cx="8886726" cy="0"/>
          </a:xfrm>
          <a:prstGeom prst="line">
            <a:avLst/>
          </a:prstGeom>
          <a:noFill/>
          <a:ln w="2857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3563" name="Line 12"/>
          <p:cNvSpPr>
            <a:spLocks noChangeShapeType="1"/>
          </p:cNvSpPr>
          <p:nvPr/>
        </p:nvSpPr>
        <p:spPr bwMode="auto">
          <a:xfrm>
            <a:off x="1940731" y="5596756"/>
            <a:ext cx="0" cy="1073398"/>
          </a:xfrm>
          <a:prstGeom prst="line">
            <a:avLst/>
          </a:prstGeom>
          <a:noFill/>
          <a:ln w="57150">
            <a:solidFill>
              <a:schemeClr val="folHlink"/>
            </a:solidFill>
            <a:round/>
            <a:headEnd type="triangle" w="sm" len="me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3564" name="Line 13"/>
          <p:cNvSpPr>
            <a:spLocks noChangeShapeType="1"/>
          </p:cNvSpPr>
          <p:nvPr/>
        </p:nvSpPr>
        <p:spPr bwMode="auto">
          <a:xfrm>
            <a:off x="10827457" y="5596756"/>
            <a:ext cx="0" cy="107339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3565" name="Line 14"/>
          <p:cNvSpPr>
            <a:spLocks noChangeShapeType="1"/>
          </p:cNvSpPr>
          <p:nvPr/>
        </p:nvSpPr>
        <p:spPr bwMode="auto">
          <a:xfrm>
            <a:off x="3532257" y="5596756"/>
            <a:ext cx="0" cy="47794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3566" name="Line 15"/>
          <p:cNvSpPr>
            <a:spLocks noChangeShapeType="1"/>
          </p:cNvSpPr>
          <p:nvPr/>
        </p:nvSpPr>
        <p:spPr bwMode="auto">
          <a:xfrm>
            <a:off x="9235931" y="5596756"/>
            <a:ext cx="0" cy="47794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3567" name="Text Box 16"/>
          <p:cNvSpPr txBox="1">
            <a:spLocks noChangeArrowheads="1"/>
          </p:cNvSpPr>
          <p:nvPr/>
        </p:nvSpPr>
        <p:spPr bwMode="auto">
          <a:xfrm>
            <a:off x="5654998" y="5588815"/>
            <a:ext cx="1332310" cy="55618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900" dirty="0">
                <a:solidFill>
                  <a:srgbClr val="111111"/>
                </a:solidFill>
                <a:latin typeface="Arial" charset="0"/>
                <a:sym typeface="Symbol" pitchFamily="18" charset="2"/>
              </a:rPr>
              <a:t> </a:t>
            </a:r>
            <a:r>
              <a:rPr kumimoji="1" lang="en-US" altLang="zh-CN" sz="2900" dirty="0">
                <a:solidFill>
                  <a:srgbClr val="111111"/>
                </a:solidFill>
                <a:latin typeface="Arial" charset="0"/>
              </a:rPr>
              <a:t>MTU</a:t>
            </a:r>
          </a:p>
        </p:txBody>
      </p:sp>
      <p:sp>
        <p:nvSpPr>
          <p:cNvPr id="23568" name="Text Box 17"/>
          <p:cNvSpPr txBox="1">
            <a:spLocks noChangeArrowheads="1"/>
          </p:cNvSpPr>
          <p:nvPr/>
        </p:nvSpPr>
        <p:spPr bwMode="auto">
          <a:xfrm>
            <a:off x="4808441" y="6092170"/>
            <a:ext cx="3194999" cy="55618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900">
                <a:solidFill>
                  <a:srgbClr val="111111"/>
                </a:solidFill>
                <a:latin typeface="Arial" charset="0"/>
              </a:rPr>
              <a:t>数据链路层的帧长</a:t>
            </a:r>
          </a:p>
        </p:txBody>
      </p:sp>
      <p:sp>
        <p:nvSpPr>
          <p:cNvPr id="23569" name="AutoShape 18"/>
          <p:cNvSpPr>
            <a:spLocks noChangeArrowheads="1"/>
          </p:cNvSpPr>
          <p:nvPr/>
        </p:nvSpPr>
        <p:spPr bwMode="auto">
          <a:xfrm>
            <a:off x="5919547" y="4404267"/>
            <a:ext cx="929095" cy="595451"/>
          </a:xfrm>
          <a:prstGeom prst="downArrow">
            <a:avLst>
              <a:gd name="adj1" fmla="val 50000"/>
              <a:gd name="adj2" fmla="val 25000"/>
            </a:avLst>
          </a:prstGeom>
          <a:solidFill>
            <a:srgbClr val="66FF33"/>
          </a:solidFill>
          <a:ln w="9525">
            <a:solidFill>
              <a:schemeClr val="tx1"/>
            </a:solidFill>
            <a:miter lim="800000"/>
            <a:headEnd/>
            <a:tailEnd/>
          </a:ln>
          <a:effectLst>
            <a:outerShdw dist="35921" dir="2700000" algn="ctr" rotWithShape="0">
              <a:schemeClr val="bg2"/>
            </a:outerShdw>
          </a:effectLst>
        </p:spPr>
        <p:txBody>
          <a:bodyPr vert="eaVert" wrap="none" lIns="108850" tIns="54425" rIns="108850" bIns="54425" anchor="ctr"/>
          <a:lstStyle/>
          <a:p>
            <a:pPr eaLnBrk="1" hangingPunct="1"/>
            <a:endParaRPr lang="zh-CN" altLang="en-US" b="1">
              <a:solidFill>
                <a:srgbClr val="111111"/>
              </a:solidFill>
            </a:endParaRPr>
          </a:p>
        </p:txBody>
      </p:sp>
      <p:sp>
        <p:nvSpPr>
          <p:cNvPr id="23570" name="Text Box 19"/>
          <p:cNvSpPr txBox="1">
            <a:spLocks noChangeArrowheads="1"/>
          </p:cNvSpPr>
          <p:nvPr/>
        </p:nvSpPr>
        <p:spPr bwMode="auto">
          <a:xfrm>
            <a:off x="804229" y="5662042"/>
            <a:ext cx="963619" cy="1002465"/>
          </a:xfrm>
          <a:prstGeom prst="rect">
            <a:avLst/>
          </a:prstGeom>
          <a:noFill/>
          <a:ln>
            <a:noFill/>
          </a:ln>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900" dirty="0">
                <a:solidFill>
                  <a:srgbClr val="111111"/>
                </a:solidFill>
                <a:latin typeface="Arial" charset="0"/>
              </a:rPr>
              <a:t>开始</a:t>
            </a:r>
          </a:p>
          <a:p>
            <a:pPr eaLnBrk="1" hangingPunct="1"/>
            <a:r>
              <a:rPr kumimoji="1" lang="zh-CN" altLang="en-US" sz="2900" dirty="0">
                <a:solidFill>
                  <a:srgbClr val="111111"/>
                </a:solidFill>
                <a:latin typeface="Arial" charset="0"/>
              </a:rPr>
              <a:t>发送</a:t>
            </a:r>
          </a:p>
        </p:txBody>
      </p:sp>
      <p:sp>
        <p:nvSpPr>
          <p:cNvPr id="23571" name="Line 20"/>
          <p:cNvSpPr>
            <a:spLocks noChangeShapeType="1"/>
          </p:cNvSpPr>
          <p:nvPr/>
        </p:nvSpPr>
        <p:spPr bwMode="auto">
          <a:xfrm flipV="1">
            <a:off x="1951313" y="4423321"/>
            <a:ext cx="0" cy="396967"/>
          </a:xfrm>
          <a:prstGeom prst="line">
            <a:avLst/>
          </a:prstGeom>
          <a:noFill/>
          <a:ln w="38100">
            <a:solidFill>
              <a:schemeClr val="hlink"/>
            </a:solidFill>
            <a:round/>
            <a:headEnd type="triangle" w="med" len="lg"/>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3572" name="Line 21"/>
          <p:cNvSpPr>
            <a:spLocks noChangeShapeType="1"/>
          </p:cNvSpPr>
          <p:nvPr/>
        </p:nvSpPr>
        <p:spPr bwMode="auto">
          <a:xfrm flipV="1">
            <a:off x="10818992" y="4423321"/>
            <a:ext cx="0" cy="396967"/>
          </a:xfrm>
          <a:prstGeom prst="line">
            <a:avLst/>
          </a:prstGeom>
          <a:noFill/>
          <a:ln w="38100">
            <a:solidFill>
              <a:schemeClr val="hlink"/>
            </a:solidFill>
            <a:round/>
            <a:headEnd type="triangle" w="med" len="lg"/>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3573" name="Text Box 22"/>
          <p:cNvSpPr txBox="1">
            <a:spLocks noChangeArrowheads="1"/>
          </p:cNvSpPr>
          <p:nvPr/>
        </p:nvSpPr>
        <p:spPr bwMode="auto">
          <a:xfrm>
            <a:off x="1303697" y="3931082"/>
            <a:ext cx="1335516" cy="556189"/>
          </a:xfrm>
          <a:prstGeom prst="rect">
            <a:avLst/>
          </a:prstGeom>
          <a:noFill/>
          <a:ln>
            <a:noFill/>
          </a:ln>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900" dirty="0">
                <a:solidFill>
                  <a:srgbClr val="111111"/>
                </a:solidFill>
                <a:latin typeface="Arial" charset="0"/>
              </a:rPr>
              <a:t>帧开始</a:t>
            </a:r>
          </a:p>
        </p:txBody>
      </p:sp>
    </p:spTree>
    <p:extLst>
      <p:ext uri="{BB962C8B-B14F-4D97-AF65-F5344CB8AC3E}">
        <p14:creationId xmlns:p14="http://schemas.microsoft.com/office/powerpoint/2010/main" val="41431713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556"/>
                                        </p:tgtEl>
                                        <p:attrNameLst>
                                          <p:attrName>style.visibility</p:attrName>
                                        </p:attrNameLst>
                                      </p:cBhvr>
                                      <p:to>
                                        <p:strVal val="visible"/>
                                      </p:to>
                                    </p:set>
                                    <p:animEffect transition="in" filter="fade">
                                      <p:cBhvr>
                                        <p:cTn id="7" dur="500"/>
                                        <p:tgtEl>
                                          <p:spTgt spid="2355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557"/>
                                        </p:tgtEl>
                                        <p:attrNameLst>
                                          <p:attrName>style.visibility</p:attrName>
                                        </p:attrNameLst>
                                      </p:cBhvr>
                                      <p:to>
                                        <p:strVal val="visible"/>
                                      </p:to>
                                    </p:set>
                                    <p:animEffect transition="in" filter="fade">
                                      <p:cBhvr>
                                        <p:cTn id="10" dur="500"/>
                                        <p:tgtEl>
                                          <p:spTgt spid="2355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3558"/>
                                        </p:tgtEl>
                                        <p:attrNameLst>
                                          <p:attrName>style.visibility</p:attrName>
                                        </p:attrNameLst>
                                      </p:cBhvr>
                                      <p:to>
                                        <p:strVal val="visible"/>
                                      </p:to>
                                    </p:set>
                                    <p:animEffect transition="in" filter="fade">
                                      <p:cBhvr>
                                        <p:cTn id="13" dur="500"/>
                                        <p:tgtEl>
                                          <p:spTgt spid="2355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3559"/>
                                        </p:tgtEl>
                                        <p:attrNameLst>
                                          <p:attrName>style.visibility</p:attrName>
                                        </p:attrNameLst>
                                      </p:cBhvr>
                                      <p:to>
                                        <p:strVal val="visible"/>
                                      </p:to>
                                    </p:set>
                                    <p:animEffect transition="in" filter="fade">
                                      <p:cBhvr>
                                        <p:cTn id="16" dur="500"/>
                                        <p:tgtEl>
                                          <p:spTgt spid="2355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3560"/>
                                        </p:tgtEl>
                                        <p:attrNameLst>
                                          <p:attrName>style.visibility</p:attrName>
                                        </p:attrNameLst>
                                      </p:cBhvr>
                                      <p:to>
                                        <p:strVal val="visible"/>
                                      </p:to>
                                    </p:set>
                                    <p:animEffect transition="in" filter="fade">
                                      <p:cBhvr>
                                        <p:cTn id="19" dur="500"/>
                                        <p:tgtEl>
                                          <p:spTgt spid="2356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3561"/>
                                        </p:tgtEl>
                                        <p:attrNameLst>
                                          <p:attrName>style.visibility</p:attrName>
                                        </p:attrNameLst>
                                      </p:cBhvr>
                                      <p:to>
                                        <p:strVal val="visible"/>
                                      </p:to>
                                    </p:set>
                                    <p:animEffect transition="in" filter="fade">
                                      <p:cBhvr>
                                        <p:cTn id="22" dur="500"/>
                                        <p:tgtEl>
                                          <p:spTgt spid="2356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3562"/>
                                        </p:tgtEl>
                                        <p:attrNameLst>
                                          <p:attrName>style.visibility</p:attrName>
                                        </p:attrNameLst>
                                      </p:cBhvr>
                                      <p:to>
                                        <p:strVal val="visible"/>
                                      </p:to>
                                    </p:set>
                                    <p:animEffect transition="in" filter="fade">
                                      <p:cBhvr>
                                        <p:cTn id="25" dur="500"/>
                                        <p:tgtEl>
                                          <p:spTgt spid="2356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3563"/>
                                        </p:tgtEl>
                                        <p:attrNameLst>
                                          <p:attrName>style.visibility</p:attrName>
                                        </p:attrNameLst>
                                      </p:cBhvr>
                                      <p:to>
                                        <p:strVal val="visible"/>
                                      </p:to>
                                    </p:set>
                                    <p:animEffect transition="in" filter="fade">
                                      <p:cBhvr>
                                        <p:cTn id="28" dur="500"/>
                                        <p:tgtEl>
                                          <p:spTgt spid="2356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564"/>
                                        </p:tgtEl>
                                        <p:attrNameLst>
                                          <p:attrName>style.visibility</p:attrName>
                                        </p:attrNameLst>
                                      </p:cBhvr>
                                      <p:to>
                                        <p:strVal val="visible"/>
                                      </p:to>
                                    </p:set>
                                    <p:animEffect transition="in" filter="fade">
                                      <p:cBhvr>
                                        <p:cTn id="31" dur="500"/>
                                        <p:tgtEl>
                                          <p:spTgt spid="2356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3565"/>
                                        </p:tgtEl>
                                        <p:attrNameLst>
                                          <p:attrName>style.visibility</p:attrName>
                                        </p:attrNameLst>
                                      </p:cBhvr>
                                      <p:to>
                                        <p:strVal val="visible"/>
                                      </p:to>
                                    </p:set>
                                    <p:animEffect transition="in" filter="fade">
                                      <p:cBhvr>
                                        <p:cTn id="34" dur="500"/>
                                        <p:tgtEl>
                                          <p:spTgt spid="2356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3566"/>
                                        </p:tgtEl>
                                        <p:attrNameLst>
                                          <p:attrName>style.visibility</p:attrName>
                                        </p:attrNameLst>
                                      </p:cBhvr>
                                      <p:to>
                                        <p:strVal val="visible"/>
                                      </p:to>
                                    </p:set>
                                    <p:animEffect transition="in" filter="fade">
                                      <p:cBhvr>
                                        <p:cTn id="37" dur="500"/>
                                        <p:tgtEl>
                                          <p:spTgt spid="2356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3567"/>
                                        </p:tgtEl>
                                        <p:attrNameLst>
                                          <p:attrName>style.visibility</p:attrName>
                                        </p:attrNameLst>
                                      </p:cBhvr>
                                      <p:to>
                                        <p:strVal val="visible"/>
                                      </p:to>
                                    </p:set>
                                    <p:animEffect transition="in" filter="fade">
                                      <p:cBhvr>
                                        <p:cTn id="40" dur="500"/>
                                        <p:tgtEl>
                                          <p:spTgt spid="2356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3568"/>
                                        </p:tgtEl>
                                        <p:attrNameLst>
                                          <p:attrName>style.visibility</p:attrName>
                                        </p:attrNameLst>
                                      </p:cBhvr>
                                      <p:to>
                                        <p:strVal val="visible"/>
                                      </p:to>
                                    </p:set>
                                    <p:animEffect transition="in" filter="fade">
                                      <p:cBhvr>
                                        <p:cTn id="43" dur="500"/>
                                        <p:tgtEl>
                                          <p:spTgt spid="2356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3569"/>
                                        </p:tgtEl>
                                        <p:attrNameLst>
                                          <p:attrName>style.visibility</p:attrName>
                                        </p:attrNameLst>
                                      </p:cBhvr>
                                      <p:to>
                                        <p:strVal val="visible"/>
                                      </p:to>
                                    </p:set>
                                    <p:animEffect transition="in" filter="fade">
                                      <p:cBhvr>
                                        <p:cTn id="46" dur="500"/>
                                        <p:tgtEl>
                                          <p:spTgt spid="2356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3570"/>
                                        </p:tgtEl>
                                        <p:attrNameLst>
                                          <p:attrName>style.visibility</p:attrName>
                                        </p:attrNameLst>
                                      </p:cBhvr>
                                      <p:to>
                                        <p:strVal val="visible"/>
                                      </p:to>
                                    </p:set>
                                    <p:animEffect transition="in" filter="fade">
                                      <p:cBhvr>
                                        <p:cTn id="49" dur="500"/>
                                        <p:tgtEl>
                                          <p:spTgt spid="2357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3571"/>
                                        </p:tgtEl>
                                        <p:attrNameLst>
                                          <p:attrName>style.visibility</p:attrName>
                                        </p:attrNameLst>
                                      </p:cBhvr>
                                      <p:to>
                                        <p:strVal val="visible"/>
                                      </p:to>
                                    </p:set>
                                    <p:animEffect transition="in" filter="fade">
                                      <p:cBhvr>
                                        <p:cTn id="52" dur="500"/>
                                        <p:tgtEl>
                                          <p:spTgt spid="2357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3572"/>
                                        </p:tgtEl>
                                        <p:attrNameLst>
                                          <p:attrName>style.visibility</p:attrName>
                                        </p:attrNameLst>
                                      </p:cBhvr>
                                      <p:to>
                                        <p:strVal val="visible"/>
                                      </p:to>
                                    </p:set>
                                    <p:animEffect transition="in" filter="fade">
                                      <p:cBhvr>
                                        <p:cTn id="55" dur="500"/>
                                        <p:tgtEl>
                                          <p:spTgt spid="2357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3573"/>
                                        </p:tgtEl>
                                        <p:attrNameLst>
                                          <p:attrName>style.visibility</p:attrName>
                                        </p:attrNameLst>
                                      </p:cBhvr>
                                      <p:to>
                                        <p:strVal val="visible"/>
                                      </p:to>
                                    </p:set>
                                    <p:animEffect transition="in" filter="fade">
                                      <p:cBhvr>
                                        <p:cTn id="58" dur="500"/>
                                        <p:tgtEl>
                                          <p:spTgt spid="235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6" grpId="0"/>
      <p:bldP spid="23557" grpId="0" animBg="1"/>
      <p:bldP spid="23558" grpId="0" animBg="1"/>
      <p:bldP spid="23559" grpId="0" animBg="1"/>
      <p:bldP spid="23560" grpId="0" animBg="1"/>
      <p:bldP spid="23561" grpId="0" animBg="1"/>
      <p:bldP spid="23562" grpId="0" animBg="1"/>
      <p:bldP spid="23563" grpId="0" animBg="1"/>
      <p:bldP spid="23564" grpId="0" animBg="1"/>
      <p:bldP spid="23565" grpId="0" animBg="1"/>
      <p:bldP spid="23566" grpId="0" animBg="1"/>
      <p:bldP spid="23567" grpId="0" animBg="1"/>
      <p:bldP spid="23568" grpId="0" animBg="1"/>
      <p:bldP spid="23569" grpId="0" animBg="1"/>
      <p:bldP spid="23570" grpId="0"/>
      <p:bldP spid="23571" grpId="0" animBg="1"/>
      <p:bldP spid="23572" grpId="0" animBg="1"/>
      <p:bldP spid="2357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42800" y="1267199"/>
            <a:ext cx="11557062" cy="4896000"/>
          </a:xfrm>
        </p:spPr>
        <p:txBody>
          <a:bodyPr/>
          <a:lstStyle/>
          <a:p>
            <a:r>
              <a:rPr lang="zh-CN" altLang="en-US" b="1" dirty="0" smtClean="0"/>
              <a:t>首部</a:t>
            </a:r>
            <a:r>
              <a:rPr lang="zh-CN" altLang="en-US" b="1" dirty="0"/>
              <a:t>和</a:t>
            </a:r>
            <a:r>
              <a:rPr lang="zh-CN" altLang="en-US" b="1" dirty="0" smtClean="0"/>
              <a:t>尾部还包括许多必要的控制信息。不同数据链路层协议，首部和尾部的格式不同。</a:t>
            </a:r>
            <a:endParaRPr lang="en-US" altLang="zh-CN" b="1" dirty="0" smtClean="0"/>
          </a:p>
          <a:p>
            <a:r>
              <a:rPr lang="zh-CN" altLang="en-US" b="1" dirty="0"/>
              <a:t>每一</a:t>
            </a:r>
            <a:r>
              <a:rPr lang="zh-CN" altLang="en-US" b="1" dirty="0" smtClean="0"/>
              <a:t>种数据链路层协议都规定了所能传送的</a:t>
            </a:r>
            <a:r>
              <a:rPr lang="zh-CN" altLang="en-US" b="1" dirty="0" smtClean="0">
                <a:solidFill>
                  <a:schemeClr val="tx2">
                    <a:lumMod val="60000"/>
                    <a:lumOff val="40000"/>
                  </a:schemeClr>
                </a:solidFill>
              </a:rPr>
              <a:t>数据部分长度上限</a:t>
            </a:r>
            <a:r>
              <a:rPr lang="zh-CN" altLang="en-US" b="1" dirty="0" smtClean="0"/>
              <a:t>，即</a:t>
            </a:r>
            <a:r>
              <a:rPr lang="zh-CN" altLang="en-US" b="1" dirty="0" smtClean="0">
                <a:solidFill>
                  <a:srgbClr val="C00000"/>
                </a:solidFill>
              </a:rPr>
              <a:t>最大传送单元 </a:t>
            </a:r>
            <a:r>
              <a:rPr lang="en-US" altLang="zh-CN" b="1" dirty="0" smtClean="0">
                <a:solidFill>
                  <a:srgbClr val="C00000"/>
                </a:solidFill>
              </a:rPr>
              <a:t>MTU</a:t>
            </a:r>
            <a:r>
              <a:rPr lang="zh-CN" altLang="en-US" b="1" dirty="0" smtClean="0"/>
              <a:t>（</a:t>
            </a:r>
            <a:r>
              <a:rPr lang="en-US" altLang="zh-CN" b="1" dirty="0"/>
              <a:t>M</a:t>
            </a:r>
            <a:r>
              <a:rPr lang="en-US" altLang="zh-CN" b="1" dirty="0" smtClean="0"/>
              <a:t>aximum Transfer Unit</a:t>
            </a:r>
            <a:r>
              <a:rPr lang="zh-CN" altLang="en-US" b="1" dirty="0" smtClean="0"/>
              <a:t>）。</a:t>
            </a:r>
            <a:endParaRPr lang="en-US" altLang="zh-CN" b="1" dirty="0" smtClean="0"/>
          </a:p>
          <a:p>
            <a:r>
              <a:rPr lang="zh-CN" altLang="en-US" b="1" dirty="0" smtClean="0"/>
              <a:t>帧定界一般使用特殊的控制字符 </a:t>
            </a:r>
            <a:r>
              <a:rPr lang="en-US" altLang="zh-CN" b="1" dirty="0" smtClean="0">
                <a:solidFill>
                  <a:srgbClr val="C00000"/>
                </a:solidFill>
              </a:rPr>
              <a:t>SOH</a:t>
            </a:r>
            <a:r>
              <a:rPr lang="zh-CN" altLang="en-US" b="1" dirty="0" smtClean="0"/>
              <a:t>（</a:t>
            </a:r>
            <a:r>
              <a:rPr lang="en-US" altLang="zh-CN" b="1" dirty="0" smtClean="0"/>
              <a:t>Start Of Header</a:t>
            </a:r>
            <a:r>
              <a:rPr lang="zh-CN" altLang="en-US" b="1" dirty="0" smtClean="0"/>
              <a:t>）和 </a:t>
            </a:r>
            <a:r>
              <a:rPr lang="en-US" altLang="zh-CN" b="1" dirty="0" smtClean="0">
                <a:solidFill>
                  <a:srgbClr val="C00000"/>
                </a:solidFill>
              </a:rPr>
              <a:t>EOT</a:t>
            </a:r>
            <a:r>
              <a:rPr lang="zh-CN" altLang="en-US" b="1" dirty="0" smtClean="0"/>
              <a:t>（</a:t>
            </a:r>
            <a:r>
              <a:rPr lang="en-US" altLang="zh-CN" b="1" dirty="0" smtClean="0"/>
              <a:t>End Of Transmission</a:t>
            </a:r>
            <a:r>
              <a:rPr lang="zh-CN" altLang="en-US" b="1" dirty="0" smtClean="0"/>
              <a:t>）。</a:t>
            </a:r>
            <a:endParaRPr lang="en-US" altLang="zh-CN" b="1" dirty="0" smtClean="0"/>
          </a:p>
        </p:txBody>
      </p:sp>
      <p:sp>
        <p:nvSpPr>
          <p:cNvPr id="23554" name="Rectangle 2"/>
          <p:cNvSpPr>
            <a:spLocks noGrp="1" noChangeArrowheads="1"/>
          </p:cNvSpPr>
          <p:nvPr>
            <p:ph type="title"/>
          </p:nvPr>
        </p:nvSpPr>
        <p:spPr/>
        <p:txBody>
          <a:bodyPr/>
          <a:lstStyle/>
          <a:p>
            <a:r>
              <a:rPr lang="en-US" altLang="zh-CN" dirty="0"/>
              <a:t>3.1.2 </a:t>
            </a:r>
            <a:r>
              <a:rPr lang="zh-CN" altLang="en-US" dirty="0"/>
              <a:t>三个基本问题</a:t>
            </a:r>
            <a:endParaRPr lang="zh-CN" altLang="en-US" sz="4000" dirty="0">
              <a:solidFill>
                <a:srgbClr val="FFFFFF"/>
              </a:solidFill>
            </a:endParaRPr>
          </a:p>
        </p:txBody>
      </p:sp>
    </p:spTree>
    <p:extLst>
      <p:ext uri="{BB962C8B-B14F-4D97-AF65-F5344CB8AC3E}">
        <p14:creationId xmlns:p14="http://schemas.microsoft.com/office/powerpoint/2010/main" val="13757001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1000"/>
                                        <p:tgtEl>
                                          <p:spTgt spid="2">
                                            <p:txEl>
                                              <p:pRg st="1" end="1"/>
                                            </p:txEl>
                                          </p:spTgt>
                                        </p:tgtEl>
                                      </p:cBhvr>
                                    </p:animEffect>
                                    <p:anim calcmode="lin" valueType="num">
                                      <p:cBhvr>
                                        <p:cTn id="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Effect transition="in" filter="fade">
                                      <p:cBhvr>
                                        <p:cTn id="14" dur="1000"/>
                                        <p:tgtEl>
                                          <p:spTgt spid="2">
                                            <p:txEl>
                                              <p:pRg st="2" end="2"/>
                                            </p:txEl>
                                          </p:spTgt>
                                        </p:tgtEl>
                                      </p:cBhvr>
                                    </p:animEffect>
                                    <p:anim calcmode="lin" valueType="num">
                                      <p:cBhvr>
                                        <p:cTn id="15"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idx="1"/>
          </p:nvPr>
        </p:nvSpPr>
        <p:spPr>
          <a:xfrm>
            <a:off x="442800" y="1267199"/>
            <a:ext cx="11304000" cy="4896000"/>
          </a:xfrm>
        </p:spPr>
        <p:txBody>
          <a:bodyPr/>
          <a:lstStyle/>
          <a:p>
            <a:r>
              <a:rPr lang="zh-CN" altLang="en-US" sz="3200" b="1" kern="1200" dirty="0" smtClean="0">
                <a:solidFill>
                  <a:srgbClr val="4D4D4D"/>
                </a:solidFill>
                <a:latin typeface="微软雅黑" panose="020B0503020204020204" pitchFamily="34" charset="-122"/>
                <a:ea typeface="微软雅黑" panose="020B0503020204020204" pitchFamily="34" charset="-122"/>
              </a:rPr>
              <a:t>若忽略与帧定界无关的控制信息，则帧可表示如下：</a:t>
            </a:r>
            <a:endParaRPr lang="en-US" altLang="zh-CN" sz="3200" b="1" kern="1200" dirty="0" smtClean="0">
              <a:solidFill>
                <a:srgbClr val="4D4D4D"/>
              </a:solidFill>
              <a:latin typeface="微软雅黑" panose="020B0503020204020204" pitchFamily="34" charset="-122"/>
              <a:ea typeface="微软雅黑" panose="020B0503020204020204" pitchFamily="34" charset="-122"/>
            </a:endParaRPr>
          </a:p>
        </p:txBody>
      </p:sp>
      <p:sp>
        <p:nvSpPr>
          <p:cNvPr id="24578" name="Rectangle 2"/>
          <p:cNvSpPr>
            <a:spLocks noGrp="1" noChangeArrowheads="1"/>
          </p:cNvSpPr>
          <p:nvPr>
            <p:ph type="title"/>
          </p:nvPr>
        </p:nvSpPr>
        <p:spPr/>
        <p:txBody>
          <a:bodyPr/>
          <a:lstStyle/>
          <a:p>
            <a:r>
              <a:rPr lang="en-US" altLang="zh-CN" dirty="0"/>
              <a:t>3.1.2 </a:t>
            </a:r>
            <a:r>
              <a:rPr lang="zh-CN" altLang="en-US" dirty="0"/>
              <a:t>三个基本问题</a:t>
            </a:r>
            <a:endParaRPr lang="zh-CN" altLang="en-US" sz="4000" dirty="0">
              <a:solidFill>
                <a:srgbClr val="FFFFFF"/>
              </a:solidFill>
            </a:endParaRPr>
          </a:p>
        </p:txBody>
      </p:sp>
      <p:sp>
        <p:nvSpPr>
          <p:cNvPr id="24580" name="Rectangle 4"/>
          <p:cNvSpPr>
            <a:spLocks noChangeArrowheads="1"/>
          </p:cNvSpPr>
          <p:nvPr/>
        </p:nvSpPr>
        <p:spPr bwMode="auto">
          <a:xfrm>
            <a:off x="1353191" y="3632165"/>
            <a:ext cx="660314" cy="549402"/>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lIns="108850" tIns="54425" rIns="108850" bIns="54425" anchor="ctr"/>
          <a:lstStyle/>
          <a:p>
            <a:pPr algn="ctr" eaLnBrk="1" hangingPunct="1"/>
            <a:r>
              <a:rPr kumimoji="1" lang="en-US" altLang="zh-CN" sz="1900" b="1" dirty="0">
                <a:solidFill>
                  <a:srgbClr val="111111"/>
                </a:solidFill>
                <a:ea typeface="黑体" pitchFamily="49" charset="-122"/>
              </a:rPr>
              <a:t>SOH</a:t>
            </a:r>
          </a:p>
        </p:txBody>
      </p:sp>
      <p:sp>
        <p:nvSpPr>
          <p:cNvPr id="24581" name="Rectangle 5"/>
          <p:cNvSpPr>
            <a:spLocks noChangeArrowheads="1"/>
          </p:cNvSpPr>
          <p:nvPr/>
        </p:nvSpPr>
        <p:spPr bwMode="auto">
          <a:xfrm>
            <a:off x="2013506" y="3632165"/>
            <a:ext cx="8702600" cy="54940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lIns="108850" tIns="54425" rIns="108850" bIns="54425" anchor="ctr"/>
          <a:lstStyle/>
          <a:p>
            <a:pPr algn="ctr" eaLnBrk="1" hangingPunct="1"/>
            <a:r>
              <a:rPr kumimoji="1" lang="zh-CN" altLang="en-US" sz="2900" b="1">
                <a:solidFill>
                  <a:srgbClr val="111111"/>
                </a:solidFill>
                <a:ea typeface="黑体" pitchFamily="49" charset="-122"/>
              </a:rPr>
              <a:t>装在帧中的数据部分</a:t>
            </a:r>
          </a:p>
        </p:txBody>
      </p:sp>
      <p:sp>
        <p:nvSpPr>
          <p:cNvPr id="24582" name="Line 6"/>
          <p:cNvSpPr>
            <a:spLocks noChangeShapeType="1"/>
          </p:cNvSpPr>
          <p:nvPr/>
        </p:nvSpPr>
        <p:spPr bwMode="auto">
          <a:xfrm>
            <a:off x="1353191" y="4548364"/>
            <a:ext cx="10025346" cy="0"/>
          </a:xfrm>
          <a:prstGeom prst="line">
            <a:avLst/>
          </a:prstGeom>
          <a:noFill/>
          <a:ln w="2857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4583" name="Text Box 7"/>
          <p:cNvSpPr txBox="1">
            <a:spLocks noChangeArrowheads="1"/>
          </p:cNvSpPr>
          <p:nvPr/>
        </p:nvSpPr>
        <p:spPr bwMode="auto">
          <a:xfrm>
            <a:off x="6089675" y="4313360"/>
            <a:ext cx="591723" cy="55618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900" dirty="0">
                <a:solidFill>
                  <a:srgbClr val="111111"/>
                </a:solidFill>
                <a:latin typeface="Arial" charset="0"/>
              </a:rPr>
              <a:t>帧</a:t>
            </a:r>
          </a:p>
        </p:txBody>
      </p:sp>
      <p:sp>
        <p:nvSpPr>
          <p:cNvPr id="24584" name="Line 8"/>
          <p:cNvSpPr>
            <a:spLocks noChangeShapeType="1"/>
          </p:cNvSpPr>
          <p:nvPr/>
        </p:nvSpPr>
        <p:spPr bwMode="auto">
          <a:xfrm>
            <a:off x="1683348" y="3266955"/>
            <a:ext cx="0" cy="365210"/>
          </a:xfrm>
          <a:prstGeom prst="line">
            <a:avLst/>
          </a:prstGeom>
          <a:noFill/>
          <a:ln w="28575">
            <a:solidFill>
              <a:schemeClr val="tx1"/>
            </a:solidFill>
            <a:round/>
            <a:headEnd/>
            <a:tailEnd type="triangle" w="sm" len="me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4585" name="Text Box 9"/>
          <p:cNvSpPr txBox="1">
            <a:spLocks noChangeArrowheads="1"/>
          </p:cNvSpPr>
          <p:nvPr/>
        </p:nvSpPr>
        <p:spPr bwMode="auto">
          <a:xfrm>
            <a:off x="1018802" y="2795358"/>
            <a:ext cx="1707413" cy="556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900" dirty="0">
                <a:solidFill>
                  <a:srgbClr val="111111"/>
                </a:solidFill>
                <a:latin typeface="Arial" charset="0"/>
              </a:rPr>
              <a:t>帧开始符</a:t>
            </a:r>
          </a:p>
        </p:txBody>
      </p:sp>
      <p:sp>
        <p:nvSpPr>
          <p:cNvPr id="24586" name="Text Box 10"/>
          <p:cNvSpPr txBox="1">
            <a:spLocks noChangeArrowheads="1"/>
          </p:cNvSpPr>
          <p:nvPr/>
        </p:nvSpPr>
        <p:spPr bwMode="auto">
          <a:xfrm>
            <a:off x="10301293" y="2795358"/>
            <a:ext cx="1707413" cy="556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900">
                <a:solidFill>
                  <a:srgbClr val="111111"/>
                </a:solidFill>
                <a:latin typeface="Arial" charset="0"/>
              </a:rPr>
              <a:t>帧结束符</a:t>
            </a:r>
          </a:p>
        </p:txBody>
      </p:sp>
      <p:sp>
        <p:nvSpPr>
          <p:cNvPr id="24587" name="Line 11"/>
          <p:cNvSpPr>
            <a:spLocks noChangeShapeType="1"/>
          </p:cNvSpPr>
          <p:nvPr/>
        </p:nvSpPr>
        <p:spPr bwMode="auto">
          <a:xfrm>
            <a:off x="11048380" y="3266955"/>
            <a:ext cx="0" cy="365210"/>
          </a:xfrm>
          <a:prstGeom prst="line">
            <a:avLst/>
          </a:prstGeom>
          <a:noFill/>
          <a:ln w="28575">
            <a:solidFill>
              <a:schemeClr val="tx1"/>
            </a:solidFill>
            <a:round/>
            <a:headEnd/>
            <a:tailEnd type="triangle" w="sm" len="me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4588" name="Line 12"/>
          <p:cNvSpPr>
            <a:spLocks noChangeShapeType="1"/>
          </p:cNvSpPr>
          <p:nvPr/>
        </p:nvSpPr>
        <p:spPr bwMode="auto">
          <a:xfrm flipV="1">
            <a:off x="1353191" y="4181567"/>
            <a:ext cx="0" cy="549402"/>
          </a:xfrm>
          <a:prstGeom prst="line">
            <a:avLst/>
          </a:prstGeom>
          <a:noFill/>
          <a:ln w="38100">
            <a:solidFill>
              <a:srgbClr val="808080"/>
            </a:solidFill>
            <a:round/>
            <a:headEnd/>
            <a:tailEnd type="triangle" w="med" len="lg"/>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4589" name="Text Box 13"/>
          <p:cNvSpPr txBox="1">
            <a:spLocks noChangeArrowheads="1"/>
          </p:cNvSpPr>
          <p:nvPr/>
        </p:nvSpPr>
        <p:spPr bwMode="auto">
          <a:xfrm>
            <a:off x="413514" y="4673805"/>
            <a:ext cx="1707413" cy="556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900" dirty="0">
                <a:solidFill>
                  <a:srgbClr val="111111"/>
                </a:solidFill>
                <a:latin typeface="Arial" charset="0"/>
              </a:rPr>
              <a:t>发送在前</a:t>
            </a:r>
          </a:p>
        </p:txBody>
      </p:sp>
      <p:sp>
        <p:nvSpPr>
          <p:cNvPr id="24590" name="Rectangle 14"/>
          <p:cNvSpPr>
            <a:spLocks noChangeArrowheads="1"/>
          </p:cNvSpPr>
          <p:nvPr/>
        </p:nvSpPr>
        <p:spPr bwMode="auto">
          <a:xfrm>
            <a:off x="10686476" y="3632165"/>
            <a:ext cx="662431" cy="549402"/>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lIns="108850" tIns="54425" rIns="108850" bIns="54425" anchor="ctr"/>
          <a:lstStyle/>
          <a:p>
            <a:pPr algn="ctr" eaLnBrk="1" hangingPunct="1"/>
            <a:r>
              <a:rPr kumimoji="1" lang="en-US" altLang="zh-CN" sz="1900" b="1">
                <a:solidFill>
                  <a:srgbClr val="111111"/>
                </a:solidFill>
                <a:ea typeface="黑体" pitchFamily="49" charset="-122"/>
              </a:rPr>
              <a:t>EOT</a:t>
            </a:r>
          </a:p>
        </p:txBody>
      </p:sp>
    </p:spTree>
    <p:extLst>
      <p:ext uri="{BB962C8B-B14F-4D97-AF65-F5344CB8AC3E}">
        <p14:creationId xmlns:p14="http://schemas.microsoft.com/office/powerpoint/2010/main" val="2338205602"/>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idx="1"/>
          </p:nvPr>
        </p:nvSpPr>
        <p:spPr>
          <a:xfrm>
            <a:off x="442800" y="1267199"/>
            <a:ext cx="11304000" cy="4896000"/>
          </a:xfrm>
        </p:spPr>
        <p:txBody>
          <a:bodyPr/>
          <a:lstStyle/>
          <a:p>
            <a:r>
              <a:rPr lang="zh-CN" altLang="en-US" sz="3200" b="1" kern="1200" dirty="0" smtClean="0">
                <a:solidFill>
                  <a:srgbClr val="4D4D4D"/>
                </a:solidFill>
              </a:rPr>
              <a:t>假设发送端由于故障发送中断，故障消除后又重新开始发送。由于使用了帧定界符，接收端就会知道</a:t>
            </a:r>
            <a:r>
              <a:rPr lang="zh-CN" altLang="en-US" b="1" kern="1200" dirty="0" smtClean="0"/>
              <a:t>前面</a:t>
            </a:r>
            <a:r>
              <a:rPr lang="zh-CN" altLang="en-US" b="1" kern="1200" dirty="0"/>
              <a:t>收到</a:t>
            </a:r>
            <a:r>
              <a:rPr lang="zh-CN" altLang="en-US" b="1" kern="1200" dirty="0" smtClean="0"/>
              <a:t>的数据是个</a:t>
            </a:r>
            <a:r>
              <a:rPr lang="zh-CN" altLang="en-US" sz="3200" b="1" kern="1200" dirty="0" smtClean="0">
                <a:solidFill>
                  <a:srgbClr val="4D4D4D"/>
                </a:solidFill>
              </a:rPr>
              <a:t>不完整的帧（只有 </a:t>
            </a:r>
            <a:r>
              <a:rPr lang="en-US" altLang="zh-CN" sz="3200" b="1" kern="1200" dirty="0" smtClean="0">
                <a:solidFill>
                  <a:srgbClr val="4D4D4D"/>
                </a:solidFill>
              </a:rPr>
              <a:t>SOH </a:t>
            </a:r>
            <a:r>
              <a:rPr lang="zh-CN" altLang="en-US" sz="3200" b="1" kern="1200" dirty="0" smtClean="0">
                <a:solidFill>
                  <a:srgbClr val="4D4D4D"/>
                </a:solidFill>
              </a:rPr>
              <a:t>而没有 </a:t>
            </a:r>
            <a:r>
              <a:rPr lang="en-US" altLang="zh-CN" sz="3200" b="1" kern="1200" dirty="0" smtClean="0">
                <a:solidFill>
                  <a:srgbClr val="4D4D4D"/>
                </a:solidFill>
              </a:rPr>
              <a:t>EOT</a:t>
            </a:r>
            <a:r>
              <a:rPr lang="zh-CN" altLang="en-US" sz="3200" b="1" kern="1200" dirty="0" smtClean="0">
                <a:solidFill>
                  <a:srgbClr val="4D4D4D"/>
                </a:solidFill>
              </a:rPr>
              <a:t>）。</a:t>
            </a:r>
            <a:endParaRPr lang="en-US" altLang="zh-CN" sz="3200" b="1" kern="1200" dirty="0">
              <a:solidFill>
                <a:srgbClr val="4D4D4D"/>
              </a:solidFill>
            </a:endParaRPr>
          </a:p>
        </p:txBody>
      </p:sp>
      <p:sp>
        <p:nvSpPr>
          <p:cNvPr id="24578" name="Rectangle 2"/>
          <p:cNvSpPr>
            <a:spLocks noGrp="1" noChangeArrowheads="1"/>
          </p:cNvSpPr>
          <p:nvPr>
            <p:ph type="title"/>
          </p:nvPr>
        </p:nvSpPr>
        <p:spPr/>
        <p:txBody>
          <a:bodyPr/>
          <a:lstStyle/>
          <a:p>
            <a:r>
              <a:rPr lang="en-US" altLang="zh-CN" dirty="0"/>
              <a:t>3.1.2 </a:t>
            </a:r>
            <a:r>
              <a:rPr lang="zh-CN" altLang="en-US" dirty="0"/>
              <a:t>三个基本问题</a:t>
            </a:r>
            <a:endParaRPr lang="zh-CN" altLang="en-US" sz="4000" dirty="0">
              <a:solidFill>
                <a:srgbClr val="FFFFFF"/>
              </a:solidFill>
            </a:endParaRPr>
          </a:p>
        </p:txBody>
      </p:sp>
      <p:sp>
        <p:nvSpPr>
          <p:cNvPr id="24580" name="Rectangle 4"/>
          <p:cNvSpPr>
            <a:spLocks noChangeArrowheads="1"/>
          </p:cNvSpPr>
          <p:nvPr/>
        </p:nvSpPr>
        <p:spPr bwMode="auto">
          <a:xfrm>
            <a:off x="1353191" y="4136221"/>
            <a:ext cx="660314" cy="549402"/>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lIns="108850" tIns="54425" rIns="108850" bIns="54425" anchor="ctr"/>
          <a:lstStyle/>
          <a:p>
            <a:pPr algn="ctr" eaLnBrk="1" hangingPunct="1"/>
            <a:r>
              <a:rPr kumimoji="1" lang="en-US" altLang="zh-CN" sz="1900" b="1" dirty="0">
                <a:solidFill>
                  <a:srgbClr val="111111"/>
                </a:solidFill>
                <a:ea typeface="黑体" pitchFamily="49" charset="-122"/>
              </a:rPr>
              <a:t>SOH</a:t>
            </a:r>
          </a:p>
        </p:txBody>
      </p:sp>
      <p:sp>
        <p:nvSpPr>
          <p:cNvPr id="24581" name="Rectangle 5"/>
          <p:cNvSpPr>
            <a:spLocks noChangeArrowheads="1"/>
          </p:cNvSpPr>
          <p:nvPr/>
        </p:nvSpPr>
        <p:spPr bwMode="auto">
          <a:xfrm>
            <a:off x="2013506" y="4136221"/>
            <a:ext cx="8702600" cy="54940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lIns="108850" tIns="54425" rIns="108850" bIns="54425" anchor="ctr"/>
          <a:lstStyle/>
          <a:p>
            <a:pPr algn="ctr" eaLnBrk="1" hangingPunct="1"/>
            <a:endParaRPr kumimoji="1" lang="zh-CN" altLang="en-US" sz="2900" b="1" dirty="0">
              <a:solidFill>
                <a:srgbClr val="111111"/>
              </a:solidFill>
              <a:ea typeface="黑体" pitchFamily="49" charset="-122"/>
            </a:endParaRPr>
          </a:p>
        </p:txBody>
      </p:sp>
      <p:sp>
        <p:nvSpPr>
          <p:cNvPr id="24588" name="Line 12"/>
          <p:cNvSpPr>
            <a:spLocks noChangeShapeType="1"/>
          </p:cNvSpPr>
          <p:nvPr/>
        </p:nvSpPr>
        <p:spPr bwMode="auto">
          <a:xfrm flipV="1">
            <a:off x="1353191" y="4685623"/>
            <a:ext cx="0" cy="549402"/>
          </a:xfrm>
          <a:prstGeom prst="line">
            <a:avLst/>
          </a:prstGeom>
          <a:noFill/>
          <a:ln w="38100">
            <a:solidFill>
              <a:srgbClr val="808080"/>
            </a:solidFill>
            <a:round/>
            <a:headEnd/>
            <a:tailEnd type="triangle" w="med" len="lg"/>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4589" name="Text Box 13"/>
          <p:cNvSpPr txBox="1">
            <a:spLocks noChangeArrowheads="1"/>
          </p:cNvSpPr>
          <p:nvPr/>
        </p:nvSpPr>
        <p:spPr bwMode="auto">
          <a:xfrm>
            <a:off x="413514" y="5177861"/>
            <a:ext cx="1707413" cy="556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900" dirty="0">
                <a:solidFill>
                  <a:srgbClr val="111111"/>
                </a:solidFill>
                <a:latin typeface="Arial" charset="0"/>
              </a:rPr>
              <a:t>发送在前</a:t>
            </a:r>
          </a:p>
        </p:txBody>
      </p:sp>
      <p:sp>
        <p:nvSpPr>
          <p:cNvPr id="24590" name="Rectangle 14"/>
          <p:cNvSpPr>
            <a:spLocks noChangeArrowheads="1"/>
          </p:cNvSpPr>
          <p:nvPr/>
        </p:nvSpPr>
        <p:spPr bwMode="auto">
          <a:xfrm>
            <a:off x="10686476" y="4136221"/>
            <a:ext cx="662431" cy="549402"/>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lIns="108850" tIns="54425" rIns="108850" bIns="54425" anchor="ctr"/>
          <a:lstStyle/>
          <a:p>
            <a:pPr algn="ctr" eaLnBrk="1" hangingPunct="1"/>
            <a:r>
              <a:rPr kumimoji="1" lang="en-US" altLang="zh-CN" sz="1900" b="1">
                <a:solidFill>
                  <a:srgbClr val="111111"/>
                </a:solidFill>
                <a:ea typeface="黑体" pitchFamily="49" charset="-122"/>
              </a:rPr>
              <a:t>EOT</a:t>
            </a:r>
          </a:p>
        </p:txBody>
      </p:sp>
      <p:sp>
        <p:nvSpPr>
          <p:cNvPr id="15" name="Rectangle 4"/>
          <p:cNvSpPr>
            <a:spLocks noChangeArrowheads="1"/>
          </p:cNvSpPr>
          <p:nvPr/>
        </p:nvSpPr>
        <p:spPr bwMode="auto">
          <a:xfrm>
            <a:off x="4714812" y="4138436"/>
            <a:ext cx="660314" cy="549402"/>
          </a:xfrm>
          <a:prstGeom prst="rect">
            <a:avLst/>
          </a:prstGeom>
          <a:solidFill>
            <a:srgbClr val="FFCCFF"/>
          </a:solidFill>
          <a:ln w="9525">
            <a:solidFill>
              <a:schemeClr val="tx1"/>
            </a:solidFill>
            <a:miter lim="800000"/>
            <a:headEnd/>
            <a:tailEnd/>
          </a:ln>
          <a:effectLst/>
        </p:spPr>
        <p:txBody>
          <a:bodyPr wrap="none" lIns="108850" tIns="54425" rIns="108850" bIns="54425" anchor="ctr"/>
          <a:lstStyle/>
          <a:p>
            <a:pPr algn="ctr" eaLnBrk="1" hangingPunct="1"/>
            <a:r>
              <a:rPr kumimoji="1" lang="en-US" altLang="zh-CN" sz="1900" b="1" dirty="0">
                <a:solidFill>
                  <a:srgbClr val="111111"/>
                </a:solidFill>
                <a:ea typeface="黑体" pitchFamily="49" charset="-122"/>
              </a:rPr>
              <a:t>SOH</a:t>
            </a:r>
          </a:p>
        </p:txBody>
      </p:sp>
      <p:sp>
        <p:nvSpPr>
          <p:cNvPr id="2" name="左大括号 1"/>
          <p:cNvSpPr/>
          <p:nvPr/>
        </p:nvSpPr>
        <p:spPr>
          <a:xfrm rot="16200000">
            <a:off x="2644877" y="3351731"/>
            <a:ext cx="767736" cy="3372133"/>
          </a:xfrm>
          <a:prstGeom prst="leftBrace">
            <a:avLst>
              <a:gd name="adj1" fmla="val 75329"/>
              <a:gd name="adj2" fmla="val 50000"/>
            </a:avLst>
          </a:prstGeom>
          <a:ln w="28575">
            <a:solidFill>
              <a:srgbClr val="0000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1"/>
          </a:p>
        </p:txBody>
      </p:sp>
      <p:sp>
        <p:nvSpPr>
          <p:cNvPr id="17" name="左大括号 16"/>
          <p:cNvSpPr/>
          <p:nvPr/>
        </p:nvSpPr>
        <p:spPr>
          <a:xfrm rot="16200000">
            <a:off x="7654114" y="1726872"/>
            <a:ext cx="767736" cy="6621854"/>
          </a:xfrm>
          <a:prstGeom prst="leftBrace">
            <a:avLst>
              <a:gd name="adj1" fmla="val 75329"/>
              <a:gd name="adj2" fmla="val 50000"/>
            </a:avLst>
          </a:prstGeom>
          <a:ln w="28575">
            <a:solidFill>
              <a:srgbClr val="0000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1"/>
          </a:p>
        </p:txBody>
      </p:sp>
      <p:sp>
        <p:nvSpPr>
          <p:cNvPr id="18" name="Text Box 13"/>
          <p:cNvSpPr txBox="1">
            <a:spLocks noChangeArrowheads="1"/>
          </p:cNvSpPr>
          <p:nvPr/>
        </p:nvSpPr>
        <p:spPr bwMode="auto">
          <a:xfrm>
            <a:off x="2003145" y="5346260"/>
            <a:ext cx="2079309" cy="556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900" dirty="0">
                <a:solidFill>
                  <a:srgbClr val="111111"/>
                </a:solidFill>
                <a:latin typeface="Arial" charset="0"/>
              </a:rPr>
              <a:t>不</a:t>
            </a:r>
            <a:r>
              <a:rPr kumimoji="1" lang="zh-CN" altLang="en-US" sz="2900" dirty="0" smtClean="0">
                <a:solidFill>
                  <a:srgbClr val="111111"/>
                </a:solidFill>
                <a:latin typeface="Arial" charset="0"/>
              </a:rPr>
              <a:t>完整的帧</a:t>
            </a:r>
            <a:endParaRPr kumimoji="1" lang="zh-CN" altLang="en-US" sz="2900" dirty="0">
              <a:solidFill>
                <a:srgbClr val="111111"/>
              </a:solidFill>
              <a:latin typeface="Arial" charset="0"/>
            </a:endParaRPr>
          </a:p>
        </p:txBody>
      </p:sp>
      <p:sp>
        <p:nvSpPr>
          <p:cNvPr id="19" name="Text Box 13"/>
          <p:cNvSpPr txBox="1">
            <a:spLocks noChangeArrowheads="1"/>
          </p:cNvSpPr>
          <p:nvPr/>
        </p:nvSpPr>
        <p:spPr bwMode="auto">
          <a:xfrm>
            <a:off x="7196105" y="5346260"/>
            <a:ext cx="1707413" cy="556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900" dirty="0" smtClean="0">
                <a:solidFill>
                  <a:srgbClr val="111111"/>
                </a:solidFill>
                <a:latin typeface="Arial" charset="0"/>
              </a:rPr>
              <a:t>完整的帧</a:t>
            </a:r>
            <a:endParaRPr kumimoji="1" lang="zh-CN" altLang="en-US" sz="2900" dirty="0">
              <a:solidFill>
                <a:srgbClr val="111111"/>
              </a:solidFill>
              <a:latin typeface="Arial" charset="0"/>
            </a:endParaRPr>
          </a:p>
        </p:txBody>
      </p:sp>
    </p:spTree>
    <p:extLst>
      <p:ext uri="{BB962C8B-B14F-4D97-AF65-F5344CB8AC3E}">
        <p14:creationId xmlns:p14="http://schemas.microsoft.com/office/powerpoint/2010/main" val="1952067625"/>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p:txBody>
          <a:bodyPr/>
          <a:lstStyle/>
          <a:p>
            <a:r>
              <a:rPr lang="zh-CN" altLang="en-US" b="1" kern="1200" dirty="0"/>
              <a:t>如果数据中的某个字节的二进制代码恰好和 </a:t>
            </a:r>
            <a:r>
              <a:rPr lang="en-US" altLang="zh-CN" b="1" kern="1200" dirty="0"/>
              <a:t>SOH </a:t>
            </a:r>
            <a:r>
              <a:rPr lang="zh-CN" altLang="en-US" b="1" kern="1200" dirty="0"/>
              <a:t>或 </a:t>
            </a:r>
            <a:r>
              <a:rPr lang="en-US" altLang="zh-CN" b="1" kern="1200" dirty="0"/>
              <a:t>EOT </a:t>
            </a:r>
            <a:r>
              <a:rPr lang="zh-CN" altLang="en-US" b="1" kern="1200" dirty="0"/>
              <a:t>一样，数据链路层就会</a:t>
            </a:r>
            <a:r>
              <a:rPr lang="zh-CN" altLang="en-US" b="1" kern="1200" dirty="0">
                <a:solidFill>
                  <a:schemeClr val="tx2">
                    <a:lumMod val="60000"/>
                    <a:lumOff val="40000"/>
                  </a:schemeClr>
                </a:solidFill>
              </a:rPr>
              <a:t>错误地</a:t>
            </a:r>
            <a:r>
              <a:rPr lang="zh-CN" altLang="en-US" b="1" kern="1200" dirty="0"/>
              <a:t>“找到帧的边界”，</a:t>
            </a:r>
            <a:r>
              <a:rPr lang="zh-CN" altLang="en-US" b="1" kern="1200" dirty="0" smtClean="0"/>
              <a:t>导致发生错误</a:t>
            </a:r>
            <a:r>
              <a:rPr lang="zh-CN" altLang="en-US" b="1" kern="1200" dirty="0"/>
              <a:t>。</a:t>
            </a:r>
          </a:p>
        </p:txBody>
      </p:sp>
      <p:sp>
        <p:nvSpPr>
          <p:cNvPr id="25602" name="Rectangle 2"/>
          <p:cNvSpPr>
            <a:spLocks noGrp="1" noChangeArrowheads="1"/>
          </p:cNvSpPr>
          <p:nvPr>
            <p:ph type="title"/>
          </p:nvPr>
        </p:nvSpPr>
        <p:spPr/>
        <p:txBody>
          <a:bodyPr/>
          <a:lstStyle/>
          <a:p>
            <a:r>
              <a:rPr lang="en-US" altLang="zh-CN" dirty="0"/>
              <a:t>3.1.2 </a:t>
            </a:r>
            <a:r>
              <a:rPr lang="zh-CN" altLang="en-US" dirty="0"/>
              <a:t>三个基本问题</a:t>
            </a:r>
            <a:endParaRPr lang="zh-CN" altLang="en-US" sz="4000" dirty="0">
              <a:solidFill>
                <a:srgbClr val="FFFFFF"/>
              </a:solidFill>
            </a:endParaRPr>
          </a:p>
        </p:txBody>
      </p:sp>
      <p:sp>
        <p:nvSpPr>
          <p:cNvPr id="25604" name="Line 4"/>
          <p:cNvSpPr>
            <a:spLocks noChangeShapeType="1"/>
          </p:cNvSpPr>
          <p:nvPr/>
        </p:nvSpPr>
        <p:spPr bwMode="auto">
          <a:xfrm rot="16200000" flipV="1">
            <a:off x="1110223" y="4366841"/>
            <a:ext cx="0" cy="1420099"/>
          </a:xfrm>
          <a:prstGeom prst="line">
            <a:avLst/>
          </a:prstGeom>
          <a:noFill/>
          <a:ln w="38100">
            <a:solidFill>
              <a:schemeClr val="hlink"/>
            </a:solidFill>
            <a:round/>
            <a:headEnd/>
            <a:tailEnd type="triangle" w="med" len="lg"/>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5605" name="Rectangle 5"/>
          <p:cNvSpPr>
            <a:spLocks noChangeArrowheads="1"/>
          </p:cNvSpPr>
          <p:nvPr/>
        </p:nvSpPr>
        <p:spPr bwMode="auto">
          <a:xfrm>
            <a:off x="1432973" y="4741851"/>
            <a:ext cx="770366" cy="611330"/>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lIns="108850" tIns="54425" rIns="108850" bIns="54425" anchor="ctr"/>
          <a:lstStyle/>
          <a:p>
            <a:pPr algn="ctr" eaLnBrk="1" hangingPunct="1"/>
            <a:r>
              <a:rPr kumimoji="1" lang="en-US" altLang="zh-CN" sz="2400" b="1">
                <a:solidFill>
                  <a:srgbClr val="111111"/>
                </a:solidFill>
                <a:ea typeface="黑体" pitchFamily="49" charset="-122"/>
              </a:rPr>
              <a:t>SOH</a:t>
            </a:r>
          </a:p>
        </p:txBody>
      </p:sp>
      <p:sp>
        <p:nvSpPr>
          <p:cNvPr id="25606" name="Rectangle 6"/>
          <p:cNvSpPr>
            <a:spLocks noChangeArrowheads="1"/>
          </p:cNvSpPr>
          <p:nvPr/>
        </p:nvSpPr>
        <p:spPr bwMode="auto">
          <a:xfrm>
            <a:off x="2184293" y="4741851"/>
            <a:ext cx="9263443" cy="611330"/>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lIns="108850" tIns="54425" rIns="108850" bIns="54425" anchor="ctr"/>
          <a:lstStyle/>
          <a:p>
            <a:pPr eaLnBrk="1" hangingPunct="1"/>
            <a:endParaRPr lang="zh-CN" altLang="en-US" b="1">
              <a:solidFill>
                <a:srgbClr val="111111"/>
              </a:solidFill>
            </a:endParaRPr>
          </a:p>
        </p:txBody>
      </p:sp>
      <p:sp>
        <p:nvSpPr>
          <p:cNvPr id="25607" name="Rectangle 7"/>
          <p:cNvSpPr>
            <a:spLocks noChangeArrowheads="1"/>
          </p:cNvSpPr>
          <p:nvPr/>
        </p:nvSpPr>
        <p:spPr bwMode="auto">
          <a:xfrm>
            <a:off x="4366291" y="4741851"/>
            <a:ext cx="698409" cy="611330"/>
          </a:xfrm>
          <a:prstGeom prst="rect">
            <a:avLst/>
          </a:prstGeom>
          <a:solidFill>
            <a:srgbClr val="FFFF99"/>
          </a:solidFill>
          <a:ln w="9525">
            <a:solidFill>
              <a:schemeClr val="tx1"/>
            </a:solidFill>
            <a:miter lim="800000"/>
            <a:headEnd/>
            <a:tailEnd/>
          </a:ln>
        </p:spPr>
        <p:txBody>
          <a:bodyPr wrap="none" lIns="108850" tIns="54425" rIns="108850" bIns="54425" anchor="ctr"/>
          <a:lstStyle/>
          <a:p>
            <a:pPr algn="ctr" eaLnBrk="1" hangingPunct="1"/>
            <a:r>
              <a:rPr kumimoji="1" lang="en-US" altLang="zh-CN" sz="2400" b="1" dirty="0">
                <a:solidFill>
                  <a:srgbClr val="111111"/>
                </a:solidFill>
                <a:ea typeface="黑体" pitchFamily="49" charset="-122"/>
              </a:rPr>
              <a:t>EOT</a:t>
            </a:r>
          </a:p>
        </p:txBody>
      </p:sp>
      <p:sp>
        <p:nvSpPr>
          <p:cNvPr id="25608" name="Line 8"/>
          <p:cNvSpPr>
            <a:spLocks noChangeShapeType="1"/>
          </p:cNvSpPr>
          <p:nvPr/>
        </p:nvSpPr>
        <p:spPr bwMode="auto">
          <a:xfrm>
            <a:off x="4402270" y="3709738"/>
            <a:ext cx="313226" cy="1032114"/>
          </a:xfrm>
          <a:prstGeom prst="line">
            <a:avLst/>
          </a:prstGeom>
          <a:noFill/>
          <a:ln w="28575">
            <a:solidFill>
              <a:schemeClr val="tx1"/>
            </a:solidFill>
            <a:round/>
            <a:headEnd/>
            <a:tailEnd type="triangle" w="sm" len="me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5609" name="Text Box 9"/>
          <p:cNvSpPr txBox="1">
            <a:spLocks noChangeArrowheads="1"/>
          </p:cNvSpPr>
          <p:nvPr/>
        </p:nvSpPr>
        <p:spPr bwMode="auto">
          <a:xfrm>
            <a:off x="1649958" y="3285778"/>
            <a:ext cx="6389464" cy="556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algn="ctr" eaLnBrk="1" hangingPunct="1"/>
            <a:r>
              <a:rPr kumimoji="1" lang="zh-CN" altLang="en-US" sz="2900" dirty="0" smtClean="0">
                <a:solidFill>
                  <a:srgbClr val="111111"/>
                </a:solidFill>
                <a:latin typeface="Arial" charset="0"/>
              </a:rPr>
              <a:t>数据部分恰好出现与</a:t>
            </a:r>
            <a:r>
              <a:rPr kumimoji="1" lang="zh-CN" altLang="en-US" sz="2900" dirty="0">
                <a:solidFill>
                  <a:srgbClr val="111111"/>
                </a:solidFill>
                <a:latin typeface="Arial" charset="0"/>
              </a:rPr>
              <a:t> </a:t>
            </a:r>
            <a:r>
              <a:rPr kumimoji="1" lang="en-US" altLang="zh-CN" sz="2900" dirty="0" smtClean="0">
                <a:solidFill>
                  <a:srgbClr val="111111"/>
                </a:solidFill>
                <a:latin typeface="Arial" charset="0"/>
              </a:rPr>
              <a:t>EOT</a:t>
            </a:r>
            <a:r>
              <a:rPr kumimoji="1" lang="en-US" altLang="zh-CN" sz="2900" dirty="0">
                <a:solidFill>
                  <a:srgbClr val="111111"/>
                </a:solidFill>
                <a:latin typeface="Arial" charset="0"/>
              </a:rPr>
              <a:t> </a:t>
            </a:r>
            <a:r>
              <a:rPr kumimoji="1" lang="zh-CN" altLang="en-US" sz="2900" dirty="0" smtClean="0">
                <a:solidFill>
                  <a:srgbClr val="111111"/>
                </a:solidFill>
                <a:latin typeface="Arial" charset="0"/>
              </a:rPr>
              <a:t>一样的编码</a:t>
            </a:r>
            <a:endParaRPr kumimoji="1" lang="en-US" altLang="zh-CN" sz="2900" dirty="0">
              <a:solidFill>
                <a:srgbClr val="111111"/>
              </a:solidFill>
              <a:latin typeface="Arial" charset="0"/>
            </a:endParaRPr>
          </a:p>
        </p:txBody>
      </p:sp>
      <p:sp>
        <p:nvSpPr>
          <p:cNvPr id="25610" name="AutoShape 10"/>
          <p:cNvSpPr>
            <a:spLocks/>
          </p:cNvSpPr>
          <p:nvPr/>
        </p:nvSpPr>
        <p:spPr bwMode="auto">
          <a:xfrm rot="-5400000">
            <a:off x="8384729" y="2130306"/>
            <a:ext cx="327101" cy="6899435"/>
          </a:xfrm>
          <a:prstGeom prst="leftBrace">
            <a:avLst>
              <a:gd name="adj1" fmla="val 131877"/>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108850" tIns="54425" rIns="108850" bIns="54425" anchor="ctr"/>
          <a:lstStyle/>
          <a:p>
            <a:pPr eaLnBrk="1" hangingPunct="1"/>
            <a:endParaRPr lang="zh-CN" altLang="en-US" b="1"/>
          </a:p>
        </p:txBody>
      </p:sp>
      <p:sp>
        <p:nvSpPr>
          <p:cNvPr id="25611" name="Text Box 11"/>
          <p:cNvSpPr txBox="1">
            <a:spLocks noChangeArrowheads="1"/>
          </p:cNvSpPr>
          <p:nvPr/>
        </p:nvSpPr>
        <p:spPr bwMode="auto">
          <a:xfrm>
            <a:off x="6649313" y="5665991"/>
            <a:ext cx="4682586" cy="556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algn="just" eaLnBrk="1" hangingPunct="1"/>
            <a:r>
              <a:rPr kumimoji="1" lang="zh-CN" altLang="en-US" sz="2900" dirty="0">
                <a:solidFill>
                  <a:schemeClr val="tx2"/>
                </a:solidFill>
                <a:latin typeface="Arial" charset="0"/>
              </a:rPr>
              <a:t>被接收端当作无效帧而丢弃</a:t>
            </a:r>
          </a:p>
        </p:txBody>
      </p:sp>
      <p:sp>
        <p:nvSpPr>
          <p:cNvPr id="25612" name="AutoShape 12"/>
          <p:cNvSpPr>
            <a:spLocks/>
          </p:cNvSpPr>
          <p:nvPr/>
        </p:nvSpPr>
        <p:spPr bwMode="auto">
          <a:xfrm rot="-5400000">
            <a:off x="3093226" y="3777606"/>
            <a:ext cx="304871" cy="3583051"/>
          </a:xfrm>
          <a:prstGeom prst="leftBrace">
            <a:avLst>
              <a:gd name="adj1" fmla="val 73481"/>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108850" tIns="54425" rIns="108850" bIns="54425" anchor="ctr"/>
          <a:lstStyle/>
          <a:p>
            <a:pPr eaLnBrk="1" hangingPunct="1"/>
            <a:endParaRPr lang="zh-CN" altLang="en-US" b="1"/>
          </a:p>
        </p:txBody>
      </p:sp>
      <p:sp>
        <p:nvSpPr>
          <p:cNvPr id="25613" name="Text Box 13"/>
          <p:cNvSpPr txBox="1">
            <a:spLocks noChangeArrowheads="1"/>
          </p:cNvSpPr>
          <p:nvPr/>
        </p:nvSpPr>
        <p:spPr bwMode="auto">
          <a:xfrm>
            <a:off x="1858449" y="5659640"/>
            <a:ext cx="2823103" cy="1002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algn="ctr" eaLnBrk="1" hangingPunct="1"/>
            <a:r>
              <a:rPr kumimoji="1" lang="zh-CN" altLang="en-US" sz="2900" dirty="0">
                <a:solidFill>
                  <a:schemeClr val="hlink"/>
                </a:solidFill>
                <a:latin typeface="Arial" charset="0"/>
              </a:rPr>
              <a:t>被接收端</a:t>
            </a:r>
          </a:p>
          <a:p>
            <a:pPr algn="ctr" eaLnBrk="1" hangingPunct="1"/>
            <a:r>
              <a:rPr kumimoji="1" lang="zh-CN" altLang="en-US" sz="2900" dirty="0">
                <a:solidFill>
                  <a:schemeClr val="hlink"/>
                </a:solidFill>
                <a:latin typeface="Arial" charset="0"/>
              </a:rPr>
              <a:t>误认为是一个帧</a:t>
            </a:r>
          </a:p>
        </p:txBody>
      </p:sp>
      <p:sp>
        <p:nvSpPr>
          <p:cNvPr id="25614" name="Line 14"/>
          <p:cNvSpPr>
            <a:spLocks noChangeShapeType="1"/>
          </p:cNvSpPr>
          <p:nvPr/>
        </p:nvSpPr>
        <p:spPr bwMode="auto">
          <a:xfrm>
            <a:off x="2203339" y="4479854"/>
            <a:ext cx="9026409" cy="0"/>
          </a:xfrm>
          <a:prstGeom prst="line">
            <a:avLst/>
          </a:prstGeom>
          <a:noFill/>
          <a:ln w="2857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5615" name="Text Box 15"/>
          <p:cNvSpPr txBox="1">
            <a:spLocks noChangeArrowheads="1"/>
          </p:cNvSpPr>
          <p:nvPr/>
        </p:nvSpPr>
        <p:spPr bwMode="auto">
          <a:xfrm>
            <a:off x="5890609" y="4172358"/>
            <a:ext cx="1707413" cy="55618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algn="ctr" eaLnBrk="1" hangingPunct="1"/>
            <a:r>
              <a:rPr kumimoji="1" lang="zh-CN" altLang="en-US" sz="2900" dirty="0">
                <a:solidFill>
                  <a:srgbClr val="111111"/>
                </a:solidFill>
                <a:latin typeface="Arial" charset="0"/>
              </a:rPr>
              <a:t>数据部分</a:t>
            </a:r>
          </a:p>
        </p:txBody>
      </p:sp>
      <p:sp>
        <p:nvSpPr>
          <p:cNvPr id="25616" name="Rectangle 16"/>
          <p:cNvSpPr>
            <a:spLocks noChangeArrowheads="1"/>
          </p:cNvSpPr>
          <p:nvPr/>
        </p:nvSpPr>
        <p:spPr bwMode="auto">
          <a:xfrm>
            <a:off x="11229748" y="4741851"/>
            <a:ext cx="768249" cy="611330"/>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lIns="108850" tIns="54425" rIns="108850" bIns="54425" anchor="ctr"/>
          <a:lstStyle/>
          <a:p>
            <a:pPr algn="ctr" eaLnBrk="1" hangingPunct="1"/>
            <a:r>
              <a:rPr kumimoji="1" lang="en-US" altLang="zh-CN" sz="2400" b="1">
                <a:solidFill>
                  <a:srgbClr val="111111"/>
                </a:solidFill>
                <a:ea typeface="黑体" pitchFamily="49" charset="-122"/>
              </a:rPr>
              <a:t>EOT</a:t>
            </a:r>
          </a:p>
        </p:txBody>
      </p:sp>
      <p:sp>
        <p:nvSpPr>
          <p:cNvPr id="25617" name="Line 17"/>
          <p:cNvSpPr>
            <a:spLocks noChangeShapeType="1"/>
          </p:cNvSpPr>
          <p:nvPr/>
        </p:nvSpPr>
        <p:spPr bwMode="auto">
          <a:xfrm>
            <a:off x="1432972" y="3997142"/>
            <a:ext cx="10565025" cy="0"/>
          </a:xfrm>
          <a:prstGeom prst="line">
            <a:avLst/>
          </a:prstGeom>
          <a:noFill/>
          <a:ln w="2857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5618" name="Text Box 18"/>
          <p:cNvSpPr txBox="1">
            <a:spLocks noChangeArrowheads="1"/>
          </p:cNvSpPr>
          <p:nvPr/>
        </p:nvSpPr>
        <p:spPr bwMode="auto">
          <a:xfrm>
            <a:off x="5414162" y="3719265"/>
            <a:ext cx="1707413" cy="55618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algn="ctr" eaLnBrk="1" hangingPunct="1"/>
            <a:r>
              <a:rPr kumimoji="1" lang="zh-CN" altLang="en-US" sz="2900" dirty="0">
                <a:solidFill>
                  <a:srgbClr val="111111"/>
                </a:solidFill>
                <a:latin typeface="Arial" charset="0"/>
              </a:rPr>
              <a:t>完整的帧</a:t>
            </a:r>
          </a:p>
        </p:txBody>
      </p:sp>
      <p:sp>
        <p:nvSpPr>
          <p:cNvPr id="25619" name="Line 19"/>
          <p:cNvSpPr>
            <a:spLocks noChangeShapeType="1"/>
          </p:cNvSpPr>
          <p:nvPr/>
        </p:nvSpPr>
        <p:spPr bwMode="auto">
          <a:xfrm>
            <a:off x="1432973" y="3900282"/>
            <a:ext cx="0" cy="77011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5620" name="Line 20"/>
          <p:cNvSpPr>
            <a:spLocks noChangeShapeType="1"/>
          </p:cNvSpPr>
          <p:nvPr/>
        </p:nvSpPr>
        <p:spPr bwMode="auto">
          <a:xfrm>
            <a:off x="11997997" y="3900282"/>
            <a:ext cx="0" cy="77011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5621" name="Line 21"/>
          <p:cNvSpPr>
            <a:spLocks noChangeShapeType="1"/>
          </p:cNvSpPr>
          <p:nvPr/>
        </p:nvSpPr>
        <p:spPr bwMode="auto">
          <a:xfrm>
            <a:off x="2203339" y="4286135"/>
            <a:ext cx="0" cy="38426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5622" name="Line 22"/>
          <p:cNvSpPr>
            <a:spLocks noChangeShapeType="1"/>
          </p:cNvSpPr>
          <p:nvPr/>
        </p:nvSpPr>
        <p:spPr bwMode="auto">
          <a:xfrm>
            <a:off x="11229748" y="4286135"/>
            <a:ext cx="0" cy="38426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5623" name="Text Box 23"/>
          <p:cNvSpPr txBox="1">
            <a:spLocks noChangeArrowheads="1"/>
          </p:cNvSpPr>
          <p:nvPr/>
        </p:nvSpPr>
        <p:spPr bwMode="auto">
          <a:xfrm>
            <a:off x="334566" y="4005858"/>
            <a:ext cx="963619" cy="1002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800" dirty="0">
                <a:solidFill>
                  <a:srgbClr val="111111"/>
                </a:solidFill>
                <a:latin typeface="Arial" charset="0"/>
              </a:rPr>
              <a:t>发送</a:t>
            </a:r>
          </a:p>
          <a:p>
            <a:pPr eaLnBrk="1" hangingPunct="1"/>
            <a:r>
              <a:rPr kumimoji="1" lang="zh-CN" altLang="en-US" sz="2800" dirty="0">
                <a:solidFill>
                  <a:srgbClr val="111111"/>
                </a:solidFill>
                <a:latin typeface="Arial" charset="0"/>
              </a:rPr>
              <a:t>在前</a:t>
            </a:r>
          </a:p>
        </p:txBody>
      </p:sp>
    </p:spTree>
    <p:extLst>
      <p:ext uri="{BB962C8B-B14F-4D97-AF65-F5344CB8AC3E}">
        <p14:creationId xmlns:p14="http://schemas.microsoft.com/office/powerpoint/2010/main" val="27163772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0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60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60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6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6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56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6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7" grpId="0" animBg="1"/>
      <p:bldP spid="25608" grpId="0" animBg="1"/>
      <p:bldP spid="25609" grpId="0"/>
      <p:bldP spid="25610" grpId="0" animBg="1"/>
      <p:bldP spid="25611" grpId="0"/>
      <p:bldP spid="25612" grpId="0" animBg="1"/>
      <p:bldP spid="2561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ltLang="zh-CN" dirty="0"/>
              <a:t>3.1.2 </a:t>
            </a:r>
            <a:r>
              <a:rPr lang="zh-CN" altLang="en-US" dirty="0"/>
              <a:t>三个基本问题</a:t>
            </a:r>
            <a:endParaRPr lang="zh-CN" altLang="en-US" sz="4000" dirty="0">
              <a:solidFill>
                <a:srgbClr val="FFFFFF"/>
              </a:solidFill>
            </a:endParaRPr>
          </a:p>
        </p:txBody>
      </p:sp>
      <p:sp>
        <p:nvSpPr>
          <p:cNvPr id="2" name="内容占位符 1"/>
          <p:cNvSpPr>
            <a:spLocks noGrp="1"/>
          </p:cNvSpPr>
          <p:nvPr>
            <p:ph idx="1"/>
          </p:nvPr>
        </p:nvSpPr>
        <p:spPr>
          <a:xfrm>
            <a:off x="442799" y="1267199"/>
            <a:ext cx="11053007" cy="4896000"/>
          </a:xfrm>
        </p:spPr>
        <p:txBody>
          <a:bodyPr/>
          <a:lstStyle/>
          <a:p>
            <a:r>
              <a:rPr lang="zh-CN" altLang="en-US" sz="2800" b="1" dirty="0" smtClean="0">
                <a:solidFill>
                  <a:srgbClr val="C00000"/>
                </a:solidFill>
              </a:rPr>
              <a:t>透明传输</a:t>
            </a:r>
            <a:r>
              <a:rPr lang="zh-CN" altLang="en-US" sz="2800" b="1" dirty="0" smtClean="0"/>
              <a:t>是指无论什么样的数据，都能够不受阻碍地进行传输。</a:t>
            </a:r>
            <a:endParaRPr lang="en-US" altLang="zh-CN" sz="2800" b="1" dirty="0" smtClean="0"/>
          </a:p>
          <a:p>
            <a:r>
              <a:rPr lang="zh-CN" altLang="en-US" sz="2800" b="1" dirty="0" smtClean="0"/>
              <a:t>为了解决透明传输的问题，采用</a:t>
            </a:r>
            <a:r>
              <a:rPr lang="zh-CN" altLang="en-US" sz="2800" b="1" dirty="0" smtClean="0">
                <a:solidFill>
                  <a:srgbClr val="C00000"/>
                </a:solidFill>
              </a:rPr>
              <a:t>字节填充</a:t>
            </a:r>
            <a:r>
              <a:rPr lang="zh-CN" altLang="en-US" sz="2800" b="1" dirty="0" smtClean="0"/>
              <a:t>（</a:t>
            </a:r>
            <a:r>
              <a:rPr lang="en-US" altLang="zh-CN" sz="2800" b="1" dirty="0"/>
              <a:t>byte</a:t>
            </a:r>
            <a:r>
              <a:rPr lang="en-US" altLang="zh-CN" sz="2800" b="1" dirty="0" smtClean="0"/>
              <a:t> stuffing</a:t>
            </a:r>
            <a:r>
              <a:rPr lang="zh-CN" altLang="en-US" sz="2800" b="1" dirty="0" smtClean="0"/>
              <a:t>）的方法：</a:t>
            </a:r>
            <a:endParaRPr lang="en-US" altLang="zh-CN" sz="2800" b="1" dirty="0" smtClean="0"/>
          </a:p>
          <a:p>
            <a:pPr lvl="1"/>
            <a:r>
              <a:rPr lang="zh-CN" altLang="en-US" sz="2400" b="1" dirty="0"/>
              <a:t>发送端的数据链路层在</a:t>
            </a:r>
            <a:r>
              <a:rPr lang="zh-CN" altLang="en-US" sz="2400" b="1" dirty="0">
                <a:solidFill>
                  <a:schemeClr val="tx2">
                    <a:lumMod val="60000"/>
                    <a:lumOff val="40000"/>
                  </a:schemeClr>
                </a:solidFill>
              </a:rPr>
              <a:t>数据中</a:t>
            </a:r>
            <a:r>
              <a:rPr lang="zh-CN" altLang="en-US" sz="2400" b="1" dirty="0"/>
              <a:t>出现的</a:t>
            </a:r>
            <a:r>
              <a:rPr lang="zh-CN" altLang="en-US" sz="2400" b="1" dirty="0" smtClean="0"/>
              <a:t>控制字符 </a:t>
            </a:r>
            <a:r>
              <a:rPr lang="en-US" altLang="zh-CN" sz="2400" b="1" dirty="0" smtClean="0"/>
              <a:t>SOH </a:t>
            </a:r>
            <a:r>
              <a:rPr lang="zh-CN" altLang="en-US" sz="2400" b="1" dirty="0" smtClean="0"/>
              <a:t>或 </a:t>
            </a:r>
            <a:r>
              <a:rPr lang="en-US" altLang="zh-CN" sz="2400" b="1" dirty="0" smtClean="0"/>
              <a:t>EOT </a:t>
            </a:r>
            <a:r>
              <a:rPr lang="zh-CN" altLang="en-US" sz="2400" b="1" dirty="0" smtClean="0"/>
              <a:t>的</a:t>
            </a:r>
            <a:r>
              <a:rPr lang="zh-CN" altLang="en-US" sz="2400" b="1" dirty="0"/>
              <a:t>前面插入一个</a:t>
            </a:r>
            <a:r>
              <a:rPr lang="zh-CN" altLang="en-US" sz="2400" b="1" dirty="0" smtClean="0">
                <a:solidFill>
                  <a:srgbClr val="C00000"/>
                </a:solidFill>
              </a:rPr>
              <a:t>转义字符</a:t>
            </a:r>
            <a:r>
              <a:rPr lang="zh-CN" altLang="en-US" sz="2400" b="1" dirty="0" smtClean="0"/>
              <a:t> </a:t>
            </a:r>
            <a:r>
              <a:rPr lang="en-US" altLang="zh-CN" sz="2400" b="1" dirty="0" smtClean="0"/>
              <a:t>ESC</a:t>
            </a:r>
            <a:r>
              <a:rPr lang="zh-CN" altLang="en-US" sz="2400" b="1" dirty="0" smtClean="0"/>
              <a:t>；</a:t>
            </a:r>
            <a:endParaRPr lang="en-US" altLang="zh-CN" sz="2400" b="1" dirty="0" smtClean="0"/>
          </a:p>
          <a:p>
            <a:pPr lvl="1"/>
            <a:r>
              <a:rPr lang="zh-CN" altLang="en-US" sz="2400" b="1" dirty="0" smtClean="0"/>
              <a:t>接收端的数据链路层遇到 </a:t>
            </a:r>
            <a:r>
              <a:rPr lang="en-US" altLang="zh-CN" sz="2400" b="1" dirty="0" smtClean="0"/>
              <a:t>ESC </a:t>
            </a:r>
            <a:r>
              <a:rPr lang="zh-CN" altLang="en-US" sz="2400" b="1" dirty="0" smtClean="0"/>
              <a:t>后，会</a:t>
            </a:r>
            <a:r>
              <a:rPr lang="zh-CN" altLang="en-US" sz="2400" b="1" dirty="0" smtClean="0">
                <a:solidFill>
                  <a:schemeClr val="tx2">
                    <a:lumMod val="60000"/>
                    <a:lumOff val="40000"/>
                  </a:schemeClr>
                </a:solidFill>
              </a:rPr>
              <a:t>跳过检测</a:t>
            </a:r>
            <a:r>
              <a:rPr lang="zh-CN" altLang="en-US" sz="2400" b="1" dirty="0" smtClean="0"/>
              <a:t>下一个字节，</a:t>
            </a:r>
            <a:r>
              <a:rPr lang="zh-CN" altLang="en-US" sz="2400" b="1" dirty="0"/>
              <a:t>并</a:t>
            </a:r>
            <a:r>
              <a:rPr lang="zh-CN" altLang="en-US" sz="2400" b="1" dirty="0" smtClean="0"/>
              <a:t>将 </a:t>
            </a:r>
            <a:r>
              <a:rPr lang="en-US" altLang="zh-CN" sz="2400" b="1" dirty="0"/>
              <a:t>ESC </a:t>
            </a:r>
            <a:r>
              <a:rPr lang="zh-CN" altLang="en-US" sz="2400" b="1" dirty="0" smtClean="0"/>
              <a:t>删去。这样</a:t>
            </a:r>
            <a:r>
              <a:rPr lang="zh-CN" altLang="en-US" sz="2400" b="1" dirty="0"/>
              <a:t>在</a:t>
            </a:r>
            <a:r>
              <a:rPr lang="zh-CN" altLang="en-US" sz="2400" b="1" dirty="0" smtClean="0">
                <a:solidFill>
                  <a:schemeClr val="tx2">
                    <a:lumMod val="60000"/>
                    <a:lumOff val="40000"/>
                  </a:schemeClr>
                </a:solidFill>
              </a:rPr>
              <a:t>数据</a:t>
            </a:r>
            <a:r>
              <a:rPr lang="zh-CN" altLang="en-US" sz="2400" b="1" dirty="0">
                <a:solidFill>
                  <a:schemeClr val="tx2">
                    <a:lumMod val="60000"/>
                    <a:lumOff val="40000"/>
                  </a:schemeClr>
                </a:solidFill>
              </a:rPr>
              <a:t>中</a:t>
            </a:r>
            <a:r>
              <a:rPr lang="zh-CN" altLang="en-US" sz="2400" b="1" dirty="0" smtClean="0"/>
              <a:t>就</a:t>
            </a:r>
            <a:r>
              <a:rPr lang="zh-CN" altLang="en-US" sz="2400" b="1" dirty="0"/>
              <a:t>不会检测到 </a:t>
            </a:r>
            <a:r>
              <a:rPr lang="en-US" altLang="zh-CN" sz="2400" b="1" dirty="0"/>
              <a:t>SOH </a:t>
            </a:r>
            <a:r>
              <a:rPr lang="zh-CN" altLang="en-US" sz="2400" b="1" dirty="0"/>
              <a:t>或 </a:t>
            </a:r>
            <a:r>
              <a:rPr lang="en-US" altLang="zh-CN" sz="2400" b="1" dirty="0" smtClean="0"/>
              <a:t>EOT</a:t>
            </a:r>
            <a:r>
              <a:rPr lang="zh-CN" altLang="en-US" sz="2400" b="1" dirty="0" smtClean="0"/>
              <a:t>，并能将插入的 </a:t>
            </a:r>
            <a:r>
              <a:rPr lang="en-US" altLang="zh-CN" sz="2400" b="1" dirty="0" smtClean="0"/>
              <a:t>ESC </a:t>
            </a:r>
            <a:r>
              <a:rPr lang="zh-CN" altLang="en-US" sz="2400" b="1" dirty="0" smtClean="0"/>
              <a:t>删去；</a:t>
            </a:r>
            <a:endParaRPr lang="en-US" altLang="zh-CN" sz="2400" b="1" dirty="0" smtClean="0"/>
          </a:p>
          <a:p>
            <a:pPr lvl="1"/>
            <a:r>
              <a:rPr lang="zh-CN" altLang="en-US" sz="2400" b="1" dirty="0" smtClean="0"/>
              <a:t>如果 </a:t>
            </a:r>
            <a:r>
              <a:rPr lang="en-US" altLang="zh-CN" sz="2400" b="1" dirty="0" smtClean="0"/>
              <a:t>ESC </a:t>
            </a:r>
            <a:r>
              <a:rPr lang="zh-CN" altLang="en-US" sz="2400" b="1" dirty="0" smtClean="0"/>
              <a:t>也出现在数据当中，为了避免被</a:t>
            </a:r>
            <a:r>
              <a:rPr lang="zh-CN" altLang="en-US" sz="2400" b="1" dirty="0"/>
              <a:t>误</a:t>
            </a:r>
            <a:r>
              <a:rPr lang="zh-CN" altLang="en-US" sz="2400" b="1" dirty="0" smtClean="0"/>
              <a:t>删，在 </a:t>
            </a:r>
            <a:r>
              <a:rPr lang="en-US" altLang="zh-CN" sz="2400" b="1" dirty="0" smtClean="0"/>
              <a:t>ESC </a:t>
            </a:r>
            <a:r>
              <a:rPr lang="zh-CN" altLang="en-US" sz="2400" b="1" dirty="0" smtClean="0"/>
              <a:t>前面也插入一个转义字符。这样，前面的 </a:t>
            </a:r>
            <a:r>
              <a:rPr lang="en-US" altLang="zh-CN" sz="2400" b="1" dirty="0" smtClean="0"/>
              <a:t>ESC </a:t>
            </a:r>
            <a:r>
              <a:rPr lang="zh-CN" altLang="en-US" sz="2400" b="1" dirty="0" smtClean="0"/>
              <a:t>被删去，后面的 </a:t>
            </a:r>
            <a:r>
              <a:rPr lang="en-US" altLang="zh-CN" sz="2400" b="1" dirty="0" smtClean="0"/>
              <a:t>ESC </a:t>
            </a:r>
            <a:r>
              <a:rPr lang="zh-CN" altLang="en-US" sz="2400" b="1" dirty="0"/>
              <a:t>因</a:t>
            </a:r>
            <a:r>
              <a:rPr lang="zh-CN" altLang="en-US" sz="2400" b="1" dirty="0" smtClean="0"/>
              <a:t>跳过检测而被保留。</a:t>
            </a:r>
            <a:endParaRPr lang="zh-CN" altLang="en-US" b="1" dirty="0"/>
          </a:p>
        </p:txBody>
      </p:sp>
    </p:spTree>
    <p:extLst>
      <p:ext uri="{BB962C8B-B14F-4D97-AF65-F5344CB8AC3E}">
        <p14:creationId xmlns:p14="http://schemas.microsoft.com/office/powerpoint/2010/main" val="34366972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 calcmode="lin" valueType="num">
                                      <p:cBhvr additive="base">
                                        <p:cTn id="2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ltLang="zh-CN" dirty="0"/>
              <a:t>3.1.2 </a:t>
            </a:r>
            <a:r>
              <a:rPr lang="zh-CN" altLang="en-US" dirty="0"/>
              <a:t>三个基本问题</a:t>
            </a:r>
            <a:endParaRPr lang="zh-CN" altLang="en-US" sz="4000" dirty="0">
              <a:solidFill>
                <a:srgbClr val="FFFFFF"/>
              </a:solidFill>
            </a:endParaRPr>
          </a:p>
        </p:txBody>
      </p:sp>
      <p:sp>
        <p:nvSpPr>
          <p:cNvPr id="26628" name="Rectangle 4"/>
          <p:cNvSpPr>
            <a:spLocks noChangeArrowheads="1"/>
          </p:cNvSpPr>
          <p:nvPr/>
        </p:nvSpPr>
        <p:spPr bwMode="auto">
          <a:xfrm>
            <a:off x="364019" y="4125316"/>
            <a:ext cx="609521" cy="457306"/>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lIns="108850" tIns="54425" rIns="108850" bIns="54425" anchor="ctr"/>
          <a:lstStyle/>
          <a:p>
            <a:pPr algn="ctr" eaLnBrk="1" hangingPunct="1"/>
            <a:r>
              <a:rPr kumimoji="1" lang="en-US" altLang="zh-CN" sz="1900" b="1">
                <a:solidFill>
                  <a:srgbClr val="111111"/>
                </a:solidFill>
                <a:ea typeface="黑体" pitchFamily="49" charset="-122"/>
              </a:rPr>
              <a:t>SOH</a:t>
            </a:r>
          </a:p>
        </p:txBody>
      </p:sp>
      <p:sp>
        <p:nvSpPr>
          <p:cNvPr id="26629" name="Freeform 5"/>
          <p:cNvSpPr>
            <a:spLocks/>
          </p:cNvSpPr>
          <p:nvPr/>
        </p:nvSpPr>
        <p:spPr bwMode="auto">
          <a:xfrm>
            <a:off x="8490961" y="3134487"/>
            <a:ext cx="2031736" cy="990829"/>
          </a:xfrm>
          <a:custGeom>
            <a:avLst/>
            <a:gdLst>
              <a:gd name="T0" fmla="*/ 2147483646 w 960"/>
              <a:gd name="T1" fmla="*/ 2147483646 h 624"/>
              <a:gd name="T2" fmla="*/ 2147483646 w 960"/>
              <a:gd name="T3" fmla="*/ 2147483646 h 624"/>
              <a:gd name="T4" fmla="*/ 2147483646 w 960"/>
              <a:gd name="T5" fmla="*/ 0 h 624"/>
              <a:gd name="T6" fmla="*/ 0 w 960"/>
              <a:gd name="T7" fmla="*/ 0 h 624"/>
              <a:gd name="T8" fmla="*/ 0 60000 65536"/>
              <a:gd name="T9" fmla="*/ 0 60000 65536"/>
              <a:gd name="T10" fmla="*/ 0 60000 65536"/>
              <a:gd name="T11" fmla="*/ 0 60000 65536"/>
              <a:gd name="T12" fmla="*/ 0 w 960"/>
              <a:gd name="T13" fmla="*/ 0 h 624"/>
              <a:gd name="T14" fmla="*/ 960 w 960"/>
              <a:gd name="T15" fmla="*/ 624 h 624"/>
            </a:gdLst>
            <a:ahLst/>
            <a:cxnLst>
              <a:cxn ang="T8">
                <a:pos x="T0" y="T1"/>
              </a:cxn>
              <a:cxn ang="T9">
                <a:pos x="T2" y="T3"/>
              </a:cxn>
              <a:cxn ang="T10">
                <a:pos x="T4" y="T5"/>
              </a:cxn>
              <a:cxn ang="T11">
                <a:pos x="T6" y="T7"/>
              </a:cxn>
            </a:cxnLst>
            <a:rect l="T12" t="T13" r="T14" b="T15"/>
            <a:pathLst>
              <a:path w="960" h="624">
                <a:moveTo>
                  <a:pt x="671" y="624"/>
                </a:moveTo>
                <a:lnTo>
                  <a:pt x="960" y="624"/>
                </a:lnTo>
                <a:lnTo>
                  <a:pt x="288" y="0"/>
                </a:lnTo>
                <a:lnTo>
                  <a:pt x="0"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lIns="108850" tIns="54425" rIns="108850" bIns="54425"/>
          <a:lstStyle/>
          <a:p>
            <a:endParaRPr lang="zh-CN" altLang="en-US" b="1"/>
          </a:p>
        </p:txBody>
      </p:sp>
      <p:sp>
        <p:nvSpPr>
          <p:cNvPr id="26630" name="Freeform 6"/>
          <p:cNvSpPr>
            <a:spLocks/>
          </p:cNvSpPr>
          <p:nvPr/>
        </p:nvSpPr>
        <p:spPr bwMode="auto">
          <a:xfrm>
            <a:off x="6751289" y="3134487"/>
            <a:ext cx="1434913" cy="1000357"/>
          </a:xfrm>
          <a:custGeom>
            <a:avLst/>
            <a:gdLst>
              <a:gd name="T0" fmla="*/ 2147483646 w 678"/>
              <a:gd name="T1" fmla="*/ 2147483646 h 630"/>
              <a:gd name="T2" fmla="*/ 2147483646 w 678"/>
              <a:gd name="T3" fmla="*/ 2147483646 h 630"/>
              <a:gd name="T4" fmla="*/ 2147483646 w 678"/>
              <a:gd name="T5" fmla="*/ 0 h 630"/>
              <a:gd name="T6" fmla="*/ 0 w 678"/>
              <a:gd name="T7" fmla="*/ 0 h 630"/>
              <a:gd name="T8" fmla="*/ 0 60000 65536"/>
              <a:gd name="T9" fmla="*/ 0 60000 65536"/>
              <a:gd name="T10" fmla="*/ 0 60000 65536"/>
              <a:gd name="T11" fmla="*/ 0 60000 65536"/>
              <a:gd name="T12" fmla="*/ 0 w 678"/>
              <a:gd name="T13" fmla="*/ 0 h 630"/>
              <a:gd name="T14" fmla="*/ 678 w 678"/>
              <a:gd name="T15" fmla="*/ 630 h 630"/>
            </a:gdLst>
            <a:ahLst/>
            <a:cxnLst>
              <a:cxn ang="T8">
                <a:pos x="T0" y="T1"/>
              </a:cxn>
              <a:cxn ang="T9">
                <a:pos x="T2" y="T3"/>
              </a:cxn>
              <a:cxn ang="T10">
                <a:pos x="T4" y="T5"/>
              </a:cxn>
              <a:cxn ang="T11">
                <a:pos x="T6" y="T7"/>
              </a:cxn>
            </a:cxnLst>
            <a:rect l="T12" t="T13" r="T14" b="T15"/>
            <a:pathLst>
              <a:path w="678" h="630">
                <a:moveTo>
                  <a:pt x="386" y="621"/>
                </a:moveTo>
                <a:lnTo>
                  <a:pt x="678" y="630"/>
                </a:lnTo>
                <a:lnTo>
                  <a:pt x="288" y="0"/>
                </a:lnTo>
                <a:lnTo>
                  <a:pt x="0"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lIns="108850" tIns="54425" rIns="108850" bIns="54425"/>
          <a:lstStyle/>
          <a:p>
            <a:endParaRPr lang="zh-CN" altLang="en-US" b="1"/>
          </a:p>
        </p:txBody>
      </p:sp>
      <p:sp>
        <p:nvSpPr>
          <p:cNvPr id="26631" name="Freeform 7"/>
          <p:cNvSpPr>
            <a:spLocks/>
          </p:cNvSpPr>
          <p:nvPr/>
        </p:nvSpPr>
        <p:spPr bwMode="auto">
          <a:xfrm>
            <a:off x="4732251" y="3134487"/>
            <a:ext cx="799996" cy="990829"/>
          </a:xfrm>
          <a:custGeom>
            <a:avLst/>
            <a:gdLst>
              <a:gd name="T0" fmla="*/ 2147483646 w 378"/>
              <a:gd name="T1" fmla="*/ 2147483646 h 624"/>
              <a:gd name="T2" fmla="*/ 2147483646 w 378"/>
              <a:gd name="T3" fmla="*/ 2147483646 h 624"/>
              <a:gd name="T4" fmla="*/ 2147483646 w 378"/>
              <a:gd name="T5" fmla="*/ 0 h 624"/>
              <a:gd name="T6" fmla="*/ 0 w 378"/>
              <a:gd name="T7" fmla="*/ 0 h 624"/>
              <a:gd name="T8" fmla="*/ 0 60000 65536"/>
              <a:gd name="T9" fmla="*/ 0 60000 65536"/>
              <a:gd name="T10" fmla="*/ 0 60000 65536"/>
              <a:gd name="T11" fmla="*/ 0 60000 65536"/>
              <a:gd name="T12" fmla="*/ 0 w 378"/>
              <a:gd name="T13" fmla="*/ 0 h 624"/>
              <a:gd name="T14" fmla="*/ 378 w 378"/>
              <a:gd name="T15" fmla="*/ 624 h 624"/>
            </a:gdLst>
            <a:ahLst/>
            <a:cxnLst>
              <a:cxn ang="T8">
                <a:pos x="T0" y="T1"/>
              </a:cxn>
              <a:cxn ang="T9">
                <a:pos x="T2" y="T3"/>
              </a:cxn>
              <a:cxn ang="T10">
                <a:pos x="T4" y="T5"/>
              </a:cxn>
              <a:cxn ang="T11">
                <a:pos x="T6" y="T7"/>
              </a:cxn>
            </a:cxnLst>
            <a:rect l="T12" t="T13" r="T14" b="T15"/>
            <a:pathLst>
              <a:path w="378" h="624">
                <a:moveTo>
                  <a:pt x="92" y="624"/>
                </a:moveTo>
                <a:lnTo>
                  <a:pt x="378" y="624"/>
                </a:lnTo>
                <a:lnTo>
                  <a:pt x="288" y="0"/>
                </a:lnTo>
                <a:lnTo>
                  <a:pt x="0"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lIns="108850" tIns="54425" rIns="108850" bIns="54425"/>
          <a:lstStyle/>
          <a:p>
            <a:endParaRPr lang="zh-CN" altLang="en-US" b="1"/>
          </a:p>
        </p:txBody>
      </p:sp>
      <p:sp>
        <p:nvSpPr>
          <p:cNvPr id="26632" name="Freeform 8"/>
          <p:cNvSpPr>
            <a:spLocks/>
          </p:cNvSpPr>
          <p:nvPr/>
        </p:nvSpPr>
        <p:spPr bwMode="auto">
          <a:xfrm>
            <a:off x="2495227" y="3134487"/>
            <a:ext cx="1017983" cy="990829"/>
          </a:xfrm>
          <a:custGeom>
            <a:avLst/>
            <a:gdLst>
              <a:gd name="T0" fmla="*/ 0 w 481"/>
              <a:gd name="T1" fmla="*/ 2147483646 h 624"/>
              <a:gd name="T2" fmla="*/ 2147483646 w 481"/>
              <a:gd name="T3" fmla="*/ 2147483646 h 624"/>
              <a:gd name="T4" fmla="*/ 2147483646 w 481"/>
              <a:gd name="T5" fmla="*/ 0 h 624"/>
              <a:gd name="T6" fmla="*/ 2147483646 w 481"/>
              <a:gd name="T7" fmla="*/ 0 h 624"/>
              <a:gd name="T8" fmla="*/ 0 60000 65536"/>
              <a:gd name="T9" fmla="*/ 0 60000 65536"/>
              <a:gd name="T10" fmla="*/ 0 60000 65536"/>
              <a:gd name="T11" fmla="*/ 0 60000 65536"/>
              <a:gd name="T12" fmla="*/ 0 w 481"/>
              <a:gd name="T13" fmla="*/ 0 h 624"/>
              <a:gd name="T14" fmla="*/ 481 w 481"/>
              <a:gd name="T15" fmla="*/ 624 h 624"/>
            </a:gdLst>
            <a:ahLst/>
            <a:cxnLst>
              <a:cxn ang="T8">
                <a:pos x="T0" y="T1"/>
              </a:cxn>
              <a:cxn ang="T9">
                <a:pos x="T2" y="T3"/>
              </a:cxn>
              <a:cxn ang="T10">
                <a:pos x="T4" y="T5"/>
              </a:cxn>
              <a:cxn ang="T11">
                <a:pos x="T6" y="T7"/>
              </a:cxn>
            </a:cxnLst>
            <a:rect l="T12" t="T13" r="T14" b="T15"/>
            <a:pathLst>
              <a:path w="481" h="624">
                <a:moveTo>
                  <a:pt x="0" y="621"/>
                </a:moveTo>
                <a:lnTo>
                  <a:pt x="289" y="624"/>
                </a:lnTo>
                <a:lnTo>
                  <a:pt x="481" y="0"/>
                </a:lnTo>
                <a:lnTo>
                  <a:pt x="193"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lIns="108850" tIns="54425" rIns="108850" bIns="54425"/>
          <a:lstStyle/>
          <a:p>
            <a:endParaRPr lang="zh-CN" altLang="en-US" b="1"/>
          </a:p>
        </p:txBody>
      </p:sp>
      <p:sp>
        <p:nvSpPr>
          <p:cNvPr id="26633" name="Rectangle 9"/>
          <p:cNvSpPr>
            <a:spLocks noChangeArrowheads="1"/>
          </p:cNvSpPr>
          <p:nvPr/>
        </p:nvSpPr>
        <p:spPr bwMode="auto">
          <a:xfrm>
            <a:off x="1379887" y="2677181"/>
            <a:ext cx="609521" cy="457306"/>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lIns="108850" tIns="54425" rIns="108850" bIns="54425" anchor="ctr"/>
          <a:lstStyle/>
          <a:p>
            <a:pPr algn="ctr" eaLnBrk="1" hangingPunct="1"/>
            <a:r>
              <a:rPr kumimoji="1" lang="en-US" altLang="zh-CN" sz="1900" b="1">
                <a:solidFill>
                  <a:srgbClr val="111111"/>
                </a:solidFill>
                <a:ea typeface="黑体" pitchFamily="49" charset="-122"/>
              </a:rPr>
              <a:t>SOH</a:t>
            </a:r>
          </a:p>
        </p:txBody>
      </p:sp>
      <p:sp>
        <p:nvSpPr>
          <p:cNvPr id="26634" name="Rectangle 10"/>
          <p:cNvSpPr>
            <a:spLocks noChangeArrowheads="1"/>
          </p:cNvSpPr>
          <p:nvPr/>
        </p:nvSpPr>
        <p:spPr bwMode="auto">
          <a:xfrm>
            <a:off x="1989408" y="2677181"/>
            <a:ext cx="8025355" cy="457306"/>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lIns="108850" tIns="54425" rIns="108850" bIns="54425" anchor="ctr"/>
          <a:lstStyle/>
          <a:p>
            <a:pPr eaLnBrk="1" hangingPunct="1"/>
            <a:endParaRPr lang="zh-CN" altLang="en-US" b="1">
              <a:solidFill>
                <a:srgbClr val="111111"/>
              </a:solidFill>
            </a:endParaRPr>
          </a:p>
        </p:txBody>
      </p:sp>
      <p:sp>
        <p:nvSpPr>
          <p:cNvPr id="26635" name="Rectangle 11"/>
          <p:cNvSpPr>
            <a:spLocks noChangeArrowheads="1"/>
          </p:cNvSpPr>
          <p:nvPr/>
        </p:nvSpPr>
        <p:spPr bwMode="auto">
          <a:xfrm>
            <a:off x="2903688" y="2677181"/>
            <a:ext cx="609521" cy="457306"/>
          </a:xfrm>
          <a:prstGeom prst="rect">
            <a:avLst/>
          </a:prstGeom>
          <a:solidFill>
            <a:srgbClr val="99FF66"/>
          </a:solidFill>
          <a:ln w="9525">
            <a:solidFill>
              <a:schemeClr val="tx1"/>
            </a:solidFill>
            <a:miter lim="800000"/>
            <a:headEnd/>
            <a:tailEnd/>
          </a:ln>
        </p:spPr>
        <p:txBody>
          <a:bodyPr wrap="none" lIns="108850" tIns="54425" rIns="108850" bIns="54425" anchor="ctr"/>
          <a:lstStyle/>
          <a:p>
            <a:pPr algn="ctr" eaLnBrk="1" hangingPunct="1"/>
            <a:r>
              <a:rPr kumimoji="1" lang="en-US" altLang="zh-CN" sz="1900" b="1">
                <a:solidFill>
                  <a:srgbClr val="111111"/>
                </a:solidFill>
                <a:ea typeface="黑体" pitchFamily="49" charset="-122"/>
              </a:rPr>
              <a:t>EOT</a:t>
            </a:r>
          </a:p>
        </p:txBody>
      </p:sp>
      <p:sp>
        <p:nvSpPr>
          <p:cNvPr id="26636" name="Rectangle 12"/>
          <p:cNvSpPr>
            <a:spLocks noChangeArrowheads="1"/>
          </p:cNvSpPr>
          <p:nvPr/>
        </p:nvSpPr>
        <p:spPr bwMode="auto">
          <a:xfrm>
            <a:off x="8490961" y="2677181"/>
            <a:ext cx="609521" cy="457306"/>
          </a:xfrm>
          <a:prstGeom prst="rect">
            <a:avLst/>
          </a:prstGeom>
          <a:solidFill>
            <a:srgbClr val="FF0000"/>
          </a:solidFill>
          <a:ln w="9525" algn="ctr">
            <a:solidFill>
              <a:schemeClr val="tx1"/>
            </a:solidFill>
            <a:miter lim="800000"/>
            <a:headEnd/>
            <a:tailEnd/>
          </a:ln>
          <a:effectLst/>
        </p:spPr>
        <p:txBody>
          <a:bodyPr wrap="none" lIns="108850" tIns="54425" rIns="108850" bIns="54425" anchor="ctr"/>
          <a:lstStyle/>
          <a:p>
            <a:pPr algn="ctr" eaLnBrk="1" hangingPunct="1"/>
            <a:r>
              <a:rPr kumimoji="1" lang="en-US" altLang="zh-CN" sz="1900" b="1" dirty="0">
                <a:solidFill>
                  <a:srgbClr val="111111"/>
                </a:solidFill>
                <a:ea typeface="黑体" pitchFamily="49" charset="-122"/>
              </a:rPr>
              <a:t>SOH</a:t>
            </a:r>
          </a:p>
        </p:txBody>
      </p:sp>
      <p:sp>
        <p:nvSpPr>
          <p:cNvPr id="26637" name="Rectangle 13"/>
          <p:cNvSpPr>
            <a:spLocks noChangeArrowheads="1"/>
          </p:cNvSpPr>
          <p:nvPr/>
        </p:nvSpPr>
        <p:spPr bwMode="auto">
          <a:xfrm>
            <a:off x="6763986" y="2677181"/>
            <a:ext cx="609521" cy="457306"/>
          </a:xfrm>
          <a:prstGeom prst="rect">
            <a:avLst/>
          </a:prstGeom>
          <a:solidFill>
            <a:srgbClr val="33CCFF"/>
          </a:solidFill>
          <a:ln w="9525" algn="ctr">
            <a:solidFill>
              <a:schemeClr val="tx1"/>
            </a:solidFill>
            <a:miter lim="800000"/>
            <a:headEnd/>
            <a:tailEnd/>
          </a:ln>
        </p:spPr>
        <p:txBody>
          <a:bodyPr wrap="none" lIns="108850" tIns="54425" rIns="108850" bIns="54425" anchor="ctr"/>
          <a:lstStyle/>
          <a:p>
            <a:pPr algn="ctr" eaLnBrk="1" hangingPunct="1"/>
            <a:r>
              <a:rPr kumimoji="1" lang="en-US" altLang="zh-CN" sz="1900" b="1">
                <a:solidFill>
                  <a:srgbClr val="111111"/>
                </a:solidFill>
                <a:ea typeface="黑体" pitchFamily="49" charset="-122"/>
              </a:rPr>
              <a:t>ESC</a:t>
            </a:r>
          </a:p>
        </p:txBody>
      </p:sp>
      <p:sp>
        <p:nvSpPr>
          <p:cNvPr id="26638" name="Rectangle 14"/>
          <p:cNvSpPr>
            <a:spLocks noChangeArrowheads="1"/>
          </p:cNvSpPr>
          <p:nvPr/>
        </p:nvSpPr>
        <p:spPr bwMode="auto">
          <a:xfrm>
            <a:off x="973540" y="4125316"/>
            <a:ext cx="10463438" cy="457306"/>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lIns="108850" tIns="54425" rIns="108850" bIns="54425" anchor="ctr"/>
          <a:lstStyle/>
          <a:p>
            <a:pPr eaLnBrk="1" hangingPunct="1"/>
            <a:endParaRPr lang="zh-CN" altLang="en-US" b="1">
              <a:solidFill>
                <a:srgbClr val="111111"/>
              </a:solidFill>
            </a:endParaRPr>
          </a:p>
        </p:txBody>
      </p:sp>
      <p:sp>
        <p:nvSpPr>
          <p:cNvPr id="26639" name="Rectangle 15"/>
          <p:cNvSpPr>
            <a:spLocks noChangeArrowheads="1"/>
          </p:cNvSpPr>
          <p:nvPr/>
        </p:nvSpPr>
        <p:spPr bwMode="auto">
          <a:xfrm>
            <a:off x="1887821" y="4125316"/>
            <a:ext cx="609521" cy="457306"/>
          </a:xfrm>
          <a:prstGeom prst="rect">
            <a:avLst/>
          </a:prstGeom>
          <a:solidFill>
            <a:srgbClr val="33CCFF"/>
          </a:solidFill>
          <a:ln w="9525" algn="ctr">
            <a:solidFill>
              <a:schemeClr val="tx1"/>
            </a:solidFill>
            <a:miter lim="800000"/>
            <a:headEnd/>
            <a:tailEnd/>
          </a:ln>
        </p:spPr>
        <p:txBody>
          <a:bodyPr wrap="none" lIns="108850" tIns="54425" rIns="108850" bIns="54425" anchor="ctr"/>
          <a:lstStyle/>
          <a:p>
            <a:pPr algn="ctr" eaLnBrk="1" hangingPunct="1"/>
            <a:r>
              <a:rPr kumimoji="1" lang="en-US" altLang="zh-CN" sz="1900" b="1">
                <a:solidFill>
                  <a:srgbClr val="111111"/>
                </a:solidFill>
                <a:ea typeface="黑体" pitchFamily="49" charset="-122"/>
              </a:rPr>
              <a:t>ESC</a:t>
            </a:r>
          </a:p>
        </p:txBody>
      </p:sp>
      <p:sp>
        <p:nvSpPr>
          <p:cNvPr id="26640" name="Rectangle 16"/>
          <p:cNvSpPr>
            <a:spLocks noChangeArrowheads="1"/>
          </p:cNvSpPr>
          <p:nvPr/>
        </p:nvSpPr>
        <p:spPr bwMode="auto">
          <a:xfrm>
            <a:off x="2497341" y="4125316"/>
            <a:ext cx="609521" cy="457306"/>
          </a:xfrm>
          <a:prstGeom prst="rect">
            <a:avLst/>
          </a:prstGeom>
          <a:solidFill>
            <a:srgbClr val="99FF66"/>
          </a:solidFill>
          <a:ln w="9525" algn="ctr">
            <a:solidFill>
              <a:schemeClr val="tx1"/>
            </a:solidFill>
            <a:miter lim="800000"/>
            <a:headEnd/>
            <a:tailEnd/>
          </a:ln>
        </p:spPr>
        <p:txBody>
          <a:bodyPr wrap="none" lIns="108850" tIns="54425" rIns="108850" bIns="54425" anchor="ctr"/>
          <a:lstStyle/>
          <a:p>
            <a:pPr algn="ctr" eaLnBrk="1" hangingPunct="1"/>
            <a:r>
              <a:rPr kumimoji="1" lang="en-US" altLang="zh-CN" sz="1900" b="1">
                <a:solidFill>
                  <a:srgbClr val="111111"/>
                </a:solidFill>
                <a:ea typeface="黑体" pitchFamily="49" charset="-122"/>
              </a:rPr>
              <a:t>EOT</a:t>
            </a:r>
          </a:p>
        </p:txBody>
      </p:sp>
      <p:sp>
        <p:nvSpPr>
          <p:cNvPr id="26641" name="Rectangle 17"/>
          <p:cNvSpPr>
            <a:spLocks noChangeArrowheads="1"/>
          </p:cNvSpPr>
          <p:nvPr/>
        </p:nvSpPr>
        <p:spPr bwMode="auto">
          <a:xfrm>
            <a:off x="4325903" y="4125316"/>
            <a:ext cx="609521" cy="457306"/>
          </a:xfrm>
          <a:prstGeom prst="rect">
            <a:avLst/>
          </a:prstGeom>
          <a:solidFill>
            <a:srgbClr val="33CCFF"/>
          </a:solidFill>
          <a:ln w="9525" algn="ctr">
            <a:solidFill>
              <a:schemeClr val="tx1"/>
            </a:solidFill>
            <a:miter lim="800000"/>
            <a:headEnd/>
            <a:tailEnd/>
          </a:ln>
        </p:spPr>
        <p:txBody>
          <a:bodyPr wrap="none" lIns="108850" tIns="54425" rIns="108850" bIns="54425" anchor="ctr"/>
          <a:lstStyle/>
          <a:p>
            <a:pPr algn="ctr" eaLnBrk="1" hangingPunct="1"/>
            <a:r>
              <a:rPr kumimoji="1" lang="en-US" altLang="zh-CN" sz="1900" b="1">
                <a:solidFill>
                  <a:srgbClr val="111111"/>
                </a:solidFill>
                <a:ea typeface="黑体" pitchFamily="49" charset="-122"/>
              </a:rPr>
              <a:t>ESC</a:t>
            </a:r>
          </a:p>
        </p:txBody>
      </p:sp>
      <p:sp>
        <p:nvSpPr>
          <p:cNvPr id="26642" name="Rectangle 18"/>
          <p:cNvSpPr>
            <a:spLocks noChangeArrowheads="1"/>
          </p:cNvSpPr>
          <p:nvPr/>
        </p:nvSpPr>
        <p:spPr bwMode="auto">
          <a:xfrm>
            <a:off x="4935424" y="4125316"/>
            <a:ext cx="609521" cy="457306"/>
          </a:xfrm>
          <a:prstGeom prst="rect">
            <a:avLst/>
          </a:prstGeom>
          <a:solidFill>
            <a:srgbClr val="CCFFFF"/>
          </a:solidFill>
          <a:ln w="9525" algn="ctr">
            <a:solidFill>
              <a:schemeClr val="tx1"/>
            </a:solidFill>
            <a:miter lim="800000"/>
            <a:headEnd/>
            <a:tailEnd/>
          </a:ln>
        </p:spPr>
        <p:txBody>
          <a:bodyPr wrap="none" lIns="108850" tIns="54425" rIns="108850" bIns="54425" anchor="ctr"/>
          <a:lstStyle/>
          <a:p>
            <a:pPr algn="ctr" eaLnBrk="1" hangingPunct="1"/>
            <a:r>
              <a:rPr kumimoji="1" lang="en-US" altLang="zh-CN" sz="1900" b="1">
                <a:solidFill>
                  <a:srgbClr val="111111"/>
                </a:solidFill>
                <a:ea typeface="黑体" pitchFamily="49" charset="-122"/>
              </a:rPr>
              <a:t>SOH</a:t>
            </a:r>
          </a:p>
        </p:txBody>
      </p:sp>
      <p:sp>
        <p:nvSpPr>
          <p:cNvPr id="26643" name="Rectangle 19"/>
          <p:cNvSpPr>
            <a:spLocks noChangeArrowheads="1"/>
          </p:cNvSpPr>
          <p:nvPr/>
        </p:nvSpPr>
        <p:spPr bwMode="auto">
          <a:xfrm>
            <a:off x="6967159" y="4125316"/>
            <a:ext cx="609521" cy="457306"/>
          </a:xfrm>
          <a:prstGeom prst="rect">
            <a:avLst/>
          </a:prstGeom>
          <a:solidFill>
            <a:srgbClr val="33CCFF"/>
          </a:solidFill>
          <a:ln w="9525" algn="ctr">
            <a:solidFill>
              <a:schemeClr val="tx1"/>
            </a:solidFill>
            <a:miter lim="800000"/>
            <a:headEnd/>
            <a:tailEnd/>
          </a:ln>
        </p:spPr>
        <p:txBody>
          <a:bodyPr wrap="none" lIns="108850" tIns="54425" rIns="108850" bIns="54425" anchor="ctr"/>
          <a:lstStyle/>
          <a:p>
            <a:pPr algn="ctr" eaLnBrk="1" hangingPunct="1"/>
            <a:r>
              <a:rPr kumimoji="1" lang="en-US" altLang="zh-CN" sz="1900" b="1">
                <a:solidFill>
                  <a:srgbClr val="111111"/>
                </a:solidFill>
                <a:ea typeface="黑体" pitchFamily="49" charset="-122"/>
              </a:rPr>
              <a:t>ESC</a:t>
            </a:r>
          </a:p>
        </p:txBody>
      </p:sp>
      <p:sp>
        <p:nvSpPr>
          <p:cNvPr id="26644" name="Rectangle 20"/>
          <p:cNvSpPr>
            <a:spLocks noChangeArrowheads="1"/>
          </p:cNvSpPr>
          <p:nvPr/>
        </p:nvSpPr>
        <p:spPr bwMode="auto">
          <a:xfrm>
            <a:off x="7576680" y="4125316"/>
            <a:ext cx="609521" cy="457306"/>
          </a:xfrm>
          <a:prstGeom prst="rect">
            <a:avLst/>
          </a:prstGeom>
          <a:solidFill>
            <a:srgbClr val="33CCFF"/>
          </a:solidFill>
          <a:ln w="9525" algn="ctr">
            <a:solidFill>
              <a:schemeClr val="tx1"/>
            </a:solidFill>
            <a:miter lim="800000"/>
            <a:headEnd/>
            <a:tailEnd/>
          </a:ln>
        </p:spPr>
        <p:txBody>
          <a:bodyPr wrap="none" lIns="108850" tIns="54425" rIns="108850" bIns="54425" anchor="ctr"/>
          <a:lstStyle/>
          <a:p>
            <a:pPr algn="ctr" eaLnBrk="1" hangingPunct="1"/>
            <a:r>
              <a:rPr kumimoji="1" lang="en-US" altLang="zh-CN" sz="1900" b="1">
                <a:solidFill>
                  <a:srgbClr val="111111"/>
                </a:solidFill>
                <a:ea typeface="黑体" pitchFamily="49" charset="-122"/>
              </a:rPr>
              <a:t>ESC</a:t>
            </a:r>
          </a:p>
        </p:txBody>
      </p:sp>
      <p:sp>
        <p:nvSpPr>
          <p:cNvPr id="26645" name="Rectangle 21"/>
          <p:cNvSpPr>
            <a:spLocks noChangeArrowheads="1"/>
          </p:cNvSpPr>
          <p:nvPr/>
        </p:nvSpPr>
        <p:spPr bwMode="auto">
          <a:xfrm>
            <a:off x="9303655" y="4125316"/>
            <a:ext cx="609521" cy="457306"/>
          </a:xfrm>
          <a:prstGeom prst="rect">
            <a:avLst/>
          </a:prstGeom>
          <a:solidFill>
            <a:srgbClr val="33CCFF"/>
          </a:solidFill>
          <a:ln w="9525" algn="ctr">
            <a:solidFill>
              <a:schemeClr val="tx1"/>
            </a:solidFill>
            <a:miter lim="800000"/>
            <a:headEnd/>
            <a:tailEnd/>
          </a:ln>
        </p:spPr>
        <p:txBody>
          <a:bodyPr wrap="none" lIns="108850" tIns="54425" rIns="108850" bIns="54425" anchor="ctr"/>
          <a:lstStyle/>
          <a:p>
            <a:pPr algn="ctr" eaLnBrk="1" hangingPunct="1"/>
            <a:r>
              <a:rPr kumimoji="1" lang="en-US" altLang="zh-CN" sz="1900" b="1">
                <a:solidFill>
                  <a:srgbClr val="111111"/>
                </a:solidFill>
                <a:ea typeface="黑体" pitchFamily="49" charset="-122"/>
              </a:rPr>
              <a:t>ESC</a:t>
            </a:r>
          </a:p>
        </p:txBody>
      </p:sp>
      <p:sp>
        <p:nvSpPr>
          <p:cNvPr id="26646" name="Rectangle 22"/>
          <p:cNvSpPr>
            <a:spLocks noChangeArrowheads="1"/>
          </p:cNvSpPr>
          <p:nvPr/>
        </p:nvSpPr>
        <p:spPr bwMode="auto">
          <a:xfrm>
            <a:off x="9913176" y="4125316"/>
            <a:ext cx="609521" cy="457306"/>
          </a:xfrm>
          <a:prstGeom prst="rect">
            <a:avLst/>
          </a:prstGeom>
          <a:solidFill>
            <a:srgbClr val="FF0000"/>
          </a:solidFill>
          <a:ln w="9525" algn="ctr">
            <a:solidFill>
              <a:schemeClr val="tx1"/>
            </a:solidFill>
            <a:miter lim="800000"/>
            <a:headEnd/>
            <a:tailEnd/>
          </a:ln>
          <a:effectLst/>
        </p:spPr>
        <p:txBody>
          <a:bodyPr wrap="none" lIns="108850" tIns="54425" rIns="108850" bIns="54425" anchor="ctr"/>
          <a:lstStyle/>
          <a:p>
            <a:pPr algn="ctr" eaLnBrk="1" hangingPunct="1"/>
            <a:r>
              <a:rPr kumimoji="1" lang="en-US" altLang="zh-CN" sz="1900" b="1" dirty="0">
                <a:solidFill>
                  <a:srgbClr val="111111"/>
                </a:solidFill>
                <a:ea typeface="黑体" pitchFamily="49" charset="-122"/>
              </a:rPr>
              <a:t>SOH</a:t>
            </a:r>
          </a:p>
        </p:txBody>
      </p:sp>
      <p:sp>
        <p:nvSpPr>
          <p:cNvPr id="26647" name="Freeform 23"/>
          <p:cNvSpPr>
            <a:spLocks/>
          </p:cNvSpPr>
          <p:nvPr/>
        </p:nvSpPr>
        <p:spPr bwMode="auto">
          <a:xfrm>
            <a:off x="2495226" y="3134487"/>
            <a:ext cx="408463" cy="995592"/>
          </a:xfrm>
          <a:custGeom>
            <a:avLst/>
            <a:gdLst>
              <a:gd name="T0" fmla="*/ 2147483646 w 193"/>
              <a:gd name="T1" fmla="*/ 0 h 627"/>
              <a:gd name="T2" fmla="*/ 0 w 193"/>
              <a:gd name="T3" fmla="*/ 2147483646 h 627"/>
              <a:gd name="T4" fmla="*/ 0 60000 65536"/>
              <a:gd name="T5" fmla="*/ 0 60000 65536"/>
              <a:gd name="T6" fmla="*/ 0 w 193"/>
              <a:gd name="T7" fmla="*/ 0 h 627"/>
              <a:gd name="T8" fmla="*/ 193 w 193"/>
              <a:gd name="T9" fmla="*/ 627 h 627"/>
            </a:gdLst>
            <a:ahLst/>
            <a:cxnLst>
              <a:cxn ang="T4">
                <a:pos x="T0" y="T1"/>
              </a:cxn>
              <a:cxn ang="T5">
                <a:pos x="T2" y="T3"/>
              </a:cxn>
            </a:cxnLst>
            <a:rect l="T6" t="T7" r="T8" b="T9"/>
            <a:pathLst>
              <a:path w="193" h="627">
                <a:moveTo>
                  <a:pt x="193" y="0"/>
                </a:moveTo>
                <a:lnTo>
                  <a:pt x="0" y="627"/>
                </a:lnTo>
              </a:path>
            </a:pathLst>
          </a:cu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lIns="108850" tIns="54425" rIns="108850" bIns="54425"/>
          <a:lstStyle/>
          <a:p>
            <a:endParaRPr lang="zh-CN" altLang="en-US" b="1"/>
          </a:p>
        </p:txBody>
      </p:sp>
      <p:sp>
        <p:nvSpPr>
          <p:cNvPr id="26648" name="Line 24"/>
          <p:cNvSpPr>
            <a:spLocks noChangeShapeType="1"/>
          </p:cNvSpPr>
          <p:nvPr/>
        </p:nvSpPr>
        <p:spPr bwMode="auto">
          <a:xfrm flipH="1">
            <a:off x="3106862" y="3134487"/>
            <a:ext cx="406347" cy="990829"/>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6649" name="Line 25"/>
          <p:cNvSpPr>
            <a:spLocks noChangeShapeType="1"/>
          </p:cNvSpPr>
          <p:nvPr/>
        </p:nvSpPr>
        <p:spPr bwMode="auto">
          <a:xfrm>
            <a:off x="4732251" y="3134487"/>
            <a:ext cx="190475" cy="990829"/>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6650" name="Line 26"/>
          <p:cNvSpPr>
            <a:spLocks noChangeShapeType="1"/>
          </p:cNvSpPr>
          <p:nvPr/>
        </p:nvSpPr>
        <p:spPr bwMode="auto">
          <a:xfrm>
            <a:off x="5341771" y="3134487"/>
            <a:ext cx="203174" cy="990829"/>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6651" name="Freeform 27"/>
          <p:cNvSpPr>
            <a:spLocks/>
          </p:cNvSpPr>
          <p:nvPr/>
        </p:nvSpPr>
        <p:spPr bwMode="auto">
          <a:xfrm>
            <a:off x="6763986" y="3134487"/>
            <a:ext cx="804229" cy="995592"/>
          </a:xfrm>
          <a:custGeom>
            <a:avLst/>
            <a:gdLst>
              <a:gd name="T0" fmla="*/ 0 w 380"/>
              <a:gd name="T1" fmla="*/ 0 h 627"/>
              <a:gd name="T2" fmla="*/ 2147483646 w 380"/>
              <a:gd name="T3" fmla="*/ 2147483646 h 627"/>
              <a:gd name="T4" fmla="*/ 0 60000 65536"/>
              <a:gd name="T5" fmla="*/ 0 60000 65536"/>
              <a:gd name="T6" fmla="*/ 0 w 380"/>
              <a:gd name="T7" fmla="*/ 0 h 627"/>
              <a:gd name="T8" fmla="*/ 380 w 380"/>
              <a:gd name="T9" fmla="*/ 627 h 627"/>
            </a:gdLst>
            <a:ahLst/>
            <a:cxnLst>
              <a:cxn ang="T4">
                <a:pos x="T0" y="T1"/>
              </a:cxn>
              <a:cxn ang="T5">
                <a:pos x="T2" y="T3"/>
              </a:cxn>
            </a:cxnLst>
            <a:rect l="T6" t="T7" r="T8" b="T9"/>
            <a:pathLst>
              <a:path w="380" h="627">
                <a:moveTo>
                  <a:pt x="0" y="0"/>
                </a:moveTo>
                <a:lnTo>
                  <a:pt x="380" y="627"/>
                </a:lnTo>
              </a:path>
            </a:pathLst>
          </a:cu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lIns="108850" tIns="54425" rIns="108850" bIns="54425"/>
          <a:lstStyle/>
          <a:p>
            <a:endParaRPr lang="zh-CN" altLang="en-US" b="1"/>
          </a:p>
        </p:txBody>
      </p:sp>
      <p:sp>
        <p:nvSpPr>
          <p:cNvPr id="26652" name="Line 28"/>
          <p:cNvSpPr>
            <a:spLocks noChangeShapeType="1"/>
          </p:cNvSpPr>
          <p:nvPr/>
        </p:nvSpPr>
        <p:spPr bwMode="auto">
          <a:xfrm>
            <a:off x="7373507" y="3134487"/>
            <a:ext cx="812694" cy="990829"/>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6653" name="Freeform 29"/>
          <p:cNvSpPr>
            <a:spLocks/>
          </p:cNvSpPr>
          <p:nvPr/>
        </p:nvSpPr>
        <p:spPr bwMode="auto">
          <a:xfrm>
            <a:off x="8490961" y="3134488"/>
            <a:ext cx="1413749" cy="986065"/>
          </a:xfrm>
          <a:custGeom>
            <a:avLst/>
            <a:gdLst>
              <a:gd name="T0" fmla="*/ 0 w 668"/>
              <a:gd name="T1" fmla="*/ 0 h 621"/>
              <a:gd name="T2" fmla="*/ 2147483646 w 668"/>
              <a:gd name="T3" fmla="*/ 2147483646 h 621"/>
              <a:gd name="T4" fmla="*/ 0 60000 65536"/>
              <a:gd name="T5" fmla="*/ 0 60000 65536"/>
              <a:gd name="T6" fmla="*/ 0 w 668"/>
              <a:gd name="T7" fmla="*/ 0 h 621"/>
              <a:gd name="T8" fmla="*/ 668 w 668"/>
              <a:gd name="T9" fmla="*/ 621 h 621"/>
            </a:gdLst>
            <a:ahLst/>
            <a:cxnLst>
              <a:cxn ang="T4">
                <a:pos x="T0" y="T1"/>
              </a:cxn>
              <a:cxn ang="T5">
                <a:pos x="T2" y="T3"/>
              </a:cxn>
            </a:cxnLst>
            <a:rect l="T6" t="T7" r="T8" b="T9"/>
            <a:pathLst>
              <a:path w="668" h="621">
                <a:moveTo>
                  <a:pt x="0" y="0"/>
                </a:moveTo>
                <a:lnTo>
                  <a:pt x="668" y="621"/>
                </a:lnTo>
              </a:path>
            </a:pathLst>
          </a:cu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lIns="108850" tIns="54425" rIns="108850" bIns="54425"/>
          <a:lstStyle/>
          <a:p>
            <a:endParaRPr lang="zh-CN" altLang="en-US" b="1"/>
          </a:p>
        </p:txBody>
      </p:sp>
      <p:sp>
        <p:nvSpPr>
          <p:cNvPr id="26654" name="Line 30"/>
          <p:cNvSpPr>
            <a:spLocks noChangeShapeType="1"/>
          </p:cNvSpPr>
          <p:nvPr/>
        </p:nvSpPr>
        <p:spPr bwMode="auto">
          <a:xfrm>
            <a:off x="9100482" y="3134487"/>
            <a:ext cx="1422215" cy="990829"/>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6655" name="Line 31"/>
          <p:cNvSpPr>
            <a:spLocks noChangeShapeType="1"/>
          </p:cNvSpPr>
          <p:nvPr/>
        </p:nvSpPr>
        <p:spPr bwMode="auto">
          <a:xfrm>
            <a:off x="1989408" y="2448528"/>
            <a:ext cx="8025355" cy="0"/>
          </a:xfrm>
          <a:prstGeom prst="line">
            <a:avLst/>
          </a:prstGeom>
          <a:noFill/>
          <a:ln w="2857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6656" name="Text Box 32"/>
          <p:cNvSpPr txBox="1">
            <a:spLocks noChangeArrowheads="1"/>
          </p:cNvSpPr>
          <p:nvPr/>
        </p:nvSpPr>
        <p:spPr bwMode="auto">
          <a:xfrm>
            <a:off x="5144115" y="2145263"/>
            <a:ext cx="1450932" cy="47924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400" dirty="0">
                <a:solidFill>
                  <a:srgbClr val="111111"/>
                </a:solidFill>
                <a:latin typeface="Arial" charset="0"/>
              </a:rPr>
              <a:t>原始数据</a:t>
            </a:r>
          </a:p>
        </p:txBody>
      </p:sp>
      <p:sp>
        <p:nvSpPr>
          <p:cNvPr id="26657" name="Line 33"/>
          <p:cNvSpPr>
            <a:spLocks noChangeShapeType="1"/>
          </p:cNvSpPr>
          <p:nvPr/>
        </p:nvSpPr>
        <p:spPr bwMode="auto">
          <a:xfrm>
            <a:off x="973540" y="4887493"/>
            <a:ext cx="10463438" cy="0"/>
          </a:xfrm>
          <a:prstGeom prst="line">
            <a:avLst/>
          </a:prstGeom>
          <a:noFill/>
          <a:ln w="2857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6658" name="Rectangle 34"/>
          <p:cNvSpPr>
            <a:spLocks noChangeArrowheads="1"/>
          </p:cNvSpPr>
          <p:nvPr/>
        </p:nvSpPr>
        <p:spPr bwMode="auto">
          <a:xfrm>
            <a:off x="11436978" y="4125316"/>
            <a:ext cx="609521" cy="457306"/>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lIns="108850" tIns="54425" rIns="108850" bIns="54425" anchor="ctr"/>
          <a:lstStyle/>
          <a:p>
            <a:pPr algn="ctr" eaLnBrk="1" hangingPunct="1"/>
            <a:r>
              <a:rPr kumimoji="1" lang="en-US" altLang="zh-CN" sz="1900" b="1">
                <a:solidFill>
                  <a:srgbClr val="111111"/>
                </a:solidFill>
                <a:ea typeface="黑体" pitchFamily="49" charset="-122"/>
              </a:rPr>
              <a:t>EOT</a:t>
            </a:r>
          </a:p>
        </p:txBody>
      </p:sp>
      <p:sp>
        <p:nvSpPr>
          <p:cNvPr id="26659" name="Rectangle 35"/>
          <p:cNvSpPr>
            <a:spLocks noChangeArrowheads="1"/>
          </p:cNvSpPr>
          <p:nvPr/>
        </p:nvSpPr>
        <p:spPr bwMode="auto">
          <a:xfrm>
            <a:off x="10014763" y="2677181"/>
            <a:ext cx="609521" cy="457306"/>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lIns="108850" tIns="54425" rIns="108850" bIns="54425" anchor="ctr"/>
          <a:lstStyle/>
          <a:p>
            <a:pPr algn="ctr" eaLnBrk="1" hangingPunct="1"/>
            <a:r>
              <a:rPr kumimoji="1" lang="en-US" altLang="zh-CN" sz="1900" b="1">
                <a:solidFill>
                  <a:srgbClr val="111111"/>
                </a:solidFill>
                <a:ea typeface="黑体" pitchFamily="49" charset="-122"/>
              </a:rPr>
              <a:t>EOT</a:t>
            </a:r>
          </a:p>
        </p:txBody>
      </p:sp>
      <p:sp>
        <p:nvSpPr>
          <p:cNvPr id="26660" name="Text Box 36"/>
          <p:cNvSpPr txBox="1">
            <a:spLocks noChangeArrowheads="1"/>
          </p:cNvSpPr>
          <p:nvPr/>
        </p:nvSpPr>
        <p:spPr bwMode="auto">
          <a:xfrm>
            <a:off x="4431723" y="4650901"/>
            <a:ext cx="3913145" cy="47924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400">
                <a:solidFill>
                  <a:srgbClr val="111111"/>
                </a:solidFill>
                <a:latin typeface="Arial" charset="0"/>
              </a:rPr>
              <a:t>经过字节填充后发送的数据</a:t>
            </a:r>
          </a:p>
        </p:txBody>
      </p:sp>
      <p:sp>
        <p:nvSpPr>
          <p:cNvPr id="26661" name="Text Box 37"/>
          <p:cNvSpPr txBox="1">
            <a:spLocks noChangeArrowheads="1"/>
          </p:cNvSpPr>
          <p:nvPr/>
        </p:nvSpPr>
        <p:spPr bwMode="auto">
          <a:xfrm>
            <a:off x="8990429" y="3391722"/>
            <a:ext cx="1450932" cy="47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400">
                <a:solidFill>
                  <a:srgbClr val="111111"/>
                </a:solidFill>
                <a:latin typeface="Arial" charset="0"/>
              </a:rPr>
              <a:t>字节填充</a:t>
            </a:r>
          </a:p>
        </p:txBody>
      </p:sp>
      <p:sp>
        <p:nvSpPr>
          <p:cNvPr id="26662" name="Text Box 38"/>
          <p:cNvSpPr txBox="1">
            <a:spLocks noChangeArrowheads="1"/>
          </p:cNvSpPr>
          <p:nvPr/>
        </p:nvSpPr>
        <p:spPr bwMode="auto">
          <a:xfrm>
            <a:off x="6478274" y="3391722"/>
            <a:ext cx="1450932" cy="47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400">
                <a:solidFill>
                  <a:srgbClr val="111111"/>
                </a:solidFill>
                <a:latin typeface="Arial" charset="0"/>
              </a:rPr>
              <a:t>字节填充</a:t>
            </a:r>
          </a:p>
        </p:txBody>
      </p:sp>
      <p:sp>
        <p:nvSpPr>
          <p:cNvPr id="26663" name="Text Box 39"/>
          <p:cNvSpPr txBox="1">
            <a:spLocks noChangeArrowheads="1"/>
          </p:cNvSpPr>
          <p:nvPr/>
        </p:nvSpPr>
        <p:spPr bwMode="auto">
          <a:xfrm>
            <a:off x="3887811" y="3391722"/>
            <a:ext cx="1450932" cy="47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400">
                <a:solidFill>
                  <a:srgbClr val="111111"/>
                </a:solidFill>
                <a:latin typeface="Arial" charset="0"/>
              </a:rPr>
              <a:t>字节填充</a:t>
            </a:r>
          </a:p>
        </p:txBody>
      </p:sp>
      <p:sp>
        <p:nvSpPr>
          <p:cNvPr id="26664" name="Text Box 40"/>
          <p:cNvSpPr txBox="1">
            <a:spLocks noChangeArrowheads="1"/>
          </p:cNvSpPr>
          <p:nvPr/>
        </p:nvSpPr>
        <p:spPr bwMode="auto">
          <a:xfrm>
            <a:off x="1583060" y="3391722"/>
            <a:ext cx="1450932" cy="47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400">
                <a:solidFill>
                  <a:srgbClr val="111111"/>
                </a:solidFill>
                <a:latin typeface="Arial" charset="0"/>
              </a:rPr>
              <a:t>字节填充</a:t>
            </a:r>
          </a:p>
        </p:txBody>
      </p:sp>
      <p:sp>
        <p:nvSpPr>
          <p:cNvPr id="26665" name="Line 41"/>
          <p:cNvSpPr>
            <a:spLocks noChangeShapeType="1"/>
          </p:cNvSpPr>
          <p:nvPr/>
        </p:nvSpPr>
        <p:spPr bwMode="auto">
          <a:xfrm flipV="1">
            <a:off x="406574" y="4658288"/>
            <a:ext cx="0" cy="355682"/>
          </a:xfrm>
          <a:prstGeom prst="line">
            <a:avLst/>
          </a:prstGeom>
          <a:noFill/>
          <a:ln w="38100">
            <a:solidFill>
              <a:srgbClr val="808080"/>
            </a:solidFill>
            <a:round/>
            <a:headEnd/>
            <a:tailEnd type="triangle" w="med" len="lg"/>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6666" name="Text Box 42"/>
          <p:cNvSpPr txBox="1">
            <a:spLocks noChangeArrowheads="1"/>
          </p:cNvSpPr>
          <p:nvPr/>
        </p:nvSpPr>
        <p:spPr bwMode="auto">
          <a:xfrm>
            <a:off x="0" y="4941962"/>
            <a:ext cx="835379" cy="848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400" dirty="0">
                <a:solidFill>
                  <a:srgbClr val="4D4D4D"/>
                </a:solidFill>
                <a:latin typeface="Arial" charset="0"/>
              </a:rPr>
              <a:t>发送</a:t>
            </a:r>
          </a:p>
          <a:p>
            <a:pPr eaLnBrk="1" hangingPunct="1"/>
            <a:r>
              <a:rPr kumimoji="1" lang="zh-CN" altLang="en-US" sz="2400" dirty="0">
                <a:solidFill>
                  <a:srgbClr val="4D4D4D"/>
                </a:solidFill>
                <a:latin typeface="Arial" charset="0"/>
              </a:rPr>
              <a:t>在前</a:t>
            </a:r>
          </a:p>
        </p:txBody>
      </p:sp>
      <p:sp>
        <p:nvSpPr>
          <p:cNvPr id="26667" name="Line 43"/>
          <p:cNvSpPr>
            <a:spLocks noChangeShapeType="1"/>
          </p:cNvSpPr>
          <p:nvPr/>
        </p:nvSpPr>
        <p:spPr bwMode="auto">
          <a:xfrm>
            <a:off x="1714277" y="2346905"/>
            <a:ext cx="0" cy="304871"/>
          </a:xfrm>
          <a:prstGeom prst="line">
            <a:avLst/>
          </a:prstGeom>
          <a:noFill/>
          <a:ln w="28575">
            <a:solidFill>
              <a:schemeClr val="tx1"/>
            </a:solidFill>
            <a:round/>
            <a:headEnd/>
            <a:tailEnd type="triangle" w="sm" len="me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6668" name="Text Box 44"/>
          <p:cNvSpPr txBox="1">
            <a:spLocks noChangeArrowheads="1"/>
          </p:cNvSpPr>
          <p:nvPr/>
        </p:nvSpPr>
        <p:spPr bwMode="auto">
          <a:xfrm>
            <a:off x="1102640" y="1989634"/>
            <a:ext cx="1450932" cy="47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400">
                <a:solidFill>
                  <a:srgbClr val="111111"/>
                </a:solidFill>
                <a:latin typeface="Arial" charset="0"/>
              </a:rPr>
              <a:t>帧开始符</a:t>
            </a:r>
          </a:p>
        </p:txBody>
      </p:sp>
      <p:sp>
        <p:nvSpPr>
          <p:cNvPr id="26669" name="Text Box 45"/>
          <p:cNvSpPr txBox="1">
            <a:spLocks noChangeArrowheads="1"/>
          </p:cNvSpPr>
          <p:nvPr/>
        </p:nvSpPr>
        <p:spPr bwMode="auto">
          <a:xfrm>
            <a:off x="9661326" y="1989634"/>
            <a:ext cx="1450932" cy="47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400">
                <a:solidFill>
                  <a:srgbClr val="111111"/>
                </a:solidFill>
                <a:latin typeface="Arial" charset="0"/>
              </a:rPr>
              <a:t>帧结束符</a:t>
            </a:r>
          </a:p>
        </p:txBody>
      </p:sp>
      <p:sp>
        <p:nvSpPr>
          <p:cNvPr id="26670" name="Line 46"/>
          <p:cNvSpPr>
            <a:spLocks noChangeShapeType="1"/>
          </p:cNvSpPr>
          <p:nvPr/>
        </p:nvSpPr>
        <p:spPr bwMode="auto">
          <a:xfrm>
            <a:off x="10349153" y="2346905"/>
            <a:ext cx="0" cy="304871"/>
          </a:xfrm>
          <a:prstGeom prst="line">
            <a:avLst/>
          </a:prstGeom>
          <a:noFill/>
          <a:ln w="28575">
            <a:solidFill>
              <a:schemeClr val="tx1"/>
            </a:solidFill>
            <a:round/>
            <a:headEnd/>
            <a:tailEnd type="triangle" w="sm" len="me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6671" name="AutoShape 47"/>
          <p:cNvSpPr>
            <a:spLocks noChangeArrowheads="1"/>
          </p:cNvSpPr>
          <p:nvPr/>
        </p:nvSpPr>
        <p:spPr bwMode="auto">
          <a:xfrm>
            <a:off x="2063482" y="3802979"/>
            <a:ext cx="300528" cy="431900"/>
          </a:xfrm>
          <a:prstGeom prst="downArrow">
            <a:avLst>
              <a:gd name="adj1" fmla="val 39435"/>
              <a:gd name="adj2" fmla="val 90143"/>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nchor="ctr"/>
          <a:lstStyle/>
          <a:p>
            <a:pPr eaLnBrk="1" hangingPunct="1"/>
            <a:endParaRPr lang="zh-CN" altLang="en-US" b="1">
              <a:solidFill>
                <a:srgbClr val="111111"/>
              </a:solidFill>
            </a:endParaRPr>
          </a:p>
        </p:txBody>
      </p:sp>
      <p:sp>
        <p:nvSpPr>
          <p:cNvPr id="26672" name="AutoShape 48"/>
          <p:cNvSpPr>
            <a:spLocks noChangeArrowheads="1"/>
          </p:cNvSpPr>
          <p:nvPr/>
        </p:nvSpPr>
        <p:spPr bwMode="auto">
          <a:xfrm>
            <a:off x="4450772" y="3802979"/>
            <a:ext cx="300528" cy="431900"/>
          </a:xfrm>
          <a:prstGeom prst="downArrow">
            <a:avLst>
              <a:gd name="adj1" fmla="val 39435"/>
              <a:gd name="adj2" fmla="val 90143"/>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nchor="ctr"/>
          <a:lstStyle/>
          <a:p>
            <a:pPr eaLnBrk="1" hangingPunct="1"/>
            <a:endParaRPr lang="zh-CN" altLang="en-US" b="1">
              <a:solidFill>
                <a:srgbClr val="111111"/>
              </a:solidFill>
            </a:endParaRPr>
          </a:p>
        </p:txBody>
      </p:sp>
      <p:sp>
        <p:nvSpPr>
          <p:cNvPr id="26673" name="AutoShape 49"/>
          <p:cNvSpPr>
            <a:spLocks noChangeArrowheads="1"/>
          </p:cNvSpPr>
          <p:nvPr/>
        </p:nvSpPr>
        <p:spPr bwMode="auto">
          <a:xfrm>
            <a:off x="7138588" y="3802979"/>
            <a:ext cx="300528" cy="431900"/>
          </a:xfrm>
          <a:prstGeom prst="downArrow">
            <a:avLst>
              <a:gd name="adj1" fmla="val 39435"/>
              <a:gd name="adj2" fmla="val 90143"/>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nchor="ctr"/>
          <a:lstStyle/>
          <a:p>
            <a:pPr eaLnBrk="1" hangingPunct="1"/>
            <a:endParaRPr lang="zh-CN" altLang="en-US" b="1">
              <a:solidFill>
                <a:srgbClr val="111111"/>
              </a:solidFill>
            </a:endParaRPr>
          </a:p>
        </p:txBody>
      </p:sp>
      <p:sp>
        <p:nvSpPr>
          <p:cNvPr id="26674" name="AutoShape 50"/>
          <p:cNvSpPr>
            <a:spLocks noChangeArrowheads="1"/>
          </p:cNvSpPr>
          <p:nvPr/>
        </p:nvSpPr>
        <p:spPr bwMode="auto">
          <a:xfrm>
            <a:off x="9456036" y="3802979"/>
            <a:ext cx="300528" cy="431900"/>
          </a:xfrm>
          <a:prstGeom prst="downArrow">
            <a:avLst>
              <a:gd name="adj1" fmla="val 39435"/>
              <a:gd name="adj2" fmla="val 90143"/>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nchor="ctr"/>
          <a:lstStyle/>
          <a:p>
            <a:pPr eaLnBrk="1" hangingPunct="1"/>
            <a:endParaRPr lang="zh-CN" altLang="en-US" b="1">
              <a:solidFill>
                <a:srgbClr val="111111"/>
              </a:solidFill>
            </a:endParaRPr>
          </a:p>
        </p:txBody>
      </p:sp>
      <p:sp>
        <p:nvSpPr>
          <p:cNvPr id="26675" name="Rectangle 51"/>
          <p:cNvSpPr>
            <a:spLocks noChangeArrowheads="1"/>
          </p:cNvSpPr>
          <p:nvPr/>
        </p:nvSpPr>
        <p:spPr bwMode="auto">
          <a:xfrm>
            <a:off x="4732250" y="2677181"/>
            <a:ext cx="609521" cy="457306"/>
          </a:xfrm>
          <a:prstGeom prst="rect">
            <a:avLst/>
          </a:prstGeom>
          <a:solidFill>
            <a:srgbClr val="CCFFFF"/>
          </a:solidFill>
          <a:ln w="9525">
            <a:solidFill>
              <a:schemeClr val="tx1"/>
            </a:solidFill>
            <a:miter lim="800000"/>
            <a:headEnd/>
            <a:tailEnd/>
          </a:ln>
        </p:spPr>
        <p:txBody>
          <a:bodyPr wrap="none" lIns="108850" tIns="54425" rIns="108850" bIns="54425" anchor="ctr"/>
          <a:lstStyle/>
          <a:p>
            <a:pPr algn="ctr" eaLnBrk="1" hangingPunct="1"/>
            <a:r>
              <a:rPr kumimoji="1" lang="en-US" altLang="zh-CN" sz="1900" b="1">
                <a:solidFill>
                  <a:srgbClr val="111111"/>
                </a:solidFill>
                <a:ea typeface="黑体" pitchFamily="49" charset="-122"/>
              </a:rPr>
              <a:t>SOH</a:t>
            </a:r>
          </a:p>
        </p:txBody>
      </p:sp>
    </p:spTree>
    <p:extLst>
      <p:ext uri="{BB962C8B-B14F-4D97-AF65-F5344CB8AC3E}">
        <p14:creationId xmlns:p14="http://schemas.microsoft.com/office/powerpoint/2010/main" val="17176594"/>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idx="1"/>
          </p:nvPr>
        </p:nvSpPr>
        <p:spPr/>
        <p:txBody>
          <a:bodyPr/>
          <a:lstStyle/>
          <a:p>
            <a:r>
              <a:rPr lang="zh-CN" altLang="en-US" b="1" dirty="0"/>
              <a:t>比特</a:t>
            </a:r>
            <a:r>
              <a:rPr lang="zh-CN" altLang="en-US" sz="3200" b="1" dirty="0" smtClean="0">
                <a:solidFill>
                  <a:srgbClr val="4D4D4D"/>
                </a:solidFill>
              </a:rPr>
              <a:t>在传输</a:t>
            </a:r>
            <a:r>
              <a:rPr lang="zh-CN" altLang="en-US" sz="3200" b="1" dirty="0">
                <a:solidFill>
                  <a:srgbClr val="4D4D4D"/>
                </a:solidFill>
              </a:rPr>
              <a:t>过程中可能会产生</a:t>
            </a:r>
            <a:r>
              <a:rPr lang="zh-CN" altLang="en-US" sz="3200" b="1" dirty="0">
                <a:solidFill>
                  <a:srgbClr val="C00000"/>
                </a:solidFill>
              </a:rPr>
              <a:t>比特差错</a:t>
            </a:r>
            <a:r>
              <a:rPr lang="zh-CN" altLang="en-US" sz="3200" b="1" dirty="0">
                <a:solidFill>
                  <a:srgbClr val="4D4D4D"/>
                </a:solidFill>
              </a:rPr>
              <a:t>：</a:t>
            </a:r>
            <a:r>
              <a:rPr lang="en-US" altLang="zh-CN" sz="3200" b="1" dirty="0">
                <a:solidFill>
                  <a:srgbClr val="4D4D4D"/>
                </a:solidFill>
              </a:rPr>
              <a:t>1 </a:t>
            </a:r>
            <a:r>
              <a:rPr lang="zh-CN" altLang="en-US" sz="3200" b="1" dirty="0">
                <a:solidFill>
                  <a:srgbClr val="4D4D4D"/>
                </a:solidFill>
              </a:rPr>
              <a:t>可能会变成 </a:t>
            </a:r>
            <a:r>
              <a:rPr lang="en-US" altLang="zh-CN" sz="3200" b="1" dirty="0">
                <a:solidFill>
                  <a:srgbClr val="4D4D4D"/>
                </a:solidFill>
              </a:rPr>
              <a:t>0 </a:t>
            </a:r>
            <a:r>
              <a:rPr lang="zh-CN" altLang="en-US" sz="3200" b="1" dirty="0">
                <a:solidFill>
                  <a:srgbClr val="4D4D4D"/>
                </a:solidFill>
              </a:rPr>
              <a:t>而 </a:t>
            </a:r>
            <a:r>
              <a:rPr lang="en-US" altLang="zh-CN" sz="3200" b="1" dirty="0">
                <a:solidFill>
                  <a:srgbClr val="4D4D4D"/>
                </a:solidFill>
              </a:rPr>
              <a:t>0 </a:t>
            </a:r>
            <a:r>
              <a:rPr lang="zh-CN" altLang="en-US" sz="3200" b="1" dirty="0">
                <a:solidFill>
                  <a:srgbClr val="4D4D4D"/>
                </a:solidFill>
              </a:rPr>
              <a:t>也可能变成 </a:t>
            </a:r>
            <a:r>
              <a:rPr lang="en-US" altLang="zh-CN" sz="3200" b="1" dirty="0">
                <a:solidFill>
                  <a:srgbClr val="4D4D4D"/>
                </a:solidFill>
              </a:rPr>
              <a:t>1</a:t>
            </a:r>
            <a:r>
              <a:rPr lang="zh-CN" altLang="en-US" sz="3200" b="1" dirty="0">
                <a:solidFill>
                  <a:srgbClr val="4D4D4D"/>
                </a:solidFill>
              </a:rPr>
              <a:t>。</a:t>
            </a:r>
          </a:p>
          <a:p>
            <a:r>
              <a:rPr lang="zh-CN" altLang="en-US" sz="3200" b="1" dirty="0">
                <a:solidFill>
                  <a:srgbClr val="4D4D4D"/>
                </a:solidFill>
              </a:rPr>
              <a:t>在一段时间内，传输错误的比特占所传输比特总数的比率称为</a:t>
            </a:r>
            <a:r>
              <a:rPr lang="zh-CN" altLang="en-US" sz="3200" b="1" dirty="0">
                <a:solidFill>
                  <a:srgbClr val="C00000"/>
                </a:solidFill>
              </a:rPr>
              <a:t>误码率</a:t>
            </a:r>
            <a:r>
              <a:rPr lang="zh-CN" altLang="en-US" sz="3200" b="1" dirty="0">
                <a:solidFill>
                  <a:srgbClr val="4D4D4D"/>
                </a:solidFill>
              </a:rPr>
              <a:t> </a:t>
            </a:r>
            <a:r>
              <a:rPr lang="en-US" altLang="zh-CN" sz="3200" b="1" dirty="0">
                <a:solidFill>
                  <a:srgbClr val="4D4D4D"/>
                </a:solidFill>
              </a:rPr>
              <a:t>BER (Bit Error Rate)</a:t>
            </a:r>
            <a:r>
              <a:rPr lang="zh-CN" altLang="en-US" sz="3200" b="1" dirty="0" smtClean="0">
                <a:solidFill>
                  <a:srgbClr val="4D4D4D"/>
                </a:solidFill>
              </a:rPr>
              <a:t>。</a:t>
            </a:r>
            <a:endParaRPr lang="zh-CN" altLang="en-US" sz="3200" b="1" dirty="0">
              <a:solidFill>
                <a:srgbClr val="4D4D4D"/>
              </a:solidFill>
            </a:endParaRPr>
          </a:p>
          <a:p>
            <a:r>
              <a:rPr lang="zh-CN" altLang="en-US" sz="3200" b="1" dirty="0" smtClean="0">
                <a:solidFill>
                  <a:srgbClr val="4D4D4D"/>
                </a:solidFill>
              </a:rPr>
              <a:t>误码率不可能下降到零，为了</a:t>
            </a:r>
            <a:r>
              <a:rPr lang="zh-CN" altLang="en-US" sz="3200" b="1" dirty="0">
                <a:solidFill>
                  <a:srgbClr val="4D4D4D"/>
                </a:solidFill>
              </a:rPr>
              <a:t>保证数据传输的可靠性</a:t>
            </a:r>
            <a:r>
              <a:rPr lang="zh-CN" altLang="en-US" sz="3200" b="1" dirty="0" smtClean="0">
                <a:solidFill>
                  <a:srgbClr val="4D4D4D"/>
                </a:solidFill>
              </a:rPr>
              <a:t>，必须采用差错检测</a:t>
            </a:r>
            <a:r>
              <a:rPr lang="zh-CN" altLang="en-US" sz="3200" b="1" dirty="0">
                <a:solidFill>
                  <a:srgbClr val="4D4D4D"/>
                </a:solidFill>
              </a:rPr>
              <a:t>措施。</a:t>
            </a:r>
          </a:p>
        </p:txBody>
      </p:sp>
      <p:sp>
        <p:nvSpPr>
          <p:cNvPr id="27650" name="Rectangle 2"/>
          <p:cNvSpPr>
            <a:spLocks noGrp="1" noChangeArrowheads="1"/>
          </p:cNvSpPr>
          <p:nvPr>
            <p:ph type="title"/>
          </p:nvPr>
        </p:nvSpPr>
        <p:spPr/>
        <p:txBody>
          <a:bodyPr/>
          <a:lstStyle/>
          <a:p>
            <a:r>
              <a:rPr lang="en-US" altLang="zh-CN" dirty="0"/>
              <a:t>3.1.2 </a:t>
            </a:r>
            <a:r>
              <a:rPr lang="zh-CN" altLang="en-US" dirty="0"/>
              <a:t>三个基本问题</a:t>
            </a:r>
            <a:endParaRPr lang="zh-CN" altLang="en-US" sz="4000" dirty="0">
              <a:solidFill>
                <a:srgbClr val="FFFFFF"/>
              </a:solidFill>
            </a:endParaRPr>
          </a:p>
        </p:txBody>
      </p:sp>
    </p:spTree>
    <p:extLst>
      <p:ext uri="{BB962C8B-B14F-4D97-AF65-F5344CB8AC3E}">
        <p14:creationId xmlns:p14="http://schemas.microsoft.com/office/powerpoint/2010/main" val="14799540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7651">
                                            <p:txEl>
                                              <p:pRg st="1" end="1"/>
                                            </p:txEl>
                                          </p:spTgt>
                                        </p:tgtEl>
                                        <p:attrNameLst>
                                          <p:attrName>style.visibility</p:attrName>
                                        </p:attrNameLst>
                                      </p:cBhvr>
                                      <p:to>
                                        <p:strVal val="visible"/>
                                      </p:to>
                                    </p:set>
                                    <p:animEffect transition="in" filter="fade">
                                      <p:cBhvr>
                                        <p:cTn id="7" dur="1000"/>
                                        <p:tgtEl>
                                          <p:spTgt spid="27651">
                                            <p:txEl>
                                              <p:pRg st="1" end="1"/>
                                            </p:txEl>
                                          </p:spTgt>
                                        </p:tgtEl>
                                      </p:cBhvr>
                                    </p:animEffect>
                                    <p:anim calcmode="lin" valueType="num">
                                      <p:cBhvr>
                                        <p:cTn id="8" dur="1000" fill="hold"/>
                                        <p:tgtEl>
                                          <p:spTgt spid="27651">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765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7651">
                                            <p:txEl>
                                              <p:pRg st="2" end="2"/>
                                            </p:txEl>
                                          </p:spTgt>
                                        </p:tgtEl>
                                        <p:attrNameLst>
                                          <p:attrName>style.visibility</p:attrName>
                                        </p:attrNameLst>
                                      </p:cBhvr>
                                      <p:to>
                                        <p:strVal val="visible"/>
                                      </p:to>
                                    </p:set>
                                    <p:animEffect transition="in" filter="fade">
                                      <p:cBhvr>
                                        <p:cTn id="14" dur="1000"/>
                                        <p:tgtEl>
                                          <p:spTgt spid="27651">
                                            <p:txEl>
                                              <p:pRg st="2" end="2"/>
                                            </p:txEl>
                                          </p:spTgt>
                                        </p:tgtEl>
                                      </p:cBhvr>
                                    </p:animEffect>
                                    <p:anim calcmode="lin" valueType="num">
                                      <p:cBhvr>
                                        <p:cTn id="15" dur="1000" fill="hold"/>
                                        <p:tgtEl>
                                          <p:spTgt spid="27651">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27651">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idx="1"/>
          </p:nvPr>
        </p:nvSpPr>
        <p:spPr/>
        <p:txBody>
          <a:bodyPr/>
          <a:lstStyle/>
          <a:p>
            <a:r>
              <a:rPr lang="zh-CN" altLang="en-US" sz="3200" b="1" dirty="0">
                <a:solidFill>
                  <a:srgbClr val="4D4D4D"/>
                </a:solidFill>
                <a:latin typeface="微软雅黑" panose="020B0503020204020204" pitchFamily="34" charset="-122"/>
                <a:ea typeface="微软雅黑" panose="020B0503020204020204" pitchFamily="34" charset="-122"/>
              </a:rPr>
              <a:t>在数据链路层传送的帧中，广泛使用了</a:t>
            </a:r>
            <a:r>
              <a:rPr lang="zh-CN" altLang="en-US" sz="3200" b="1" dirty="0">
                <a:solidFill>
                  <a:srgbClr val="C00000"/>
                </a:solidFill>
                <a:latin typeface="微软雅黑" panose="020B0503020204020204" pitchFamily="34" charset="-122"/>
                <a:ea typeface="微软雅黑" panose="020B0503020204020204" pitchFamily="34" charset="-122"/>
              </a:rPr>
              <a:t>循环冗余检验 </a:t>
            </a:r>
            <a:r>
              <a:rPr lang="en-US" altLang="zh-CN" sz="3200" b="1" dirty="0">
                <a:solidFill>
                  <a:srgbClr val="C00000"/>
                </a:solidFill>
                <a:latin typeface="微软雅黑" panose="020B0503020204020204" pitchFamily="34" charset="-122"/>
                <a:ea typeface="微软雅黑" panose="020B0503020204020204" pitchFamily="34" charset="-122"/>
              </a:rPr>
              <a:t>CRC </a:t>
            </a:r>
            <a:r>
              <a:rPr lang="zh-CN" altLang="en-US" sz="3200" b="1" dirty="0">
                <a:solidFill>
                  <a:srgbClr val="4D4D4D"/>
                </a:solidFill>
                <a:latin typeface="微软雅黑" panose="020B0503020204020204" pitchFamily="34" charset="-122"/>
                <a:ea typeface="微软雅黑" panose="020B0503020204020204" pitchFamily="34" charset="-122"/>
              </a:rPr>
              <a:t>的检错技术</a:t>
            </a:r>
            <a:r>
              <a:rPr lang="zh-CN" altLang="en-US" sz="3200" b="1" dirty="0" smtClean="0">
                <a:solidFill>
                  <a:srgbClr val="4D4D4D"/>
                </a:solidFill>
                <a:latin typeface="微软雅黑" panose="020B0503020204020204" pitchFamily="34" charset="-122"/>
                <a:ea typeface="微软雅黑" panose="020B0503020204020204" pitchFamily="34" charset="-122"/>
              </a:rPr>
              <a:t>。</a:t>
            </a:r>
            <a:endParaRPr lang="zh-CN" altLang="en-US" sz="3200" b="1" dirty="0">
              <a:solidFill>
                <a:srgbClr val="4D4D4D"/>
              </a:solidFill>
              <a:latin typeface="微软雅黑" panose="020B0503020204020204" pitchFamily="34" charset="-122"/>
              <a:ea typeface="微软雅黑" panose="020B0503020204020204" pitchFamily="34" charset="-122"/>
            </a:endParaRPr>
          </a:p>
        </p:txBody>
      </p:sp>
      <p:sp>
        <p:nvSpPr>
          <p:cNvPr id="28674" name="Rectangle 2"/>
          <p:cNvSpPr>
            <a:spLocks noGrp="1" noChangeArrowheads="1"/>
          </p:cNvSpPr>
          <p:nvPr>
            <p:ph type="title"/>
          </p:nvPr>
        </p:nvSpPr>
        <p:spPr/>
        <p:txBody>
          <a:bodyPr/>
          <a:lstStyle/>
          <a:p>
            <a:r>
              <a:rPr lang="en-US" altLang="zh-CN" dirty="0"/>
              <a:t>3.1.2 </a:t>
            </a:r>
            <a:r>
              <a:rPr lang="zh-CN" altLang="en-US" dirty="0"/>
              <a:t>三个基本问题</a:t>
            </a:r>
            <a:endParaRPr lang="zh-CN" altLang="en-US" sz="4000" dirty="0">
              <a:solidFill>
                <a:srgbClr val="FFFFFF"/>
              </a:solidFill>
            </a:endParaRPr>
          </a:p>
        </p:txBody>
      </p:sp>
      <p:sp>
        <p:nvSpPr>
          <p:cNvPr id="4" name="圆角矩形 3"/>
          <p:cNvSpPr/>
          <p:nvPr/>
        </p:nvSpPr>
        <p:spPr>
          <a:xfrm>
            <a:off x="910631" y="3548506"/>
            <a:ext cx="5632784" cy="225755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5" name="矩形 4"/>
          <p:cNvSpPr/>
          <p:nvPr/>
        </p:nvSpPr>
        <p:spPr>
          <a:xfrm>
            <a:off x="1416444" y="4039345"/>
            <a:ext cx="3016666" cy="357679"/>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微软雅黑" pitchFamily="34" charset="-122"/>
                <a:ea typeface="微软雅黑" pitchFamily="34" charset="-122"/>
              </a:rPr>
              <a:t>原始数据</a:t>
            </a:r>
            <a:endParaRPr lang="zh-CN" altLang="en-US" sz="2000" b="1" dirty="0">
              <a:solidFill>
                <a:schemeClr val="bg1"/>
              </a:solidFill>
              <a:latin typeface="微软雅黑" pitchFamily="34" charset="-122"/>
              <a:ea typeface="微软雅黑" pitchFamily="34" charset="-122"/>
            </a:endParaRPr>
          </a:p>
        </p:txBody>
      </p:sp>
      <p:sp>
        <p:nvSpPr>
          <p:cNvPr id="6" name="矩形 5"/>
          <p:cNvSpPr/>
          <p:nvPr/>
        </p:nvSpPr>
        <p:spPr>
          <a:xfrm>
            <a:off x="4433106" y="4039345"/>
            <a:ext cx="1531075" cy="357679"/>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111111"/>
                </a:solidFill>
                <a:latin typeface="微软雅黑" pitchFamily="34" charset="-122"/>
                <a:ea typeface="微软雅黑" pitchFamily="34" charset="-122"/>
              </a:rPr>
              <a:t>冗余码</a:t>
            </a:r>
            <a:endParaRPr lang="zh-CN" altLang="en-US" sz="2000" b="1" dirty="0">
              <a:solidFill>
                <a:srgbClr val="111111"/>
              </a:solidFill>
              <a:latin typeface="微软雅黑" pitchFamily="34" charset="-122"/>
              <a:ea typeface="微软雅黑" pitchFamily="34" charset="-122"/>
            </a:endParaRPr>
          </a:p>
        </p:txBody>
      </p:sp>
      <p:sp>
        <p:nvSpPr>
          <p:cNvPr id="8" name="矩形 7"/>
          <p:cNvSpPr/>
          <p:nvPr/>
        </p:nvSpPr>
        <p:spPr>
          <a:xfrm>
            <a:off x="2718892" y="3711488"/>
            <a:ext cx="670376" cy="400110"/>
          </a:xfrm>
          <a:prstGeom prst="rect">
            <a:avLst/>
          </a:prstGeom>
        </p:spPr>
        <p:txBody>
          <a:bodyPr wrap="none">
            <a:spAutoFit/>
          </a:bodyPr>
          <a:lstStyle/>
          <a:p>
            <a:pPr algn="ctr"/>
            <a:r>
              <a:rPr lang="en-US" altLang="zh-CN" sz="2000" b="1" i="1" dirty="0" smtClean="0">
                <a:solidFill>
                  <a:srgbClr val="111111"/>
                </a:solidFill>
                <a:latin typeface="微软雅黑" pitchFamily="34" charset="-122"/>
                <a:ea typeface="微软雅黑" pitchFamily="34" charset="-122"/>
              </a:rPr>
              <a:t>k</a:t>
            </a:r>
            <a:r>
              <a:rPr lang="en-US" altLang="zh-CN" sz="2000" b="1" dirty="0" smtClean="0">
                <a:solidFill>
                  <a:srgbClr val="111111"/>
                </a:solidFill>
                <a:latin typeface="微软雅黑" pitchFamily="34" charset="-122"/>
                <a:ea typeface="微软雅黑" pitchFamily="34" charset="-122"/>
              </a:rPr>
              <a:t> </a:t>
            </a:r>
            <a:r>
              <a:rPr lang="zh-CN" altLang="en-US" sz="2000" b="1" dirty="0" smtClean="0">
                <a:solidFill>
                  <a:srgbClr val="111111"/>
                </a:solidFill>
                <a:latin typeface="微软雅黑" pitchFamily="34" charset="-122"/>
                <a:ea typeface="微软雅黑" pitchFamily="34" charset="-122"/>
              </a:rPr>
              <a:t>位</a:t>
            </a:r>
            <a:endParaRPr lang="zh-CN" altLang="en-US" sz="2000" b="1" dirty="0">
              <a:solidFill>
                <a:srgbClr val="111111"/>
              </a:solidFill>
              <a:latin typeface="微软雅黑" pitchFamily="34" charset="-122"/>
              <a:ea typeface="微软雅黑" pitchFamily="34" charset="-122"/>
            </a:endParaRPr>
          </a:p>
        </p:txBody>
      </p:sp>
      <p:sp>
        <p:nvSpPr>
          <p:cNvPr id="9" name="矩形 8"/>
          <p:cNvSpPr/>
          <p:nvPr/>
        </p:nvSpPr>
        <p:spPr>
          <a:xfrm>
            <a:off x="4803185" y="3711488"/>
            <a:ext cx="684803" cy="400110"/>
          </a:xfrm>
          <a:prstGeom prst="rect">
            <a:avLst/>
          </a:prstGeom>
        </p:spPr>
        <p:txBody>
          <a:bodyPr wrap="none">
            <a:spAutoFit/>
          </a:bodyPr>
          <a:lstStyle/>
          <a:p>
            <a:pPr algn="ctr"/>
            <a:r>
              <a:rPr lang="en-US" altLang="zh-CN" sz="2000" b="1" i="1" dirty="0" smtClean="0">
                <a:solidFill>
                  <a:srgbClr val="111111"/>
                </a:solidFill>
                <a:latin typeface="微软雅黑" pitchFamily="34" charset="-122"/>
                <a:ea typeface="微软雅黑" pitchFamily="34" charset="-122"/>
              </a:rPr>
              <a:t>n</a:t>
            </a:r>
            <a:r>
              <a:rPr lang="en-US" altLang="zh-CN" sz="2000" b="1" dirty="0" smtClean="0">
                <a:solidFill>
                  <a:srgbClr val="111111"/>
                </a:solidFill>
                <a:latin typeface="微软雅黑" pitchFamily="34" charset="-122"/>
                <a:ea typeface="微软雅黑" pitchFamily="34" charset="-122"/>
              </a:rPr>
              <a:t> </a:t>
            </a:r>
            <a:r>
              <a:rPr lang="zh-CN" altLang="en-US" sz="2000" b="1" dirty="0" smtClean="0">
                <a:solidFill>
                  <a:srgbClr val="111111"/>
                </a:solidFill>
                <a:latin typeface="微软雅黑" pitchFamily="34" charset="-122"/>
                <a:ea typeface="微软雅黑" pitchFamily="34" charset="-122"/>
              </a:rPr>
              <a:t>位</a:t>
            </a:r>
            <a:endParaRPr lang="zh-CN" altLang="en-US" sz="2000" b="1" dirty="0">
              <a:solidFill>
                <a:srgbClr val="111111"/>
              </a:solidFill>
              <a:latin typeface="微软雅黑" pitchFamily="34" charset="-122"/>
              <a:ea typeface="微软雅黑" pitchFamily="34" charset="-122"/>
            </a:endParaRPr>
          </a:p>
        </p:txBody>
      </p:sp>
      <p:sp>
        <p:nvSpPr>
          <p:cNvPr id="10" name="下箭头 9"/>
          <p:cNvSpPr/>
          <p:nvPr/>
        </p:nvSpPr>
        <p:spPr>
          <a:xfrm>
            <a:off x="3462925" y="4522947"/>
            <a:ext cx="269974" cy="489688"/>
          </a:xfrm>
          <a:prstGeom prst="downArrow">
            <a:avLst/>
          </a:prstGeom>
          <a:solidFill>
            <a:srgbClr val="00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14" name="圆角矩形 13"/>
          <p:cNvSpPr/>
          <p:nvPr/>
        </p:nvSpPr>
        <p:spPr>
          <a:xfrm>
            <a:off x="1215041" y="5115430"/>
            <a:ext cx="5028136" cy="330588"/>
          </a:xfrm>
          <a:prstGeom prst="round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微软雅黑" pitchFamily="34" charset="-122"/>
                <a:ea typeface="微软雅黑" pitchFamily="34" charset="-122"/>
              </a:rPr>
              <a:t>组帧发送</a:t>
            </a:r>
            <a:endParaRPr lang="zh-CN" altLang="en-US" sz="2000" b="1" dirty="0">
              <a:solidFill>
                <a:schemeClr val="bg1"/>
              </a:solidFill>
              <a:latin typeface="微软雅黑" pitchFamily="34" charset="-122"/>
              <a:ea typeface="微软雅黑" pitchFamily="34" charset="-122"/>
            </a:endParaRPr>
          </a:p>
        </p:txBody>
      </p:sp>
      <p:sp>
        <p:nvSpPr>
          <p:cNvPr id="15" name="矩形 14"/>
          <p:cNvSpPr/>
          <p:nvPr/>
        </p:nvSpPr>
        <p:spPr>
          <a:xfrm>
            <a:off x="6644669" y="2922086"/>
            <a:ext cx="4851137" cy="3416320"/>
          </a:xfrm>
          <a:prstGeom prst="rect">
            <a:avLst/>
          </a:prstGeom>
        </p:spPr>
        <p:txBody>
          <a:bodyPr wrap="square">
            <a:spAutoFit/>
          </a:bodyPr>
          <a:lstStyle/>
          <a:p>
            <a:pPr marL="285750" lvl="0" indent="-285750">
              <a:lnSpc>
                <a:spcPct val="150000"/>
              </a:lnSpc>
              <a:buClr>
                <a:srgbClr val="0070C0"/>
              </a:buClr>
              <a:buFont typeface="Wingdings" pitchFamily="2" charset="2"/>
              <a:buChar char="l"/>
            </a:pPr>
            <a:r>
              <a:rPr lang="zh-CN" altLang="en-US" sz="2400" b="1" dirty="0" smtClean="0">
                <a:solidFill>
                  <a:prstClr val="black"/>
                </a:solidFill>
                <a:latin typeface="微软雅黑" pitchFamily="34" charset="-122"/>
                <a:ea typeface="微软雅黑" pitchFamily="34" charset="-122"/>
              </a:rPr>
              <a:t>假定发送端的原始数据为 </a:t>
            </a:r>
            <a:r>
              <a:rPr lang="en-US" altLang="zh-CN" sz="2400" b="1" i="1" dirty="0">
                <a:solidFill>
                  <a:prstClr val="black"/>
                </a:solidFill>
                <a:latin typeface="微软雅黑" pitchFamily="34" charset="-122"/>
                <a:ea typeface="微软雅黑" pitchFamily="34" charset="-122"/>
              </a:rPr>
              <a:t>k</a:t>
            </a:r>
            <a:r>
              <a:rPr lang="en-US" altLang="zh-CN" sz="2400" b="1" dirty="0">
                <a:solidFill>
                  <a:prstClr val="black"/>
                </a:solidFill>
                <a:latin typeface="微软雅黑" pitchFamily="34" charset="-122"/>
                <a:ea typeface="微软雅黑" pitchFamily="34" charset="-122"/>
              </a:rPr>
              <a:t> </a:t>
            </a:r>
            <a:r>
              <a:rPr lang="zh-CN" altLang="en-US" sz="2400" b="1" dirty="0">
                <a:solidFill>
                  <a:prstClr val="black"/>
                </a:solidFill>
                <a:latin typeface="微软雅黑" pitchFamily="34" charset="-122"/>
                <a:ea typeface="微软雅黑" pitchFamily="34" charset="-122"/>
              </a:rPr>
              <a:t>个比特。 </a:t>
            </a:r>
          </a:p>
          <a:p>
            <a:pPr marL="285750" lvl="0" indent="-285750">
              <a:lnSpc>
                <a:spcPct val="150000"/>
              </a:lnSpc>
              <a:buClr>
                <a:srgbClr val="0070C0"/>
              </a:buClr>
              <a:buFont typeface="Wingdings" pitchFamily="2" charset="2"/>
              <a:buChar char="l"/>
            </a:pPr>
            <a:r>
              <a:rPr lang="zh-CN" altLang="en-US" sz="2400" b="1" dirty="0" smtClean="0">
                <a:solidFill>
                  <a:srgbClr val="111111"/>
                </a:solidFill>
                <a:latin typeface="微软雅黑" pitchFamily="34" charset="-122"/>
                <a:ea typeface="微软雅黑" pitchFamily="34" charset="-122"/>
              </a:rPr>
              <a:t>对原始数据进行</a:t>
            </a:r>
            <a:r>
              <a:rPr lang="en-US" altLang="zh-CN" sz="2400" b="1" dirty="0" smtClean="0">
                <a:solidFill>
                  <a:srgbClr val="C00000"/>
                </a:solidFill>
                <a:latin typeface="微软雅黑" pitchFamily="34" charset="-122"/>
                <a:ea typeface="微软雅黑" pitchFamily="34" charset="-122"/>
              </a:rPr>
              <a:t>CRC </a:t>
            </a:r>
            <a:r>
              <a:rPr lang="zh-CN" altLang="en-US" sz="2400" b="1" dirty="0" smtClean="0">
                <a:solidFill>
                  <a:srgbClr val="C00000"/>
                </a:solidFill>
                <a:latin typeface="微软雅黑" pitchFamily="34" charset="-122"/>
                <a:ea typeface="微软雅黑" pitchFamily="34" charset="-122"/>
              </a:rPr>
              <a:t>运算</a:t>
            </a:r>
            <a:r>
              <a:rPr lang="zh-CN" altLang="en-US" sz="2400" b="1" dirty="0" smtClean="0">
                <a:solidFill>
                  <a:prstClr val="black"/>
                </a:solidFill>
                <a:latin typeface="微软雅黑" pitchFamily="34" charset="-122"/>
                <a:ea typeface="微软雅黑" pitchFamily="34" charset="-122"/>
              </a:rPr>
              <a:t>，产生 </a:t>
            </a:r>
            <a:r>
              <a:rPr lang="en-US" altLang="zh-CN" sz="2400" b="1" i="1" dirty="0" smtClean="0">
                <a:solidFill>
                  <a:prstClr val="black"/>
                </a:solidFill>
                <a:latin typeface="微软雅黑" pitchFamily="34" charset="-122"/>
                <a:ea typeface="微软雅黑" pitchFamily="34" charset="-122"/>
              </a:rPr>
              <a:t>n</a:t>
            </a:r>
            <a:r>
              <a:rPr lang="en-US" altLang="zh-CN" sz="2400" b="1" dirty="0" smtClean="0">
                <a:solidFill>
                  <a:prstClr val="black"/>
                </a:solidFill>
                <a:latin typeface="微软雅黑" pitchFamily="34" charset="-122"/>
                <a:ea typeface="微软雅黑" pitchFamily="34" charset="-122"/>
              </a:rPr>
              <a:t> </a:t>
            </a:r>
            <a:r>
              <a:rPr lang="zh-CN" altLang="en-US" sz="2400" b="1" dirty="0">
                <a:solidFill>
                  <a:prstClr val="black"/>
                </a:solidFill>
                <a:latin typeface="微软雅黑" pitchFamily="34" charset="-122"/>
                <a:ea typeface="微软雅黑" pitchFamily="34" charset="-122"/>
              </a:rPr>
              <a:t>位</a:t>
            </a:r>
            <a:r>
              <a:rPr lang="zh-CN" altLang="en-US" sz="2400" b="1" dirty="0" smtClean="0">
                <a:solidFill>
                  <a:srgbClr val="0000FF"/>
                </a:solidFill>
                <a:latin typeface="微软雅黑" pitchFamily="34" charset="-122"/>
                <a:ea typeface="微软雅黑" pitchFamily="34" charset="-122"/>
              </a:rPr>
              <a:t>冗余码</a:t>
            </a:r>
            <a:r>
              <a:rPr lang="zh-CN" altLang="en-US" sz="2400" b="1" dirty="0">
                <a:solidFill>
                  <a:prstClr val="black"/>
                </a:solidFill>
                <a:latin typeface="微软雅黑" pitchFamily="34" charset="-122"/>
                <a:ea typeface="微软雅黑" pitchFamily="34" charset="-122"/>
              </a:rPr>
              <a:t>供</a:t>
            </a:r>
            <a:r>
              <a:rPr lang="zh-CN" altLang="en-US" sz="2400" b="1" dirty="0" smtClean="0">
                <a:solidFill>
                  <a:prstClr val="black"/>
                </a:solidFill>
                <a:latin typeface="微软雅黑" pitchFamily="34" charset="-122"/>
                <a:ea typeface="微软雅黑" pitchFamily="34" charset="-122"/>
              </a:rPr>
              <a:t>差错检测使用</a:t>
            </a:r>
            <a:r>
              <a:rPr lang="zh-CN" altLang="en-US" sz="2400" b="1" dirty="0" smtClean="0">
                <a:solidFill>
                  <a:srgbClr val="111111"/>
                </a:solidFill>
                <a:latin typeface="微软雅黑" pitchFamily="34" charset="-122"/>
                <a:ea typeface="微软雅黑" pitchFamily="34" charset="-122"/>
              </a:rPr>
              <a:t>。</a:t>
            </a:r>
            <a:endParaRPr lang="en-US" altLang="zh-CN" sz="2400" b="1" dirty="0" smtClean="0">
              <a:solidFill>
                <a:srgbClr val="111111"/>
              </a:solidFill>
              <a:latin typeface="微软雅黑" pitchFamily="34" charset="-122"/>
              <a:ea typeface="微软雅黑" pitchFamily="34" charset="-122"/>
            </a:endParaRPr>
          </a:p>
          <a:p>
            <a:pPr marL="285750" lvl="0" indent="-285750">
              <a:lnSpc>
                <a:spcPct val="150000"/>
              </a:lnSpc>
              <a:buClr>
                <a:srgbClr val="0070C0"/>
              </a:buClr>
              <a:buFont typeface="Wingdings" pitchFamily="2" charset="2"/>
              <a:buChar char="l"/>
            </a:pPr>
            <a:r>
              <a:rPr lang="zh-CN" altLang="en-US" sz="2400" b="1" dirty="0" smtClean="0">
                <a:solidFill>
                  <a:srgbClr val="111111"/>
                </a:solidFill>
                <a:latin typeface="微软雅黑" pitchFamily="34" charset="-122"/>
                <a:ea typeface="微软雅黑" pitchFamily="34" charset="-122"/>
              </a:rPr>
              <a:t>将原始数据和冗余码</a:t>
            </a:r>
            <a:r>
              <a:rPr lang="zh-CN" altLang="en-US" sz="2400" b="1" dirty="0" smtClean="0">
                <a:solidFill>
                  <a:prstClr val="black"/>
                </a:solidFill>
                <a:latin typeface="微软雅黑" pitchFamily="34" charset="-122"/>
                <a:ea typeface="微软雅黑" pitchFamily="34" charset="-122"/>
              </a:rPr>
              <a:t>构成帧</a:t>
            </a:r>
            <a:r>
              <a:rPr lang="zh-CN" altLang="en-US" sz="2400" b="1" dirty="0">
                <a:solidFill>
                  <a:prstClr val="black"/>
                </a:solidFill>
                <a:latin typeface="微软雅黑" pitchFamily="34" charset="-122"/>
                <a:ea typeface="微软雅黑" pitchFamily="34" charset="-122"/>
              </a:rPr>
              <a:t>发送</a:t>
            </a:r>
            <a:r>
              <a:rPr lang="zh-CN" altLang="en-US" sz="2400" b="1" dirty="0" smtClean="0">
                <a:solidFill>
                  <a:prstClr val="black"/>
                </a:solidFill>
                <a:latin typeface="微软雅黑" pitchFamily="34" charset="-122"/>
                <a:ea typeface="微软雅黑" pitchFamily="34" charset="-122"/>
              </a:rPr>
              <a:t>出去。</a:t>
            </a:r>
            <a:endParaRPr lang="zh-CN" altLang="en-US" sz="2400" b="1" dirty="0">
              <a:solidFill>
                <a:srgbClr val="111111"/>
              </a:solidFill>
              <a:latin typeface="微软雅黑" pitchFamily="34" charset="-122"/>
              <a:ea typeface="微软雅黑" pitchFamily="34" charset="-122"/>
            </a:endParaRPr>
          </a:p>
        </p:txBody>
      </p:sp>
    </p:spTree>
    <p:extLst>
      <p:ext uri="{BB962C8B-B14F-4D97-AF65-F5344CB8AC3E}">
        <p14:creationId xmlns:p14="http://schemas.microsoft.com/office/powerpoint/2010/main" val="24455704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 calcmode="lin" valueType="num">
                                      <p:cBhvr additive="base">
                                        <p:cTn id="7"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0-#ppt_w/2"/>
                                          </p:val>
                                        </p:tav>
                                        <p:tav tm="100000">
                                          <p:val>
                                            <p:strVal val="#ppt_x"/>
                                          </p:val>
                                        </p:tav>
                                      </p:tavLst>
                                    </p:anim>
                                    <p:anim calcmode="lin" valueType="num">
                                      <p:cBhvr additive="base">
                                        <p:cTn id="1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5">
                                            <p:txEl>
                                              <p:pRg st="1" end="1"/>
                                            </p:txEl>
                                          </p:spTgt>
                                        </p:tgtEl>
                                        <p:attrNameLst>
                                          <p:attrName>style.visibility</p:attrName>
                                        </p:attrNameLst>
                                      </p:cBhvr>
                                      <p:to>
                                        <p:strVal val="visible"/>
                                      </p:to>
                                    </p:set>
                                    <p:anim calcmode="lin" valueType="num">
                                      <p:cBhvr additive="base">
                                        <p:cTn id="23" dur="500" fill="hold"/>
                                        <p:tgtEl>
                                          <p:spTgt spid="15">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1+#ppt_w/2"/>
                                          </p:val>
                                        </p:tav>
                                        <p:tav tm="100000">
                                          <p:val>
                                            <p:strVal val="#ppt_x"/>
                                          </p:val>
                                        </p:tav>
                                      </p:tavLst>
                                    </p:anim>
                                    <p:anim calcmode="lin" valueType="num">
                                      <p:cBhvr additive="base">
                                        <p:cTn id="30" dur="500" fill="hold"/>
                                        <p:tgtEl>
                                          <p:spTgt spid="9"/>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1+#ppt_w/2"/>
                                          </p:val>
                                        </p:tav>
                                        <p:tav tm="100000">
                                          <p:val>
                                            <p:strVal val="#ppt_x"/>
                                          </p:val>
                                        </p:tav>
                                      </p:tavLst>
                                    </p:anim>
                                    <p:anim calcmode="lin" valueType="num">
                                      <p:cBhvr additive="base">
                                        <p:cTn id="3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5">
                                            <p:txEl>
                                              <p:pRg st="2" end="2"/>
                                            </p:txEl>
                                          </p:spTgt>
                                        </p:tgtEl>
                                        <p:attrNameLst>
                                          <p:attrName>style.visibility</p:attrName>
                                        </p:attrNameLst>
                                      </p:cBhvr>
                                      <p:to>
                                        <p:strVal val="visible"/>
                                      </p:to>
                                    </p:set>
                                    <p:anim calcmode="lin" valueType="num">
                                      <p:cBhvr additive="base">
                                        <p:cTn id="39" dur="500" fill="hold"/>
                                        <p:tgtEl>
                                          <p:spTgt spid="15">
                                            <p:txEl>
                                              <p:pRg st="2" end="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wipe(up)">
                                      <p:cBhvr>
                                        <p:cTn id="45" dur="500"/>
                                        <p:tgtEl>
                                          <p:spTgt spid="10"/>
                                        </p:tgtEl>
                                      </p:cBhvr>
                                    </p:animEffect>
                                  </p:childTnLst>
                                </p:cTn>
                              </p:par>
                            </p:childTnLst>
                          </p:cTn>
                        </p:par>
                        <p:par>
                          <p:cTn id="46" fill="hold">
                            <p:stCondLst>
                              <p:cond delay="500"/>
                            </p:stCondLst>
                            <p:childTnLst>
                              <p:par>
                                <p:cTn id="47" presetID="22" presetClass="entr" presetSubtype="1" fill="hold" grpId="0" nodeType="after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wipe(up)">
                                      <p:cBhvr>
                                        <p:cTn id="4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p:bldP spid="9" grpId="0"/>
      <p:bldP spid="10" grpId="0" animBg="1"/>
      <p:bldP spid="1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idx="1"/>
          </p:nvPr>
        </p:nvSpPr>
        <p:spPr>
          <a:xfrm>
            <a:off x="442800" y="1267199"/>
            <a:ext cx="7380598" cy="4896000"/>
          </a:xfrm>
        </p:spPr>
        <p:txBody>
          <a:bodyPr/>
          <a:lstStyle/>
          <a:p>
            <a:pPr>
              <a:defRPr/>
            </a:pPr>
            <a:r>
              <a:rPr lang="zh-CN" altLang="en-US" sz="3200" b="1" dirty="0">
                <a:solidFill>
                  <a:srgbClr val="4D4D4D"/>
                </a:solidFill>
              </a:rPr>
              <a:t>冗余码的计算</a:t>
            </a:r>
          </a:p>
          <a:p>
            <a:pPr lvl="1">
              <a:defRPr/>
            </a:pPr>
            <a:r>
              <a:rPr lang="zh-CN" altLang="en-US" sz="2800" b="1" dirty="0" smtClean="0">
                <a:solidFill>
                  <a:srgbClr val="4D4D4D"/>
                </a:solidFill>
                <a:cs typeface="+mn-cs"/>
              </a:rPr>
              <a:t>在原始数据后面</a:t>
            </a:r>
            <a:r>
              <a:rPr lang="zh-CN" altLang="en-US" sz="2800" b="1" dirty="0">
                <a:solidFill>
                  <a:srgbClr val="4D4D4D"/>
                </a:solidFill>
                <a:cs typeface="+mn-cs"/>
              </a:rPr>
              <a:t>添加 </a:t>
            </a:r>
            <a:r>
              <a:rPr lang="en-US" altLang="zh-CN" sz="2800" b="1" i="1" dirty="0">
                <a:solidFill>
                  <a:srgbClr val="4D4D4D"/>
                </a:solidFill>
                <a:cs typeface="+mn-cs"/>
              </a:rPr>
              <a:t>n</a:t>
            </a:r>
            <a:r>
              <a:rPr lang="en-US" altLang="zh-CN" sz="2800" b="1" dirty="0">
                <a:solidFill>
                  <a:srgbClr val="4D4D4D"/>
                </a:solidFill>
                <a:cs typeface="+mn-cs"/>
              </a:rPr>
              <a:t> </a:t>
            </a:r>
            <a:r>
              <a:rPr lang="zh-CN" altLang="en-US" sz="2800" b="1" dirty="0">
                <a:solidFill>
                  <a:srgbClr val="4D4D4D"/>
                </a:solidFill>
                <a:cs typeface="+mn-cs"/>
              </a:rPr>
              <a:t>个 </a:t>
            </a:r>
            <a:r>
              <a:rPr lang="en-US" altLang="zh-CN" sz="2800" b="1" dirty="0">
                <a:solidFill>
                  <a:srgbClr val="4D4D4D"/>
                </a:solidFill>
                <a:cs typeface="+mn-cs"/>
              </a:rPr>
              <a:t>0</a:t>
            </a:r>
            <a:r>
              <a:rPr lang="zh-CN" altLang="en-US" sz="2800" b="1" dirty="0">
                <a:solidFill>
                  <a:srgbClr val="4D4D4D"/>
                </a:solidFill>
                <a:cs typeface="+mn-cs"/>
              </a:rPr>
              <a:t>。</a:t>
            </a:r>
          </a:p>
          <a:p>
            <a:pPr lvl="1">
              <a:defRPr/>
            </a:pPr>
            <a:r>
              <a:rPr lang="zh-CN" altLang="en-US" sz="2800" b="1" dirty="0" smtClean="0">
                <a:solidFill>
                  <a:srgbClr val="4D4D4D"/>
                </a:solidFill>
                <a:cs typeface="+mn-cs"/>
              </a:rPr>
              <a:t>用得到</a:t>
            </a:r>
            <a:r>
              <a:rPr lang="zh-CN" altLang="en-US" sz="2800" b="1" dirty="0">
                <a:solidFill>
                  <a:srgbClr val="4D4D4D"/>
                </a:solidFill>
                <a:cs typeface="+mn-cs"/>
              </a:rPr>
              <a:t>的 </a:t>
            </a:r>
            <a:r>
              <a:rPr lang="en-US" altLang="zh-CN" sz="2800" b="1" dirty="0">
                <a:solidFill>
                  <a:srgbClr val="4D4D4D"/>
                </a:solidFill>
                <a:cs typeface="+mn-cs"/>
              </a:rPr>
              <a:t>(</a:t>
            </a:r>
            <a:r>
              <a:rPr lang="en-US" altLang="zh-CN" sz="2800" b="1" i="1" dirty="0">
                <a:solidFill>
                  <a:srgbClr val="4D4D4D"/>
                </a:solidFill>
                <a:cs typeface="+mn-cs"/>
              </a:rPr>
              <a:t>k</a:t>
            </a:r>
            <a:r>
              <a:rPr lang="en-US" altLang="zh-CN" sz="2800" b="1" dirty="0">
                <a:solidFill>
                  <a:srgbClr val="4D4D4D"/>
                </a:solidFill>
                <a:cs typeface="+mn-cs"/>
              </a:rPr>
              <a:t> + </a:t>
            </a:r>
            <a:r>
              <a:rPr lang="en-US" altLang="zh-CN" sz="2800" b="1" i="1" dirty="0">
                <a:solidFill>
                  <a:srgbClr val="4D4D4D"/>
                </a:solidFill>
                <a:cs typeface="+mn-cs"/>
              </a:rPr>
              <a:t>n</a:t>
            </a:r>
            <a:r>
              <a:rPr lang="en-US" altLang="zh-CN" sz="2800" b="1" dirty="0">
                <a:solidFill>
                  <a:srgbClr val="4D4D4D"/>
                </a:solidFill>
                <a:cs typeface="+mn-cs"/>
              </a:rPr>
              <a:t>) </a:t>
            </a:r>
            <a:r>
              <a:rPr lang="zh-CN" altLang="en-US" sz="2800" b="1" dirty="0">
                <a:solidFill>
                  <a:srgbClr val="4D4D4D"/>
                </a:solidFill>
                <a:cs typeface="+mn-cs"/>
              </a:rPr>
              <a:t>位的数</a:t>
            </a:r>
            <a:r>
              <a:rPr lang="zh-CN" altLang="en-US" sz="2800" b="1" dirty="0">
                <a:solidFill>
                  <a:srgbClr val="C00000"/>
                </a:solidFill>
                <a:cs typeface="+mn-cs"/>
              </a:rPr>
              <a:t>除</a:t>
            </a:r>
            <a:r>
              <a:rPr lang="zh-CN" altLang="en-US" sz="2800" b="1" dirty="0" smtClean="0">
                <a:solidFill>
                  <a:srgbClr val="C00000"/>
                </a:solidFill>
                <a:cs typeface="+mn-cs"/>
              </a:rPr>
              <a:t>以（模</a:t>
            </a:r>
            <a:r>
              <a:rPr lang="en-US" altLang="zh-CN" sz="2800" b="1" dirty="0" smtClean="0">
                <a:solidFill>
                  <a:srgbClr val="C00000"/>
                </a:solidFill>
                <a:cs typeface="+mn-cs"/>
              </a:rPr>
              <a:t>2</a:t>
            </a:r>
            <a:r>
              <a:rPr lang="zh-CN" altLang="en-US" sz="2800" b="1" dirty="0" smtClean="0">
                <a:solidFill>
                  <a:srgbClr val="C00000"/>
                </a:solidFill>
                <a:cs typeface="+mn-cs"/>
              </a:rPr>
              <a:t>除法）</a:t>
            </a:r>
            <a:r>
              <a:rPr lang="zh-CN" altLang="en-US" sz="2800" b="1" dirty="0" smtClean="0">
                <a:solidFill>
                  <a:srgbClr val="4D4D4D"/>
                </a:solidFill>
                <a:cs typeface="+mn-cs"/>
              </a:rPr>
              <a:t>收发双方事先约定好的</a:t>
            </a:r>
            <a:r>
              <a:rPr lang="zh-CN" altLang="en-US" sz="2800" b="1" dirty="0">
                <a:solidFill>
                  <a:srgbClr val="4D4D4D"/>
                </a:solidFill>
                <a:cs typeface="+mn-cs"/>
              </a:rPr>
              <a:t>长度为 </a:t>
            </a:r>
            <a:r>
              <a:rPr lang="en-US" altLang="zh-CN" sz="2800" b="1" dirty="0">
                <a:solidFill>
                  <a:srgbClr val="4D4D4D"/>
                </a:solidFill>
                <a:cs typeface="+mn-cs"/>
              </a:rPr>
              <a:t>(</a:t>
            </a:r>
            <a:r>
              <a:rPr lang="en-US" altLang="zh-CN" sz="2800" b="1" i="1" dirty="0">
                <a:solidFill>
                  <a:srgbClr val="4D4D4D"/>
                </a:solidFill>
                <a:cs typeface="+mn-cs"/>
              </a:rPr>
              <a:t>n</a:t>
            </a:r>
            <a:r>
              <a:rPr lang="en-US" altLang="zh-CN" sz="2800" b="1" dirty="0">
                <a:solidFill>
                  <a:srgbClr val="4D4D4D"/>
                </a:solidFill>
                <a:cs typeface="+mn-cs"/>
              </a:rPr>
              <a:t> + 1) </a:t>
            </a:r>
            <a:r>
              <a:rPr lang="zh-CN" altLang="en-US" sz="2800" b="1" dirty="0">
                <a:solidFill>
                  <a:srgbClr val="4D4D4D"/>
                </a:solidFill>
                <a:cs typeface="+mn-cs"/>
              </a:rPr>
              <a:t>位的</a:t>
            </a:r>
            <a:r>
              <a:rPr lang="zh-CN" altLang="en-US" sz="2800" b="1" dirty="0">
                <a:solidFill>
                  <a:schemeClr val="tx2">
                    <a:lumMod val="60000"/>
                    <a:lumOff val="40000"/>
                  </a:schemeClr>
                </a:solidFill>
                <a:cs typeface="+mn-cs"/>
              </a:rPr>
              <a:t>除数</a:t>
            </a:r>
            <a:r>
              <a:rPr lang="zh-CN" altLang="en-US" sz="2800" b="1" dirty="0">
                <a:solidFill>
                  <a:srgbClr val="4D4D4D"/>
                </a:solidFill>
                <a:cs typeface="+mn-cs"/>
              </a:rPr>
              <a:t> </a:t>
            </a:r>
            <a:r>
              <a:rPr lang="en-US" altLang="zh-CN" sz="2800" b="1" i="1" dirty="0">
                <a:solidFill>
                  <a:srgbClr val="4D4D4D"/>
                </a:solidFill>
                <a:cs typeface="+mn-cs"/>
              </a:rPr>
              <a:t>P</a:t>
            </a:r>
            <a:r>
              <a:rPr lang="zh-CN" altLang="en-US" sz="2800" b="1" dirty="0">
                <a:solidFill>
                  <a:srgbClr val="4D4D4D"/>
                </a:solidFill>
                <a:cs typeface="+mn-cs"/>
              </a:rPr>
              <a:t>，</a:t>
            </a:r>
            <a:r>
              <a:rPr lang="zh-CN" altLang="en-US" sz="2800" b="1" dirty="0" smtClean="0">
                <a:solidFill>
                  <a:srgbClr val="4D4D4D"/>
                </a:solidFill>
                <a:cs typeface="+mn-cs"/>
              </a:rPr>
              <a:t>得到 </a:t>
            </a:r>
            <a:r>
              <a:rPr lang="en-US" altLang="zh-CN" sz="2800" b="1" i="1" dirty="0" smtClean="0">
                <a:solidFill>
                  <a:srgbClr val="4D4D4D"/>
                </a:solidFill>
                <a:cs typeface="+mn-cs"/>
              </a:rPr>
              <a:t>n</a:t>
            </a:r>
            <a:r>
              <a:rPr lang="en-US" altLang="zh-CN" sz="2800" b="1" dirty="0" smtClean="0">
                <a:solidFill>
                  <a:srgbClr val="4D4D4D"/>
                </a:solidFill>
                <a:cs typeface="+mn-cs"/>
              </a:rPr>
              <a:t> </a:t>
            </a:r>
            <a:r>
              <a:rPr lang="zh-CN" altLang="en-US" sz="2800" b="1" dirty="0" smtClean="0">
                <a:solidFill>
                  <a:srgbClr val="4D4D4D"/>
                </a:solidFill>
                <a:cs typeface="+mn-cs"/>
              </a:rPr>
              <a:t>位的</a:t>
            </a:r>
            <a:r>
              <a:rPr lang="zh-CN" altLang="en-US" sz="2800" b="1" dirty="0" smtClean="0">
                <a:solidFill>
                  <a:schemeClr val="tx2">
                    <a:lumMod val="60000"/>
                    <a:lumOff val="40000"/>
                  </a:schemeClr>
                </a:solidFill>
                <a:cs typeface="+mn-cs"/>
              </a:rPr>
              <a:t>余数</a:t>
            </a:r>
            <a:r>
              <a:rPr lang="zh-CN" altLang="en-US" sz="2800" b="1" dirty="0" smtClean="0">
                <a:solidFill>
                  <a:srgbClr val="4D4D4D"/>
                </a:solidFill>
                <a:cs typeface="+mn-cs"/>
              </a:rPr>
              <a:t> </a:t>
            </a:r>
            <a:r>
              <a:rPr lang="en-US" altLang="zh-CN" sz="2800" b="1" i="1" dirty="0" smtClean="0">
                <a:solidFill>
                  <a:srgbClr val="4D4D4D"/>
                </a:solidFill>
                <a:cs typeface="+mn-cs"/>
              </a:rPr>
              <a:t>R</a:t>
            </a:r>
            <a:r>
              <a:rPr lang="zh-CN" altLang="en-US" b="1" dirty="0">
                <a:cs typeface="+mn-cs"/>
              </a:rPr>
              <a:t> </a:t>
            </a:r>
            <a:r>
              <a:rPr lang="zh-CN" altLang="en-US" b="1" dirty="0" smtClean="0">
                <a:cs typeface="+mn-cs"/>
              </a:rPr>
              <a:t>即为冗余码。</a:t>
            </a:r>
            <a:endParaRPr lang="en-US" altLang="zh-CN" b="1" dirty="0" smtClean="0">
              <a:cs typeface="+mn-cs"/>
            </a:endParaRPr>
          </a:p>
          <a:p>
            <a:pPr lvl="1">
              <a:defRPr/>
            </a:pPr>
            <a:r>
              <a:rPr lang="zh-CN" altLang="en-US" b="1" dirty="0"/>
              <a:t>冗余码常称为</a:t>
            </a:r>
            <a:r>
              <a:rPr lang="zh-CN" altLang="en-US" b="1" dirty="0">
                <a:solidFill>
                  <a:srgbClr val="C00000"/>
                </a:solidFill>
              </a:rPr>
              <a:t>帧检验序列</a:t>
            </a:r>
            <a:r>
              <a:rPr lang="zh-CN" altLang="en-US" b="1" dirty="0"/>
              <a:t> </a:t>
            </a:r>
            <a:r>
              <a:rPr lang="en-US" altLang="zh-CN" b="1" dirty="0"/>
              <a:t>FCS (Frame Check Sequence)</a:t>
            </a:r>
            <a:r>
              <a:rPr lang="zh-CN" altLang="en-US" b="1" dirty="0"/>
              <a:t>。</a:t>
            </a:r>
            <a:endParaRPr lang="zh-CN" altLang="en-US" sz="2800" b="1" dirty="0">
              <a:solidFill>
                <a:srgbClr val="4D4D4D"/>
              </a:solidFill>
              <a:cs typeface="+mn-cs"/>
            </a:endParaRPr>
          </a:p>
        </p:txBody>
      </p:sp>
      <p:sp>
        <p:nvSpPr>
          <p:cNvPr id="28674" name="Rectangle 2"/>
          <p:cNvSpPr>
            <a:spLocks noGrp="1" noChangeArrowheads="1"/>
          </p:cNvSpPr>
          <p:nvPr>
            <p:ph type="title"/>
          </p:nvPr>
        </p:nvSpPr>
        <p:spPr/>
        <p:txBody>
          <a:bodyPr/>
          <a:lstStyle/>
          <a:p>
            <a:r>
              <a:rPr lang="en-US" altLang="zh-CN" dirty="0"/>
              <a:t>3.1.2 </a:t>
            </a:r>
            <a:r>
              <a:rPr lang="zh-CN" altLang="en-US" dirty="0"/>
              <a:t>三个基本问题</a:t>
            </a:r>
            <a:endParaRPr lang="zh-CN" altLang="en-US" sz="4000" dirty="0">
              <a:solidFill>
                <a:srgbClr val="FFFFFF"/>
              </a:solidFill>
            </a:endParaRPr>
          </a:p>
        </p:txBody>
      </p:sp>
      <p:sp>
        <p:nvSpPr>
          <p:cNvPr id="6" name="矩形 5"/>
          <p:cNvSpPr/>
          <p:nvPr/>
        </p:nvSpPr>
        <p:spPr>
          <a:xfrm>
            <a:off x="7967414" y="1557586"/>
            <a:ext cx="3558472" cy="4167089"/>
          </a:xfrm>
          <a:prstGeom prst="rect">
            <a:avLst/>
          </a:prstGeom>
          <a:solidFill>
            <a:schemeClr val="accent5">
              <a:lumMod val="40000"/>
              <a:lumOff val="60000"/>
            </a:schemeClr>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7" name="矩形 6"/>
          <p:cNvSpPr/>
          <p:nvPr/>
        </p:nvSpPr>
        <p:spPr>
          <a:xfrm>
            <a:off x="8861459" y="1696464"/>
            <a:ext cx="670376" cy="400110"/>
          </a:xfrm>
          <a:prstGeom prst="rect">
            <a:avLst/>
          </a:prstGeom>
        </p:spPr>
        <p:txBody>
          <a:bodyPr wrap="none">
            <a:spAutoFit/>
          </a:bodyPr>
          <a:lstStyle/>
          <a:p>
            <a:pPr algn="ctr"/>
            <a:r>
              <a:rPr lang="en-US" altLang="zh-CN" sz="2000" b="1" i="1" dirty="0" smtClean="0">
                <a:solidFill>
                  <a:srgbClr val="111111"/>
                </a:solidFill>
                <a:latin typeface="微软雅黑" pitchFamily="34" charset="-122"/>
                <a:ea typeface="微软雅黑" pitchFamily="34" charset="-122"/>
              </a:rPr>
              <a:t>k</a:t>
            </a:r>
            <a:r>
              <a:rPr lang="en-US" altLang="zh-CN" sz="2000" b="1" dirty="0" smtClean="0">
                <a:solidFill>
                  <a:srgbClr val="111111"/>
                </a:solidFill>
                <a:latin typeface="微软雅黑" pitchFamily="34" charset="-122"/>
                <a:ea typeface="微软雅黑" pitchFamily="34" charset="-122"/>
              </a:rPr>
              <a:t> </a:t>
            </a:r>
            <a:r>
              <a:rPr lang="zh-CN" altLang="en-US" sz="2000" b="1" dirty="0" smtClean="0">
                <a:solidFill>
                  <a:srgbClr val="111111"/>
                </a:solidFill>
                <a:latin typeface="微软雅黑" pitchFamily="34" charset="-122"/>
                <a:ea typeface="微软雅黑" pitchFamily="34" charset="-122"/>
              </a:rPr>
              <a:t>位</a:t>
            </a:r>
            <a:endParaRPr lang="zh-CN" altLang="en-US" sz="2000" b="1" dirty="0">
              <a:solidFill>
                <a:srgbClr val="111111"/>
              </a:solidFill>
              <a:latin typeface="微软雅黑" pitchFamily="34" charset="-122"/>
              <a:ea typeface="微软雅黑" pitchFamily="34" charset="-122"/>
            </a:endParaRPr>
          </a:p>
        </p:txBody>
      </p:sp>
      <p:sp>
        <p:nvSpPr>
          <p:cNvPr id="8" name="矩形 7"/>
          <p:cNvSpPr/>
          <p:nvPr/>
        </p:nvSpPr>
        <p:spPr>
          <a:xfrm>
            <a:off x="10357954" y="1696464"/>
            <a:ext cx="684803" cy="400110"/>
          </a:xfrm>
          <a:prstGeom prst="rect">
            <a:avLst/>
          </a:prstGeom>
        </p:spPr>
        <p:txBody>
          <a:bodyPr wrap="none">
            <a:spAutoFit/>
          </a:bodyPr>
          <a:lstStyle/>
          <a:p>
            <a:pPr algn="ctr"/>
            <a:r>
              <a:rPr lang="en-US" altLang="zh-CN" sz="2000" b="1" i="1" dirty="0" smtClean="0">
                <a:solidFill>
                  <a:srgbClr val="111111"/>
                </a:solidFill>
                <a:latin typeface="微软雅黑" pitchFamily="34" charset="-122"/>
                <a:ea typeface="微软雅黑" pitchFamily="34" charset="-122"/>
              </a:rPr>
              <a:t>n</a:t>
            </a:r>
            <a:r>
              <a:rPr lang="en-US" altLang="zh-CN" sz="2000" b="1" dirty="0" smtClean="0">
                <a:solidFill>
                  <a:srgbClr val="111111"/>
                </a:solidFill>
                <a:latin typeface="微软雅黑" pitchFamily="34" charset="-122"/>
                <a:ea typeface="微软雅黑" pitchFamily="34" charset="-122"/>
              </a:rPr>
              <a:t> </a:t>
            </a:r>
            <a:r>
              <a:rPr lang="zh-CN" altLang="en-US" sz="2000" b="1" dirty="0" smtClean="0">
                <a:solidFill>
                  <a:srgbClr val="111111"/>
                </a:solidFill>
                <a:latin typeface="微软雅黑" pitchFamily="34" charset="-122"/>
                <a:ea typeface="微软雅黑" pitchFamily="34" charset="-122"/>
              </a:rPr>
              <a:t>位</a:t>
            </a:r>
            <a:endParaRPr lang="zh-CN" altLang="en-US" sz="2000" b="1" dirty="0">
              <a:solidFill>
                <a:srgbClr val="111111"/>
              </a:solidFill>
              <a:latin typeface="微软雅黑" pitchFamily="34" charset="-122"/>
              <a:ea typeface="微软雅黑" pitchFamily="34" charset="-122"/>
            </a:endParaRPr>
          </a:p>
        </p:txBody>
      </p:sp>
      <p:sp>
        <p:nvSpPr>
          <p:cNvPr id="9" name="矩形 8"/>
          <p:cNvSpPr/>
          <p:nvPr/>
        </p:nvSpPr>
        <p:spPr>
          <a:xfrm>
            <a:off x="9214009" y="3271849"/>
            <a:ext cx="1099276" cy="44505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rgbClr val="111111"/>
                </a:solidFill>
                <a:latin typeface="微软雅黑" pitchFamily="34" charset="-122"/>
                <a:ea typeface="微软雅黑" pitchFamily="34" charset="-122"/>
              </a:rPr>
              <a:t>除数 </a:t>
            </a:r>
            <a:r>
              <a:rPr lang="en-US" altLang="zh-CN" sz="2400" b="1" i="1" dirty="0" smtClean="0">
                <a:solidFill>
                  <a:srgbClr val="111111"/>
                </a:solidFill>
                <a:latin typeface="微软雅黑" pitchFamily="34" charset="-122"/>
                <a:ea typeface="微软雅黑" pitchFamily="34" charset="-122"/>
              </a:rPr>
              <a:t>P</a:t>
            </a:r>
            <a:endParaRPr lang="en-US" altLang="zh-CN" sz="2400" b="1" i="1" dirty="0">
              <a:solidFill>
                <a:srgbClr val="111111"/>
              </a:solidFill>
              <a:latin typeface="微软雅黑" pitchFamily="34" charset="-122"/>
              <a:ea typeface="微软雅黑" pitchFamily="34" charset="-122"/>
            </a:endParaRPr>
          </a:p>
        </p:txBody>
      </p:sp>
      <p:sp>
        <p:nvSpPr>
          <p:cNvPr id="10" name="矩形 9"/>
          <p:cNvSpPr/>
          <p:nvPr/>
        </p:nvSpPr>
        <p:spPr>
          <a:xfrm>
            <a:off x="8039422" y="3294456"/>
            <a:ext cx="1192955" cy="400110"/>
          </a:xfrm>
          <a:prstGeom prst="rect">
            <a:avLst/>
          </a:prstGeom>
        </p:spPr>
        <p:txBody>
          <a:bodyPr wrap="none">
            <a:spAutoFit/>
          </a:bodyPr>
          <a:lstStyle/>
          <a:p>
            <a:pPr algn="ctr"/>
            <a:r>
              <a:rPr lang="en-US" altLang="zh-CN" sz="2000" b="1" i="1" dirty="0" smtClean="0">
                <a:solidFill>
                  <a:srgbClr val="111111"/>
                </a:solidFill>
                <a:latin typeface="微软雅黑" pitchFamily="34" charset="-122"/>
                <a:ea typeface="微软雅黑" pitchFamily="34" charset="-122"/>
              </a:rPr>
              <a:t>n</a:t>
            </a:r>
            <a:r>
              <a:rPr lang="en-US" altLang="zh-CN" sz="2000" b="1" dirty="0" smtClean="0">
                <a:solidFill>
                  <a:srgbClr val="111111"/>
                </a:solidFill>
                <a:latin typeface="微软雅黑" pitchFamily="34" charset="-122"/>
                <a:ea typeface="微软雅黑" pitchFamily="34" charset="-122"/>
              </a:rPr>
              <a:t> + 1 </a:t>
            </a:r>
            <a:r>
              <a:rPr lang="zh-CN" altLang="en-US" sz="2000" b="1" dirty="0" smtClean="0">
                <a:solidFill>
                  <a:srgbClr val="111111"/>
                </a:solidFill>
                <a:latin typeface="微软雅黑" pitchFamily="34" charset="-122"/>
                <a:ea typeface="微软雅黑" pitchFamily="34" charset="-122"/>
              </a:rPr>
              <a:t>位</a:t>
            </a:r>
            <a:endParaRPr lang="zh-CN" altLang="en-US" sz="2000" b="1" dirty="0">
              <a:solidFill>
                <a:srgbClr val="111111"/>
              </a:solidFill>
              <a:latin typeface="微软雅黑" pitchFamily="34" charset="-122"/>
              <a:ea typeface="微软雅黑" pitchFamily="34" charset="-122"/>
            </a:endParaRPr>
          </a:p>
        </p:txBody>
      </p:sp>
      <p:sp>
        <p:nvSpPr>
          <p:cNvPr id="11" name="下箭头标注 10"/>
          <p:cNvSpPr/>
          <p:nvPr/>
        </p:nvSpPr>
        <p:spPr>
          <a:xfrm>
            <a:off x="8181616" y="2035602"/>
            <a:ext cx="3117317" cy="1209404"/>
          </a:xfrm>
          <a:prstGeom prst="downArrowCallout">
            <a:avLst>
              <a:gd name="adj1" fmla="val 24908"/>
              <a:gd name="adj2" fmla="val 29389"/>
              <a:gd name="adj3" fmla="val 30452"/>
              <a:gd name="adj4" fmla="val 44537"/>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12" name="矩形 11"/>
          <p:cNvSpPr/>
          <p:nvPr/>
        </p:nvSpPr>
        <p:spPr>
          <a:xfrm>
            <a:off x="8289996" y="2100383"/>
            <a:ext cx="1899431" cy="421393"/>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chemeClr val="bg1"/>
                </a:solidFill>
                <a:latin typeface="微软雅黑" pitchFamily="34" charset="-122"/>
                <a:ea typeface="微软雅黑" pitchFamily="34" charset="-122"/>
              </a:rPr>
              <a:t>原始数据</a:t>
            </a:r>
            <a:endParaRPr lang="zh-CN" altLang="en-US" sz="2400" b="1" dirty="0">
              <a:solidFill>
                <a:schemeClr val="bg1"/>
              </a:solidFill>
              <a:latin typeface="微软雅黑" pitchFamily="34" charset="-122"/>
              <a:ea typeface="微软雅黑" pitchFamily="34" charset="-122"/>
            </a:endParaRPr>
          </a:p>
        </p:txBody>
      </p:sp>
      <p:sp>
        <p:nvSpPr>
          <p:cNvPr id="13" name="矩形 12"/>
          <p:cNvSpPr/>
          <p:nvPr/>
        </p:nvSpPr>
        <p:spPr>
          <a:xfrm>
            <a:off x="10189424" y="2100383"/>
            <a:ext cx="1047581" cy="421393"/>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smtClean="0">
                <a:solidFill>
                  <a:srgbClr val="111111"/>
                </a:solidFill>
                <a:latin typeface="微软雅黑" pitchFamily="34" charset="-122"/>
                <a:ea typeface="微软雅黑" pitchFamily="34" charset="-122"/>
              </a:rPr>
              <a:t>00…0</a:t>
            </a:r>
            <a:endParaRPr lang="zh-CN" altLang="en-US" sz="2400" b="1" dirty="0">
              <a:solidFill>
                <a:srgbClr val="111111"/>
              </a:solidFill>
              <a:latin typeface="微软雅黑" pitchFamily="34" charset="-122"/>
              <a:ea typeface="微软雅黑" pitchFamily="34" charset="-122"/>
            </a:endParaRPr>
          </a:p>
        </p:txBody>
      </p:sp>
      <p:sp>
        <p:nvSpPr>
          <p:cNvPr id="14" name="矩形 13"/>
          <p:cNvSpPr/>
          <p:nvPr/>
        </p:nvSpPr>
        <p:spPr>
          <a:xfrm>
            <a:off x="9184767" y="4458649"/>
            <a:ext cx="1137006" cy="445050"/>
          </a:xfrm>
          <a:prstGeom prst="rect">
            <a:avLst/>
          </a:prstGeom>
          <a:solidFill>
            <a:srgbClr val="00B05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chemeClr val="bg1"/>
                </a:solidFill>
                <a:latin typeface="微软雅黑" pitchFamily="34" charset="-122"/>
                <a:ea typeface="微软雅黑" pitchFamily="34" charset="-122"/>
              </a:rPr>
              <a:t>冗余码</a:t>
            </a:r>
            <a:endParaRPr lang="en-US" altLang="zh-CN" sz="2400" b="1" dirty="0">
              <a:solidFill>
                <a:schemeClr val="bg1"/>
              </a:solidFill>
              <a:latin typeface="微软雅黑" pitchFamily="34" charset="-122"/>
              <a:ea typeface="微软雅黑" pitchFamily="34" charset="-122"/>
            </a:endParaRPr>
          </a:p>
        </p:txBody>
      </p:sp>
      <p:sp>
        <p:nvSpPr>
          <p:cNvPr id="15" name="下箭头 14"/>
          <p:cNvSpPr/>
          <p:nvPr/>
        </p:nvSpPr>
        <p:spPr>
          <a:xfrm>
            <a:off x="9600929" y="3733385"/>
            <a:ext cx="314751" cy="725264"/>
          </a:xfrm>
          <a:prstGeom prst="downArrow">
            <a:avLst/>
          </a:prstGeom>
          <a:solidFill>
            <a:srgbClr val="CC00CC"/>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16" name="矩形 15"/>
          <p:cNvSpPr/>
          <p:nvPr/>
        </p:nvSpPr>
        <p:spPr>
          <a:xfrm>
            <a:off x="10361288" y="4458649"/>
            <a:ext cx="1106393" cy="461665"/>
          </a:xfrm>
          <a:prstGeom prst="rect">
            <a:avLst/>
          </a:prstGeom>
        </p:spPr>
        <p:txBody>
          <a:bodyPr wrap="none">
            <a:spAutoFit/>
          </a:bodyPr>
          <a:lstStyle/>
          <a:p>
            <a:pPr algn="ctr"/>
            <a:r>
              <a:rPr lang="zh-CN" altLang="en-US" sz="2400" b="1" dirty="0" smtClean="0">
                <a:solidFill>
                  <a:srgbClr val="000066"/>
                </a:solidFill>
                <a:latin typeface="微软雅黑" pitchFamily="34" charset="-122"/>
                <a:ea typeface="微软雅黑" pitchFamily="34" charset="-122"/>
              </a:rPr>
              <a:t>余数 </a:t>
            </a:r>
            <a:r>
              <a:rPr lang="en-US" altLang="zh-CN" sz="2400" b="1" i="1" dirty="0" smtClean="0">
                <a:solidFill>
                  <a:srgbClr val="000066"/>
                </a:solidFill>
                <a:latin typeface="微软雅黑" pitchFamily="34" charset="-122"/>
                <a:ea typeface="微软雅黑" pitchFamily="34" charset="-122"/>
              </a:rPr>
              <a:t>R</a:t>
            </a:r>
            <a:endParaRPr lang="zh-CN" altLang="en-US" sz="2400" b="1" i="1" dirty="0">
              <a:solidFill>
                <a:srgbClr val="000066"/>
              </a:solidFill>
              <a:latin typeface="微软雅黑" pitchFamily="34" charset="-122"/>
              <a:ea typeface="微软雅黑" pitchFamily="34" charset="-122"/>
            </a:endParaRPr>
          </a:p>
        </p:txBody>
      </p:sp>
      <p:sp>
        <p:nvSpPr>
          <p:cNvPr id="17" name="矩形 16"/>
          <p:cNvSpPr/>
          <p:nvPr/>
        </p:nvSpPr>
        <p:spPr>
          <a:xfrm>
            <a:off x="8471470" y="4475132"/>
            <a:ext cx="684803" cy="400110"/>
          </a:xfrm>
          <a:prstGeom prst="rect">
            <a:avLst/>
          </a:prstGeom>
        </p:spPr>
        <p:txBody>
          <a:bodyPr wrap="none">
            <a:spAutoFit/>
          </a:bodyPr>
          <a:lstStyle/>
          <a:p>
            <a:pPr algn="ctr"/>
            <a:r>
              <a:rPr lang="en-US" altLang="zh-CN" sz="2000" b="1" i="1" dirty="0" smtClean="0">
                <a:solidFill>
                  <a:srgbClr val="111111"/>
                </a:solidFill>
                <a:latin typeface="微软雅黑" pitchFamily="34" charset="-122"/>
                <a:ea typeface="微软雅黑" pitchFamily="34" charset="-122"/>
              </a:rPr>
              <a:t>n</a:t>
            </a:r>
            <a:r>
              <a:rPr lang="en-US" altLang="zh-CN" sz="2000" b="1" dirty="0" smtClean="0">
                <a:solidFill>
                  <a:srgbClr val="111111"/>
                </a:solidFill>
                <a:latin typeface="微软雅黑" pitchFamily="34" charset="-122"/>
                <a:ea typeface="微软雅黑" pitchFamily="34" charset="-122"/>
              </a:rPr>
              <a:t> </a:t>
            </a:r>
            <a:r>
              <a:rPr lang="zh-CN" altLang="en-US" sz="2000" b="1" dirty="0" smtClean="0">
                <a:solidFill>
                  <a:srgbClr val="111111"/>
                </a:solidFill>
                <a:latin typeface="微软雅黑" pitchFamily="34" charset="-122"/>
                <a:ea typeface="微软雅黑" pitchFamily="34" charset="-122"/>
              </a:rPr>
              <a:t>位</a:t>
            </a:r>
            <a:endParaRPr lang="zh-CN" altLang="en-US" sz="2000" b="1" dirty="0">
              <a:solidFill>
                <a:srgbClr val="111111"/>
              </a:solidFill>
              <a:latin typeface="微软雅黑" pitchFamily="34" charset="-122"/>
              <a:ea typeface="微软雅黑" pitchFamily="34" charset="-122"/>
            </a:endParaRPr>
          </a:p>
        </p:txBody>
      </p:sp>
      <p:sp>
        <p:nvSpPr>
          <p:cNvPr id="18" name="Text Box 45"/>
          <p:cNvSpPr txBox="1">
            <a:spLocks noChangeArrowheads="1"/>
          </p:cNvSpPr>
          <p:nvPr/>
        </p:nvSpPr>
        <p:spPr bwMode="auto">
          <a:xfrm>
            <a:off x="9371777" y="5747536"/>
            <a:ext cx="1107996"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zh-CN" altLang="en-US" sz="2400" b="1" dirty="0" smtClean="0">
                <a:solidFill>
                  <a:srgbClr val="111111"/>
                </a:solidFill>
                <a:latin typeface="微软雅黑" pitchFamily="34" charset="-122"/>
                <a:ea typeface="微软雅黑" pitchFamily="34" charset="-122"/>
              </a:rPr>
              <a:t>发送方</a:t>
            </a:r>
            <a:endParaRPr kumimoji="1" lang="zh-CN" altLang="en-US" sz="2400" b="1" dirty="0">
              <a:solidFill>
                <a:srgbClr val="111111"/>
              </a:solidFill>
              <a:latin typeface="微软雅黑" pitchFamily="34" charset="-122"/>
              <a:ea typeface="微软雅黑" pitchFamily="34" charset="-122"/>
            </a:endParaRPr>
          </a:p>
        </p:txBody>
      </p:sp>
    </p:spTree>
    <p:extLst>
      <p:ext uri="{BB962C8B-B14F-4D97-AF65-F5344CB8AC3E}">
        <p14:creationId xmlns:p14="http://schemas.microsoft.com/office/powerpoint/2010/main" val="33552923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8675">
                                            <p:txEl>
                                              <p:pRg st="1" end="1"/>
                                            </p:txEl>
                                          </p:spTgt>
                                        </p:tgtEl>
                                        <p:attrNameLst>
                                          <p:attrName>style.visibility</p:attrName>
                                        </p:attrNameLst>
                                      </p:cBhvr>
                                      <p:to>
                                        <p:strVal val="visible"/>
                                      </p:to>
                                    </p:set>
                                    <p:anim calcmode="lin" valueType="num">
                                      <p:cBhvr additive="base">
                                        <p:cTn id="7" dur="500" fill="hold"/>
                                        <p:tgtEl>
                                          <p:spTgt spid="2867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6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8675">
                                            <p:txEl>
                                              <p:pRg st="2" end="2"/>
                                            </p:txEl>
                                          </p:spTgt>
                                        </p:tgtEl>
                                        <p:attrNameLst>
                                          <p:attrName>style.visibility</p:attrName>
                                        </p:attrNameLst>
                                      </p:cBhvr>
                                      <p:to>
                                        <p:strVal val="visible"/>
                                      </p:to>
                                    </p:set>
                                    <p:anim calcmode="lin" valueType="num">
                                      <p:cBhvr additive="base">
                                        <p:cTn id="21" dur="500" fill="hold"/>
                                        <p:tgtEl>
                                          <p:spTgt spid="28675">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86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up)">
                                      <p:cBhvr>
                                        <p:cTn id="27" dur="500"/>
                                        <p:tgtEl>
                                          <p:spTgt spid="11"/>
                                        </p:tgtEl>
                                      </p:cBhvr>
                                    </p:animEffect>
                                  </p:childTnLst>
                                </p:cTn>
                              </p:par>
                            </p:childTnLst>
                          </p:cTn>
                        </p:par>
                        <p:par>
                          <p:cTn id="28" fill="hold">
                            <p:stCondLst>
                              <p:cond delay="500"/>
                            </p:stCondLst>
                            <p:childTnLst>
                              <p:par>
                                <p:cTn id="29" presetID="10" presetClass="entr" presetSubtype="0" fill="hold" grpId="0"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wipe(up)">
                                      <p:cBhvr>
                                        <p:cTn id="39" dur="500"/>
                                        <p:tgtEl>
                                          <p:spTgt spid="15"/>
                                        </p:tgtEl>
                                      </p:cBhvr>
                                    </p:animEffect>
                                  </p:childTnLst>
                                </p:cTn>
                              </p:par>
                            </p:childTnLst>
                          </p:cTn>
                        </p:par>
                        <p:par>
                          <p:cTn id="40" fill="hold">
                            <p:stCondLst>
                              <p:cond delay="500"/>
                            </p:stCondLst>
                            <p:childTnLst>
                              <p:par>
                                <p:cTn id="41" presetID="10" presetClass="entr" presetSubtype="0" fill="hold" grpId="0" nodeType="after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00"/>
                                        <p:tgtEl>
                                          <p:spTgt spid="1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28675">
                                            <p:txEl>
                                              <p:pRg st="3" end="3"/>
                                            </p:txEl>
                                          </p:spTgt>
                                        </p:tgtEl>
                                        <p:attrNameLst>
                                          <p:attrName>style.visibility</p:attrName>
                                        </p:attrNameLst>
                                      </p:cBhvr>
                                      <p:to>
                                        <p:strVal val="visible"/>
                                      </p:to>
                                    </p:set>
                                    <p:anim calcmode="lin" valueType="num">
                                      <p:cBhvr additive="base">
                                        <p:cTn id="54" dur="500" fill="hold"/>
                                        <p:tgtEl>
                                          <p:spTgt spid="28675">
                                            <p:txEl>
                                              <p:pRg st="3" end="3"/>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2867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p:bldP spid="11" grpId="0" animBg="1"/>
      <p:bldP spid="13" grpId="0" animBg="1"/>
      <p:bldP spid="14" grpId="0" animBg="1"/>
      <p:bldP spid="15" grpId="0" animBg="1"/>
      <p:bldP spid="16" grpId="0"/>
      <p:bldP spid="1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ltLang="zh-CN" dirty="0"/>
              <a:t>3.1.2 </a:t>
            </a:r>
            <a:r>
              <a:rPr lang="zh-CN" altLang="en-US" dirty="0"/>
              <a:t>三个基本问题</a:t>
            </a:r>
            <a:endParaRPr lang="zh-CN" altLang="en-US" sz="4000" dirty="0">
              <a:solidFill>
                <a:srgbClr val="FFFFFF"/>
              </a:solidFill>
            </a:endParaRPr>
          </a:p>
        </p:txBody>
      </p:sp>
      <p:sp>
        <p:nvSpPr>
          <p:cNvPr id="30723" name="Text Box 5"/>
          <p:cNvSpPr txBox="1">
            <a:spLocks noChangeArrowheads="1"/>
          </p:cNvSpPr>
          <p:nvPr/>
        </p:nvSpPr>
        <p:spPr bwMode="auto">
          <a:xfrm>
            <a:off x="1523802" y="1268707"/>
            <a:ext cx="4408473" cy="528055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400" dirty="0">
                <a:solidFill>
                  <a:srgbClr val="111111"/>
                </a:solidFill>
                <a:latin typeface="Arial" charset="0"/>
              </a:rPr>
              <a:t>                               </a:t>
            </a:r>
            <a:r>
              <a:rPr kumimoji="1" lang="zh-CN" altLang="en-US" sz="2400" dirty="0" smtClean="0">
                <a:solidFill>
                  <a:srgbClr val="111111"/>
                </a:solidFill>
                <a:latin typeface="Arial" charset="0"/>
              </a:rPr>
              <a:t>      </a:t>
            </a:r>
            <a:endParaRPr kumimoji="1" lang="en-US" altLang="zh-CN" sz="2400" dirty="0" smtClean="0">
              <a:solidFill>
                <a:srgbClr val="111111"/>
              </a:solidFill>
              <a:latin typeface="Arial" charset="0"/>
            </a:endParaRPr>
          </a:p>
          <a:p>
            <a:pPr eaLnBrk="1" hangingPunct="1"/>
            <a:r>
              <a:rPr kumimoji="1" lang="en-US" altLang="zh-CN" sz="2400" dirty="0" smtClean="0">
                <a:solidFill>
                  <a:srgbClr val="111111"/>
                </a:solidFill>
                <a:latin typeface="Arial" charset="0"/>
              </a:rPr>
              <a:t>                      1101 101001</a:t>
            </a:r>
          </a:p>
          <a:p>
            <a:pPr eaLnBrk="1" hangingPunct="1"/>
            <a:r>
              <a:rPr kumimoji="1" lang="en-US" altLang="zh-CN" sz="1200" dirty="0" smtClean="0">
                <a:solidFill>
                  <a:srgbClr val="111111"/>
                </a:solidFill>
                <a:latin typeface="Arial" charset="0"/>
              </a:rPr>
              <a:t>                             </a:t>
            </a:r>
            <a:r>
              <a:rPr kumimoji="1" lang="en-US" altLang="zh-CN" sz="2400" dirty="0" smtClean="0">
                <a:solidFill>
                  <a:srgbClr val="111111"/>
                </a:solidFill>
                <a:latin typeface="Arial" charset="0"/>
              </a:rPr>
              <a:t>                1101</a:t>
            </a:r>
          </a:p>
          <a:p>
            <a:pPr eaLnBrk="1" hangingPunct="1"/>
            <a:r>
              <a:rPr kumimoji="1" lang="en-US" altLang="zh-CN" sz="1200" dirty="0" smtClean="0">
                <a:solidFill>
                  <a:srgbClr val="111111"/>
                </a:solidFill>
                <a:latin typeface="Arial" charset="0"/>
              </a:rPr>
              <a:t>                                     </a:t>
            </a:r>
            <a:r>
              <a:rPr kumimoji="1" lang="en-US" altLang="zh-CN" sz="2400" dirty="0" smtClean="0">
                <a:solidFill>
                  <a:srgbClr val="111111"/>
                </a:solidFill>
                <a:latin typeface="Arial" charset="0"/>
              </a:rPr>
              <a:t>              111</a:t>
            </a:r>
            <a:endParaRPr kumimoji="1" lang="en-US" altLang="zh-CN" sz="2400" dirty="0">
              <a:solidFill>
                <a:srgbClr val="111111"/>
              </a:solidFill>
              <a:latin typeface="Arial" charset="0"/>
            </a:endParaRPr>
          </a:p>
          <a:p>
            <a:pPr eaLnBrk="1" hangingPunct="1"/>
            <a:r>
              <a:rPr kumimoji="1" lang="en-US" altLang="zh-CN" sz="1200" dirty="0">
                <a:solidFill>
                  <a:srgbClr val="111111"/>
                </a:solidFill>
                <a:latin typeface="Arial" charset="0"/>
              </a:rPr>
              <a:t>                                     </a:t>
            </a:r>
            <a:r>
              <a:rPr kumimoji="1" lang="en-US" altLang="zh-CN" sz="2400" dirty="0">
                <a:solidFill>
                  <a:srgbClr val="111111"/>
                </a:solidFill>
                <a:latin typeface="Arial" charset="0"/>
              </a:rPr>
              <a:t>              1101</a:t>
            </a:r>
          </a:p>
          <a:p>
            <a:pPr eaLnBrk="1" hangingPunct="1"/>
            <a:r>
              <a:rPr kumimoji="1" lang="en-US" altLang="zh-CN" sz="1000" dirty="0">
                <a:solidFill>
                  <a:srgbClr val="111111"/>
                </a:solidFill>
                <a:latin typeface="Arial" charset="0"/>
              </a:rPr>
              <a:t>                                             </a:t>
            </a:r>
            <a:r>
              <a:rPr kumimoji="1" lang="en-US" altLang="zh-CN" sz="2400" dirty="0">
                <a:solidFill>
                  <a:srgbClr val="111111"/>
                </a:solidFill>
                <a:latin typeface="Arial" charset="0"/>
              </a:rPr>
              <a:t>                </a:t>
            </a:r>
            <a:r>
              <a:rPr kumimoji="1" lang="en-US" altLang="zh-CN" sz="2400" dirty="0" smtClean="0">
                <a:solidFill>
                  <a:srgbClr val="111111"/>
                </a:solidFill>
                <a:latin typeface="Arial" charset="0"/>
              </a:rPr>
              <a:t>011</a:t>
            </a:r>
            <a:endParaRPr kumimoji="1" lang="en-US" altLang="zh-CN" sz="2400" dirty="0">
              <a:solidFill>
                <a:srgbClr val="111111"/>
              </a:solidFill>
              <a:latin typeface="Arial" charset="0"/>
            </a:endParaRPr>
          </a:p>
          <a:p>
            <a:pPr eaLnBrk="1" hangingPunct="1"/>
            <a:r>
              <a:rPr kumimoji="1" lang="en-US" altLang="zh-CN" sz="1000" dirty="0">
                <a:solidFill>
                  <a:srgbClr val="111111"/>
                </a:solidFill>
                <a:latin typeface="Arial" charset="0"/>
              </a:rPr>
              <a:t>                                             </a:t>
            </a:r>
            <a:r>
              <a:rPr kumimoji="1" lang="en-US" altLang="zh-CN" sz="2400" dirty="0">
                <a:solidFill>
                  <a:srgbClr val="111111"/>
                </a:solidFill>
                <a:latin typeface="Arial" charset="0"/>
              </a:rPr>
              <a:t>                0000</a:t>
            </a:r>
          </a:p>
          <a:p>
            <a:pPr eaLnBrk="1" hangingPunct="1"/>
            <a:r>
              <a:rPr kumimoji="1" lang="en-US" altLang="zh-CN" sz="1200" dirty="0">
                <a:solidFill>
                  <a:srgbClr val="111111"/>
                </a:solidFill>
                <a:latin typeface="Arial" charset="0"/>
              </a:rPr>
              <a:t>                                         </a:t>
            </a:r>
            <a:r>
              <a:rPr kumimoji="1" lang="en-US" altLang="zh-CN" sz="2400" dirty="0">
                <a:solidFill>
                  <a:srgbClr val="111111"/>
                </a:solidFill>
                <a:latin typeface="Arial" charset="0"/>
              </a:rPr>
              <a:t>                </a:t>
            </a:r>
            <a:r>
              <a:rPr kumimoji="1" lang="en-US" altLang="zh-CN" sz="2400" dirty="0" smtClean="0">
                <a:solidFill>
                  <a:srgbClr val="111111"/>
                </a:solidFill>
                <a:latin typeface="Arial" charset="0"/>
              </a:rPr>
              <a:t>111</a:t>
            </a:r>
            <a:endParaRPr kumimoji="1" lang="en-US" altLang="zh-CN" sz="2400" dirty="0">
              <a:solidFill>
                <a:srgbClr val="111111"/>
              </a:solidFill>
              <a:latin typeface="Arial" charset="0"/>
            </a:endParaRPr>
          </a:p>
          <a:p>
            <a:pPr eaLnBrk="1" hangingPunct="1"/>
            <a:r>
              <a:rPr kumimoji="1" lang="en-US" altLang="zh-CN" sz="1200" dirty="0">
                <a:solidFill>
                  <a:srgbClr val="111111"/>
                </a:solidFill>
                <a:latin typeface="Arial" charset="0"/>
              </a:rPr>
              <a:t>                                         </a:t>
            </a:r>
            <a:r>
              <a:rPr kumimoji="1" lang="en-US" altLang="zh-CN" sz="2400" dirty="0">
                <a:solidFill>
                  <a:srgbClr val="111111"/>
                </a:solidFill>
                <a:latin typeface="Arial" charset="0"/>
              </a:rPr>
              <a:t>                1101</a:t>
            </a:r>
          </a:p>
          <a:p>
            <a:pPr eaLnBrk="1" hangingPunct="1"/>
            <a:r>
              <a:rPr kumimoji="1" lang="en-US" altLang="zh-CN" sz="1000" dirty="0">
                <a:solidFill>
                  <a:srgbClr val="111111"/>
                </a:solidFill>
                <a:latin typeface="Arial" charset="0"/>
              </a:rPr>
              <a:t>                                                  </a:t>
            </a:r>
            <a:r>
              <a:rPr kumimoji="1" lang="en-US" altLang="zh-CN" sz="2400" dirty="0">
                <a:solidFill>
                  <a:srgbClr val="111111"/>
                </a:solidFill>
                <a:latin typeface="Arial" charset="0"/>
              </a:rPr>
              <a:t>                  </a:t>
            </a:r>
            <a:r>
              <a:rPr kumimoji="1" lang="en-US" altLang="zh-CN" sz="2400" dirty="0" smtClean="0">
                <a:solidFill>
                  <a:srgbClr val="111111"/>
                </a:solidFill>
                <a:latin typeface="Arial" charset="0"/>
              </a:rPr>
              <a:t>011</a:t>
            </a:r>
            <a:endParaRPr kumimoji="1" lang="en-US" altLang="zh-CN" sz="2400" dirty="0">
              <a:solidFill>
                <a:srgbClr val="111111"/>
              </a:solidFill>
              <a:latin typeface="Arial" charset="0"/>
            </a:endParaRPr>
          </a:p>
          <a:p>
            <a:pPr eaLnBrk="1" hangingPunct="1"/>
            <a:r>
              <a:rPr kumimoji="1" lang="en-US" altLang="zh-CN" sz="1000" dirty="0">
                <a:solidFill>
                  <a:srgbClr val="111111"/>
                </a:solidFill>
                <a:latin typeface="Arial" charset="0"/>
              </a:rPr>
              <a:t>                                                  </a:t>
            </a:r>
            <a:r>
              <a:rPr kumimoji="1" lang="en-US" altLang="zh-CN" sz="2400" dirty="0">
                <a:solidFill>
                  <a:srgbClr val="111111"/>
                </a:solidFill>
                <a:latin typeface="Arial" charset="0"/>
              </a:rPr>
              <a:t>                  0000</a:t>
            </a:r>
          </a:p>
          <a:p>
            <a:pPr eaLnBrk="1" hangingPunct="1"/>
            <a:r>
              <a:rPr kumimoji="1" lang="en-US" altLang="zh-CN" sz="1000" dirty="0">
                <a:solidFill>
                  <a:srgbClr val="111111"/>
                </a:solidFill>
                <a:latin typeface="Arial" charset="0"/>
              </a:rPr>
              <a:t>                                                     </a:t>
            </a:r>
            <a:r>
              <a:rPr kumimoji="1" lang="en-US" altLang="zh-CN" sz="1200" dirty="0">
                <a:solidFill>
                  <a:srgbClr val="111111"/>
                </a:solidFill>
                <a:latin typeface="Arial" charset="0"/>
              </a:rPr>
              <a:t>  </a:t>
            </a:r>
            <a:r>
              <a:rPr kumimoji="1" lang="en-US" altLang="zh-CN" sz="2400" dirty="0">
                <a:solidFill>
                  <a:srgbClr val="111111"/>
                </a:solidFill>
                <a:latin typeface="Arial" charset="0"/>
              </a:rPr>
              <a:t>                  </a:t>
            </a:r>
            <a:r>
              <a:rPr kumimoji="1" lang="en-US" altLang="zh-CN" sz="2400" dirty="0" smtClean="0">
                <a:solidFill>
                  <a:srgbClr val="111111"/>
                </a:solidFill>
                <a:latin typeface="Arial" charset="0"/>
              </a:rPr>
              <a:t>110</a:t>
            </a:r>
            <a:endParaRPr kumimoji="1" lang="en-US" altLang="zh-CN" sz="2400" dirty="0">
              <a:solidFill>
                <a:srgbClr val="111111"/>
              </a:solidFill>
              <a:latin typeface="Arial" charset="0"/>
            </a:endParaRPr>
          </a:p>
          <a:p>
            <a:pPr eaLnBrk="1" hangingPunct="1"/>
            <a:r>
              <a:rPr kumimoji="1" lang="en-US" altLang="zh-CN" sz="1000" dirty="0">
                <a:solidFill>
                  <a:srgbClr val="111111"/>
                </a:solidFill>
                <a:latin typeface="Arial" charset="0"/>
              </a:rPr>
              <a:t>                                                     </a:t>
            </a:r>
            <a:r>
              <a:rPr kumimoji="1" lang="en-US" altLang="zh-CN" sz="1200" dirty="0">
                <a:solidFill>
                  <a:srgbClr val="111111"/>
                </a:solidFill>
                <a:latin typeface="Arial" charset="0"/>
              </a:rPr>
              <a:t>  </a:t>
            </a:r>
            <a:r>
              <a:rPr kumimoji="1" lang="en-US" altLang="zh-CN" sz="2400" dirty="0">
                <a:solidFill>
                  <a:srgbClr val="111111"/>
                </a:solidFill>
                <a:latin typeface="Arial" charset="0"/>
              </a:rPr>
              <a:t>                  1101</a:t>
            </a:r>
          </a:p>
          <a:p>
            <a:pPr eaLnBrk="1" hangingPunct="1"/>
            <a:r>
              <a:rPr kumimoji="1" lang="en-US" altLang="zh-CN" sz="1000" dirty="0">
                <a:solidFill>
                  <a:srgbClr val="111111"/>
                </a:solidFill>
                <a:latin typeface="Arial" charset="0"/>
              </a:rPr>
              <a:t>                                                        </a:t>
            </a:r>
            <a:r>
              <a:rPr kumimoji="1" lang="en-US" altLang="zh-CN" sz="2400" dirty="0">
                <a:solidFill>
                  <a:srgbClr val="111111"/>
                </a:solidFill>
                <a:latin typeface="Arial" charset="0"/>
              </a:rPr>
              <a:t>                    </a:t>
            </a:r>
            <a:r>
              <a:rPr kumimoji="1" lang="en-US" altLang="zh-CN" sz="2400" dirty="0" smtClean="0">
                <a:solidFill>
                  <a:srgbClr val="111111"/>
                </a:solidFill>
                <a:latin typeface="Arial" charset="0"/>
              </a:rPr>
              <a:t>001</a:t>
            </a:r>
            <a:endParaRPr kumimoji="1" lang="en-US" altLang="zh-CN" sz="2400" dirty="0">
              <a:solidFill>
                <a:srgbClr val="111111"/>
              </a:solidFill>
              <a:latin typeface="Arial" charset="0"/>
            </a:endParaRPr>
          </a:p>
        </p:txBody>
      </p:sp>
      <p:sp>
        <p:nvSpPr>
          <p:cNvPr id="30724" name="Freeform 6"/>
          <p:cNvSpPr>
            <a:spLocks/>
          </p:cNvSpPr>
          <p:nvPr/>
        </p:nvSpPr>
        <p:spPr bwMode="auto">
          <a:xfrm>
            <a:off x="4188341" y="1701602"/>
            <a:ext cx="1659250" cy="266762"/>
          </a:xfrm>
          <a:custGeom>
            <a:avLst/>
            <a:gdLst>
              <a:gd name="T0" fmla="*/ 0 w 1332"/>
              <a:gd name="T1" fmla="*/ 2147483646 h 156"/>
              <a:gd name="T2" fmla="*/ 0 w 1332"/>
              <a:gd name="T3" fmla="*/ 0 h 156"/>
              <a:gd name="T4" fmla="*/ 2147483646 w 1332"/>
              <a:gd name="T5" fmla="*/ 2147483646 h 156"/>
              <a:gd name="T6" fmla="*/ 0 60000 65536"/>
              <a:gd name="T7" fmla="*/ 0 60000 65536"/>
              <a:gd name="T8" fmla="*/ 0 60000 65536"/>
              <a:gd name="T9" fmla="*/ 0 w 1332"/>
              <a:gd name="T10" fmla="*/ 0 h 156"/>
              <a:gd name="T11" fmla="*/ 1332 w 1332"/>
              <a:gd name="T12" fmla="*/ 156 h 156"/>
            </a:gdLst>
            <a:ahLst/>
            <a:cxnLst>
              <a:cxn ang="T6">
                <a:pos x="T0" y="T1"/>
              </a:cxn>
              <a:cxn ang="T7">
                <a:pos x="T2" y="T3"/>
              </a:cxn>
              <a:cxn ang="T8">
                <a:pos x="T4" y="T5"/>
              </a:cxn>
            </a:cxnLst>
            <a:rect l="T9" t="T10" r="T11" b="T12"/>
            <a:pathLst>
              <a:path w="1332" h="156">
                <a:moveTo>
                  <a:pt x="0" y="156"/>
                </a:moveTo>
                <a:lnTo>
                  <a:pt x="0" y="0"/>
                </a:lnTo>
                <a:lnTo>
                  <a:pt x="1332" y="1"/>
                </a:lnTo>
              </a:path>
            </a:pathLst>
          </a:custGeom>
          <a:noFill/>
          <a:ln w="2857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lIns="108850" tIns="54425" rIns="108850" bIns="54425" anchor="ctr"/>
          <a:lstStyle/>
          <a:p>
            <a:endParaRPr lang="zh-CN" altLang="en-US" b="1">
              <a:solidFill>
                <a:srgbClr val="111111"/>
              </a:solidFill>
            </a:endParaRPr>
          </a:p>
        </p:txBody>
      </p:sp>
      <p:sp>
        <p:nvSpPr>
          <p:cNvPr id="30730" name="Line 12"/>
          <p:cNvSpPr>
            <a:spLocks noChangeShapeType="1"/>
          </p:cNvSpPr>
          <p:nvPr/>
        </p:nvSpPr>
        <p:spPr bwMode="auto">
          <a:xfrm flipV="1">
            <a:off x="5087094" y="6092502"/>
            <a:ext cx="664547" cy="1588"/>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30731" name="Line 13"/>
          <p:cNvSpPr>
            <a:spLocks noChangeShapeType="1"/>
          </p:cNvSpPr>
          <p:nvPr/>
        </p:nvSpPr>
        <p:spPr bwMode="auto">
          <a:xfrm flipV="1">
            <a:off x="4943078" y="5372422"/>
            <a:ext cx="649731" cy="1588"/>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30732" name="Line 14"/>
          <p:cNvSpPr>
            <a:spLocks noChangeShapeType="1"/>
          </p:cNvSpPr>
          <p:nvPr/>
        </p:nvSpPr>
        <p:spPr bwMode="auto">
          <a:xfrm>
            <a:off x="4727054" y="4580335"/>
            <a:ext cx="683595" cy="1587"/>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30733" name="Line 15"/>
          <p:cNvSpPr>
            <a:spLocks noChangeShapeType="1"/>
          </p:cNvSpPr>
          <p:nvPr/>
        </p:nvSpPr>
        <p:spPr bwMode="auto">
          <a:xfrm>
            <a:off x="4583038" y="3861842"/>
            <a:ext cx="649733"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30734" name="Line 16"/>
          <p:cNvSpPr>
            <a:spLocks noChangeShapeType="1"/>
          </p:cNvSpPr>
          <p:nvPr/>
        </p:nvSpPr>
        <p:spPr bwMode="auto">
          <a:xfrm>
            <a:off x="4367014" y="3141762"/>
            <a:ext cx="734387"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30735" name="Line 17"/>
          <p:cNvSpPr>
            <a:spLocks noChangeShapeType="1"/>
          </p:cNvSpPr>
          <p:nvPr/>
        </p:nvSpPr>
        <p:spPr bwMode="auto">
          <a:xfrm>
            <a:off x="4266106" y="2421682"/>
            <a:ext cx="704759"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cxnSp>
        <p:nvCxnSpPr>
          <p:cNvPr id="8" name="直接箭头连接符 7"/>
          <p:cNvCxnSpPr/>
          <p:nvPr/>
        </p:nvCxnSpPr>
        <p:spPr>
          <a:xfrm>
            <a:off x="4970865" y="2061642"/>
            <a:ext cx="0" cy="412998"/>
          </a:xfrm>
          <a:prstGeom prst="straightConnector1">
            <a:avLst/>
          </a:prstGeom>
          <a:ln w="381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a:off x="5179258" y="2061642"/>
            <a:ext cx="0" cy="1080120"/>
          </a:xfrm>
          <a:prstGeom prst="straightConnector1">
            <a:avLst/>
          </a:prstGeom>
          <a:ln w="381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H="1">
            <a:off x="5338938" y="2061642"/>
            <a:ext cx="2110" cy="1847344"/>
          </a:xfrm>
          <a:prstGeom prst="straightConnector1">
            <a:avLst/>
          </a:prstGeom>
          <a:ln w="381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endCxn id="26" idx="0"/>
          </p:cNvCxnSpPr>
          <p:nvPr/>
        </p:nvCxnSpPr>
        <p:spPr>
          <a:xfrm flipH="1">
            <a:off x="5500262" y="2061642"/>
            <a:ext cx="18880" cy="2510755"/>
          </a:xfrm>
          <a:prstGeom prst="straightConnector1">
            <a:avLst/>
          </a:prstGeom>
          <a:ln w="381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5682208" y="2061642"/>
            <a:ext cx="0" cy="3312368"/>
          </a:xfrm>
          <a:prstGeom prst="straightConnector1">
            <a:avLst/>
          </a:prstGeom>
          <a:ln w="381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740818" y="1671985"/>
            <a:ext cx="1733167" cy="461665"/>
          </a:xfrm>
          <a:prstGeom prst="rect">
            <a:avLst/>
          </a:prstGeom>
          <a:noFill/>
        </p:spPr>
        <p:txBody>
          <a:bodyPr wrap="none" rtlCol="0">
            <a:spAutoFit/>
          </a:bodyPr>
          <a:lstStyle/>
          <a:p>
            <a:r>
              <a:rPr kumimoji="1" lang="en-US" altLang="zh-CN" sz="2400" b="1" i="1" dirty="0">
                <a:solidFill>
                  <a:srgbClr val="111111"/>
                </a:solidFill>
                <a:latin typeface="微软雅黑" pitchFamily="34" charset="-122"/>
                <a:ea typeface="微软雅黑" pitchFamily="34" charset="-122"/>
              </a:rPr>
              <a:t>P </a:t>
            </a:r>
            <a:r>
              <a:rPr kumimoji="1" lang="en-US" altLang="zh-CN" sz="2400" b="1" dirty="0">
                <a:solidFill>
                  <a:srgbClr val="111111"/>
                </a:solidFill>
                <a:latin typeface="微软雅黑" pitchFamily="34" charset="-122"/>
                <a:ea typeface="微软雅黑" pitchFamily="34" charset="-122"/>
              </a:rPr>
              <a:t>(</a:t>
            </a:r>
            <a:r>
              <a:rPr kumimoji="1" lang="zh-CN" altLang="zh-CN" sz="2400" b="1" dirty="0">
                <a:solidFill>
                  <a:srgbClr val="111111"/>
                </a:solidFill>
                <a:latin typeface="微软雅黑" pitchFamily="34" charset="-122"/>
                <a:ea typeface="微软雅黑" pitchFamily="34" charset="-122"/>
              </a:rPr>
              <a:t>除数</a:t>
            </a:r>
            <a:r>
              <a:rPr kumimoji="1" lang="en-US" altLang="zh-CN" sz="2400" b="1" dirty="0">
                <a:solidFill>
                  <a:srgbClr val="111111"/>
                </a:solidFill>
                <a:latin typeface="微软雅黑" pitchFamily="34" charset="-122"/>
                <a:ea typeface="微软雅黑" pitchFamily="34" charset="-122"/>
              </a:rPr>
              <a:t>) →</a:t>
            </a:r>
            <a:endParaRPr lang="zh-CN" altLang="en-US" sz="2400" b="1" dirty="0">
              <a:latin typeface="微软雅黑" pitchFamily="34" charset="-122"/>
              <a:ea typeface="微软雅黑" pitchFamily="34" charset="-122"/>
            </a:endParaRPr>
          </a:p>
        </p:txBody>
      </p:sp>
      <p:sp>
        <p:nvSpPr>
          <p:cNvPr id="7" name="TextBox 6"/>
          <p:cNvSpPr txBox="1"/>
          <p:nvPr/>
        </p:nvSpPr>
        <p:spPr>
          <a:xfrm>
            <a:off x="5807174" y="1671985"/>
            <a:ext cx="1728192" cy="461665"/>
          </a:xfrm>
          <a:prstGeom prst="rect">
            <a:avLst/>
          </a:prstGeom>
          <a:noFill/>
        </p:spPr>
        <p:txBody>
          <a:bodyPr wrap="square" rtlCol="0">
            <a:spAutoFit/>
          </a:bodyPr>
          <a:lstStyle/>
          <a:p>
            <a:r>
              <a:rPr kumimoji="1" lang="en-US" altLang="zh-CN" sz="2400" b="1" dirty="0">
                <a:solidFill>
                  <a:srgbClr val="111111"/>
                </a:solidFill>
                <a:latin typeface="微软雅黑" pitchFamily="34" charset="-122"/>
                <a:ea typeface="微软雅黑" pitchFamily="34" charset="-122"/>
              </a:rPr>
              <a:t>← </a:t>
            </a:r>
            <a:r>
              <a:rPr kumimoji="1" lang="zh-CN" altLang="en-US" sz="2400" b="1" dirty="0">
                <a:solidFill>
                  <a:srgbClr val="111111"/>
                </a:solidFill>
                <a:latin typeface="微软雅黑" pitchFamily="34" charset="-122"/>
                <a:ea typeface="微软雅黑" pitchFamily="34" charset="-122"/>
              </a:rPr>
              <a:t>被除数</a:t>
            </a:r>
            <a:endParaRPr lang="zh-CN" altLang="en-US" sz="2400" b="1" dirty="0">
              <a:latin typeface="微软雅黑" pitchFamily="34" charset="-122"/>
              <a:ea typeface="微软雅黑" pitchFamily="34" charset="-122"/>
            </a:endParaRPr>
          </a:p>
        </p:txBody>
      </p:sp>
      <p:sp>
        <p:nvSpPr>
          <p:cNvPr id="9" name="TextBox 8"/>
          <p:cNvSpPr txBox="1"/>
          <p:nvPr/>
        </p:nvSpPr>
        <p:spPr>
          <a:xfrm>
            <a:off x="5171112" y="1639119"/>
            <a:ext cx="699230" cy="461665"/>
          </a:xfrm>
          <a:prstGeom prst="rect">
            <a:avLst/>
          </a:prstGeom>
          <a:noFill/>
        </p:spPr>
        <p:txBody>
          <a:bodyPr wrap="none" rtlCol="0">
            <a:spAutoFit/>
          </a:bodyPr>
          <a:lstStyle/>
          <a:p>
            <a:r>
              <a:rPr kumimoji="1" lang="en-US" altLang="zh-CN" sz="2400" b="1" dirty="0">
                <a:solidFill>
                  <a:srgbClr val="FF0000"/>
                </a:solidFill>
              </a:rPr>
              <a:t>000</a:t>
            </a:r>
            <a:endParaRPr lang="zh-CN" altLang="en-US" sz="2400" b="1" dirty="0"/>
          </a:p>
        </p:txBody>
      </p:sp>
      <p:sp>
        <p:nvSpPr>
          <p:cNvPr id="11" name="TextBox 10"/>
          <p:cNvSpPr txBox="1"/>
          <p:nvPr/>
        </p:nvSpPr>
        <p:spPr>
          <a:xfrm>
            <a:off x="4620798" y="1298129"/>
            <a:ext cx="356188" cy="461665"/>
          </a:xfrm>
          <a:prstGeom prst="rect">
            <a:avLst/>
          </a:prstGeom>
          <a:noFill/>
        </p:spPr>
        <p:txBody>
          <a:bodyPr wrap="none" rtlCol="0">
            <a:spAutoFit/>
          </a:bodyPr>
          <a:lstStyle/>
          <a:p>
            <a:r>
              <a:rPr kumimoji="1" lang="en-US" altLang="zh-CN" sz="2400" b="1" dirty="0" smtClean="0">
                <a:solidFill>
                  <a:srgbClr val="111111"/>
                </a:solidFill>
              </a:rPr>
              <a:t>1</a:t>
            </a:r>
            <a:endParaRPr lang="zh-CN" altLang="en-US" sz="2400" b="1" dirty="0"/>
          </a:p>
        </p:txBody>
      </p:sp>
      <p:sp>
        <p:nvSpPr>
          <p:cNvPr id="15" name="TextBox 14"/>
          <p:cNvSpPr txBox="1"/>
          <p:nvPr/>
        </p:nvSpPr>
        <p:spPr>
          <a:xfrm>
            <a:off x="4799062" y="2374057"/>
            <a:ext cx="356188" cy="461665"/>
          </a:xfrm>
          <a:prstGeom prst="rect">
            <a:avLst/>
          </a:prstGeom>
          <a:noFill/>
        </p:spPr>
        <p:txBody>
          <a:bodyPr wrap="none" rtlCol="0">
            <a:spAutoFit/>
          </a:bodyPr>
          <a:lstStyle/>
          <a:p>
            <a:r>
              <a:rPr kumimoji="1" lang="en-US" altLang="zh-CN" sz="2400" b="1" dirty="0">
                <a:solidFill>
                  <a:srgbClr val="111111"/>
                </a:solidFill>
              </a:rPr>
              <a:t>0</a:t>
            </a:r>
            <a:endParaRPr lang="zh-CN" altLang="en-US" sz="2400" b="1" dirty="0"/>
          </a:p>
        </p:txBody>
      </p:sp>
      <p:sp>
        <p:nvSpPr>
          <p:cNvPr id="27" name="TextBox 26"/>
          <p:cNvSpPr txBox="1"/>
          <p:nvPr/>
        </p:nvSpPr>
        <p:spPr>
          <a:xfrm>
            <a:off x="4792248" y="1298129"/>
            <a:ext cx="356188" cy="461665"/>
          </a:xfrm>
          <a:prstGeom prst="rect">
            <a:avLst/>
          </a:prstGeom>
          <a:noFill/>
        </p:spPr>
        <p:txBody>
          <a:bodyPr wrap="none" rtlCol="0">
            <a:spAutoFit/>
          </a:bodyPr>
          <a:lstStyle/>
          <a:p>
            <a:r>
              <a:rPr kumimoji="1" lang="en-US" altLang="zh-CN" sz="2400" b="1" dirty="0" smtClean="0">
                <a:solidFill>
                  <a:srgbClr val="111111"/>
                </a:solidFill>
              </a:rPr>
              <a:t>1</a:t>
            </a:r>
            <a:endParaRPr lang="zh-CN" altLang="en-US" sz="2400" b="1" dirty="0"/>
          </a:p>
        </p:txBody>
      </p:sp>
      <p:sp>
        <p:nvSpPr>
          <p:cNvPr id="19" name="TextBox 18"/>
          <p:cNvSpPr txBox="1"/>
          <p:nvPr/>
        </p:nvSpPr>
        <p:spPr>
          <a:xfrm>
            <a:off x="4952603" y="3102620"/>
            <a:ext cx="356188" cy="461665"/>
          </a:xfrm>
          <a:prstGeom prst="rect">
            <a:avLst/>
          </a:prstGeom>
          <a:noFill/>
        </p:spPr>
        <p:txBody>
          <a:bodyPr wrap="none" rtlCol="0">
            <a:spAutoFit/>
          </a:bodyPr>
          <a:lstStyle/>
          <a:p>
            <a:r>
              <a:rPr kumimoji="1" lang="en-US" altLang="zh-CN" sz="2400" b="1" dirty="0">
                <a:solidFill>
                  <a:srgbClr val="111111"/>
                </a:solidFill>
              </a:rPr>
              <a:t>1</a:t>
            </a:r>
            <a:endParaRPr lang="zh-CN" altLang="en-US" sz="2400" b="1" dirty="0"/>
          </a:p>
        </p:txBody>
      </p:sp>
      <p:sp>
        <p:nvSpPr>
          <p:cNvPr id="31" name="TextBox 30"/>
          <p:cNvSpPr txBox="1"/>
          <p:nvPr/>
        </p:nvSpPr>
        <p:spPr>
          <a:xfrm>
            <a:off x="4982748" y="1292895"/>
            <a:ext cx="356188" cy="461665"/>
          </a:xfrm>
          <a:prstGeom prst="rect">
            <a:avLst/>
          </a:prstGeom>
          <a:noFill/>
        </p:spPr>
        <p:txBody>
          <a:bodyPr wrap="none" rtlCol="0">
            <a:spAutoFit/>
          </a:bodyPr>
          <a:lstStyle/>
          <a:p>
            <a:r>
              <a:rPr kumimoji="1" lang="en-US" altLang="zh-CN" sz="2400" b="1" dirty="0">
                <a:solidFill>
                  <a:srgbClr val="111111"/>
                </a:solidFill>
              </a:rPr>
              <a:t>0</a:t>
            </a:r>
            <a:endParaRPr lang="zh-CN" altLang="en-US" sz="2400" b="1" dirty="0"/>
          </a:p>
        </p:txBody>
      </p:sp>
      <p:sp>
        <p:nvSpPr>
          <p:cNvPr id="21" name="TextBox 20"/>
          <p:cNvSpPr txBox="1"/>
          <p:nvPr/>
        </p:nvSpPr>
        <p:spPr>
          <a:xfrm>
            <a:off x="5159102" y="3842792"/>
            <a:ext cx="356188" cy="461665"/>
          </a:xfrm>
          <a:prstGeom prst="rect">
            <a:avLst/>
          </a:prstGeom>
          <a:noFill/>
        </p:spPr>
        <p:txBody>
          <a:bodyPr wrap="none" rtlCol="0">
            <a:spAutoFit/>
          </a:bodyPr>
          <a:lstStyle/>
          <a:p>
            <a:r>
              <a:rPr kumimoji="1" lang="en-US" altLang="zh-CN" sz="2400" b="1" dirty="0">
                <a:solidFill>
                  <a:srgbClr val="111111"/>
                </a:solidFill>
              </a:rPr>
              <a:t>0</a:t>
            </a:r>
            <a:endParaRPr lang="zh-CN" altLang="en-US" sz="2400" b="1" dirty="0"/>
          </a:p>
        </p:txBody>
      </p:sp>
      <p:sp>
        <p:nvSpPr>
          <p:cNvPr id="37" name="TextBox 36"/>
          <p:cNvSpPr txBox="1"/>
          <p:nvPr/>
        </p:nvSpPr>
        <p:spPr>
          <a:xfrm>
            <a:off x="5162954" y="1292895"/>
            <a:ext cx="356188" cy="461665"/>
          </a:xfrm>
          <a:prstGeom prst="rect">
            <a:avLst/>
          </a:prstGeom>
          <a:noFill/>
        </p:spPr>
        <p:txBody>
          <a:bodyPr wrap="none" rtlCol="0">
            <a:spAutoFit/>
          </a:bodyPr>
          <a:lstStyle/>
          <a:p>
            <a:r>
              <a:rPr kumimoji="1" lang="en-US" altLang="zh-CN" sz="2400" b="1" dirty="0" smtClean="0">
                <a:solidFill>
                  <a:srgbClr val="111111"/>
                </a:solidFill>
              </a:rPr>
              <a:t>1</a:t>
            </a:r>
            <a:endParaRPr lang="zh-CN" altLang="en-US" sz="2400" b="1" dirty="0"/>
          </a:p>
        </p:txBody>
      </p:sp>
      <p:sp>
        <p:nvSpPr>
          <p:cNvPr id="26" name="TextBox 25"/>
          <p:cNvSpPr txBox="1"/>
          <p:nvPr/>
        </p:nvSpPr>
        <p:spPr>
          <a:xfrm>
            <a:off x="5322168" y="4572397"/>
            <a:ext cx="356188" cy="461665"/>
          </a:xfrm>
          <a:prstGeom prst="rect">
            <a:avLst/>
          </a:prstGeom>
          <a:noFill/>
        </p:spPr>
        <p:txBody>
          <a:bodyPr wrap="none" rtlCol="0">
            <a:spAutoFit/>
          </a:bodyPr>
          <a:lstStyle/>
          <a:p>
            <a:r>
              <a:rPr kumimoji="1" lang="en-US" altLang="zh-CN" sz="2400" b="1" dirty="0">
                <a:solidFill>
                  <a:srgbClr val="111111"/>
                </a:solidFill>
              </a:rPr>
              <a:t>0</a:t>
            </a:r>
            <a:endParaRPr lang="zh-CN" altLang="en-US" sz="2400" b="1" dirty="0"/>
          </a:p>
        </p:txBody>
      </p:sp>
      <p:sp>
        <p:nvSpPr>
          <p:cNvPr id="42" name="TextBox 41"/>
          <p:cNvSpPr txBox="1"/>
          <p:nvPr/>
        </p:nvSpPr>
        <p:spPr>
          <a:xfrm>
            <a:off x="5350403" y="1292895"/>
            <a:ext cx="356188" cy="461665"/>
          </a:xfrm>
          <a:prstGeom prst="rect">
            <a:avLst/>
          </a:prstGeom>
          <a:noFill/>
        </p:spPr>
        <p:txBody>
          <a:bodyPr wrap="none" rtlCol="0">
            <a:spAutoFit/>
          </a:bodyPr>
          <a:lstStyle/>
          <a:p>
            <a:r>
              <a:rPr kumimoji="1" lang="en-US" altLang="zh-CN" sz="2400" b="1" dirty="0">
                <a:solidFill>
                  <a:srgbClr val="111111"/>
                </a:solidFill>
              </a:rPr>
              <a:t>0</a:t>
            </a:r>
            <a:endParaRPr lang="zh-CN" altLang="en-US" sz="2400" b="1" dirty="0"/>
          </a:p>
        </p:txBody>
      </p:sp>
      <p:sp>
        <p:nvSpPr>
          <p:cNvPr id="30726" name="TextBox 30725"/>
          <p:cNvSpPr txBox="1"/>
          <p:nvPr/>
        </p:nvSpPr>
        <p:spPr>
          <a:xfrm>
            <a:off x="5500092" y="5302002"/>
            <a:ext cx="356188" cy="461665"/>
          </a:xfrm>
          <a:prstGeom prst="rect">
            <a:avLst/>
          </a:prstGeom>
          <a:noFill/>
        </p:spPr>
        <p:txBody>
          <a:bodyPr wrap="none" rtlCol="0">
            <a:spAutoFit/>
          </a:bodyPr>
          <a:lstStyle/>
          <a:p>
            <a:r>
              <a:rPr kumimoji="1" lang="en-US" altLang="zh-CN" sz="2400" b="1" dirty="0">
                <a:solidFill>
                  <a:srgbClr val="111111"/>
                </a:solidFill>
              </a:rPr>
              <a:t>0</a:t>
            </a:r>
            <a:endParaRPr lang="zh-CN" altLang="en-US" sz="2400" b="1" dirty="0"/>
          </a:p>
        </p:txBody>
      </p:sp>
      <p:sp>
        <p:nvSpPr>
          <p:cNvPr id="47" name="TextBox 46"/>
          <p:cNvSpPr txBox="1"/>
          <p:nvPr/>
        </p:nvSpPr>
        <p:spPr>
          <a:xfrm>
            <a:off x="5513469" y="1288604"/>
            <a:ext cx="356188" cy="461665"/>
          </a:xfrm>
          <a:prstGeom prst="rect">
            <a:avLst/>
          </a:prstGeom>
          <a:noFill/>
        </p:spPr>
        <p:txBody>
          <a:bodyPr wrap="none" rtlCol="0">
            <a:spAutoFit/>
          </a:bodyPr>
          <a:lstStyle/>
          <a:p>
            <a:r>
              <a:rPr kumimoji="1" lang="en-US" altLang="zh-CN" sz="2400" b="1" dirty="0" smtClean="0">
                <a:solidFill>
                  <a:srgbClr val="111111"/>
                </a:solidFill>
              </a:rPr>
              <a:t>1</a:t>
            </a:r>
            <a:endParaRPr lang="zh-CN" altLang="en-US" sz="2400" b="1" dirty="0"/>
          </a:p>
        </p:txBody>
      </p:sp>
      <p:sp>
        <p:nvSpPr>
          <p:cNvPr id="30727" name="TextBox 30726"/>
          <p:cNvSpPr txBox="1"/>
          <p:nvPr/>
        </p:nvSpPr>
        <p:spPr>
          <a:xfrm>
            <a:off x="5951190" y="6064473"/>
            <a:ext cx="3337773" cy="461665"/>
          </a:xfrm>
          <a:prstGeom prst="rect">
            <a:avLst/>
          </a:prstGeom>
          <a:noFill/>
        </p:spPr>
        <p:txBody>
          <a:bodyPr wrap="none" rtlCol="0">
            <a:spAutoFit/>
          </a:bodyPr>
          <a:lstStyle/>
          <a:p>
            <a:r>
              <a:rPr kumimoji="1" lang="en-US" altLang="zh-CN" sz="2400" b="1" dirty="0">
                <a:solidFill>
                  <a:srgbClr val="111111"/>
                </a:solidFill>
                <a:latin typeface="微软雅黑" pitchFamily="34" charset="-122"/>
                <a:ea typeface="微软雅黑" pitchFamily="34" charset="-122"/>
              </a:rPr>
              <a:t>← </a:t>
            </a:r>
            <a:r>
              <a:rPr kumimoji="1" lang="en-US" altLang="zh-CN" sz="2400" b="1" i="1" dirty="0">
                <a:solidFill>
                  <a:srgbClr val="111111"/>
                </a:solidFill>
                <a:latin typeface="微软雅黑" pitchFamily="34" charset="-122"/>
                <a:ea typeface="微软雅黑" pitchFamily="34" charset="-122"/>
              </a:rPr>
              <a:t>R</a:t>
            </a:r>
            <a:r>
              <a:rPr kumimoji="1" lang="en-US" altLang="zh-CN" sz="2400" b="1" dirty="0">
                <a:solidFill>
                  <a:srgbClr val="111111"/>
                </a:solidFill>
                <a:latin typeface="微软雅黑" pitchFamily="34" charset="-122"/>
                <a:ea typeface="微软雅黑" pitchFamily="34" charset="-122"/>
              </a:rPr>
              <a:t> (</a:t>
            </a:r>
            <a:r>
              <a:rPr kumimoji="1" lang="zh-CN" altLang="en-US" sz="2400" b="1" dirty="0">
                <a:solidFill>
                  <a:srgbClr val="111111"/>
                </a:solidFill>
                <a:latin typeface="微软雅黑" pitchFamily="34" charset="-122"/>
                <a:ea typeface="微软雅黑" pitchFamily="34" charset="-122"/>
              </a:rPr>
              <a:t>余数</a:t>
            </a:r>
            <a:r>
              <a:rPr kumimoji="1" lang="en-US" altLang="zh-CN" sz="2400" b="1" dirty="0">
                <a:solidFill>
                  <a:srgbClr val="111111"/>
                </a:solidFill>
                <a:latin typeface="微软雅黑" pitchFamily="34" charset="-122"/>
                <a:ea typeface="微软雅黑" pitchFamily="34" charset="-122"/>
              </a:rPr>
              <a:t>)</a:t>
            </a:r>
            <a:r>
              <a:rPr kumimoji="1" lang="zh-CN" altLang="en-US" sz="2400" b="1" dirty="0">
                <a:solidFill>
                  <a:srgbClr val="111111"/>
                </a:solidFill>
                <a:latin typeface="微软雅黑" pitchFamily="34" charset="-122"/>
                <a:ea typeface="微软雅黑" pitchFamily="34" charset="-122"/>
              </a:rPr>
              <a:t>，作为 </a:t>
            </a:r>
            <a:r>
              <a:rPr kumimoji="1" lang="en-US" altLang="zh-CN" sz="2400" b="1" dirty="0">
                <a:solidFill>
                  <a:srgbClr val="111111"/>
                </a:solidFill>
                <a:latin typeface="微软雅黑" pitchFamily="34" charset="-122"/>
                <a:ea typeface="微软雅黑" pitchFamily="34" charset="-122"/>
              </a:rPr>
              <a:t>FCS</a:t>
            </a:r>
            <a:endParaRPr lang="zh-CN" altLang="en-US" sz="2400" b="1" dirty="0">
              <a:latin typeface="微软雅黑" pitchFamily="34" charset="-122"/>
              <a:ea typeface="微软雅黑" pitchFamily="34" charset="-122"/>
            </a:endParaRPr>
          </a:p>
        </p:txBody>
      </p:sp>
    </p:spTree>
    <p:extLst>
      <p:ext uri="{BB962C8B-B14F-4D97-AF65-F5344CB8AC3E}">
        <p14:creationId xmlns:p14="http://schemas.microsoft.com/office/powerpoint/2010/main" val="35761827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par>
                          <p:cTn id="23" fill="hold">
                            <p:stCondLst>
                              <p:cond delay="500"/>
                            </p:stCondLst>
                            <p:childTnLst>
                              <p:par>
                                <p:cTn id="24" presetID="10" presetClass="entr" presetSubtype="0" fill="hold" nodeType="afterEffect">
                                  <p:stCondLst>
                                    <p:cond delay="0"/>
                                  </p:stCondLst>
                                  <p:childTnLst>
                                    <p:set>
                                      <p:cBhvr>
                                        <p:cTn id="25" dur="1" fill="hold">
                                          <p:stCondLst>
                                            <p:cond delay="0"/>
                                          </p:stCondLst>
                                        </p:cTn>
                                        <p:tgtEl>
                                          <p:spTgt spid="30723">
                                            <p:txEl>
                                              <p:pRg st="2" end="2"/>
                                            </p:txEl>
                                          </p:spTgt>
                                        </p:tgtEl>
                                        <p:attrNameLst>
                                          <p:attrName>style.visibility</p:attrName>
                                        </p:attrNameLst>
                                      </p:cBhvr>
                                      <p:to>
                                        <p:strVal val="visible"/>
                                      </p:to>
                                    </p:set>
                                    <p:animEffect transition="in" filter="fade">
                                      <p:cBhvr>
                                        <p:cTn id="26" dur="500"/>
                                        <p:tgtEl>
                                          <p:spTgt spid="30723">
                                            <p:txEl>
                                              <p:pRg st="2" end="2"/>
                                            </p:txEl>
                                          </p:spTgt>
                                        </p:tgtEl>
                                      </p:cBhvr>
                                    </p:animEffect>
                                  </p:childTnLst>
                                </p:cTn>
                              </p:par>
                            </p:childTnLst>
                          </p:cTn>
                        </p:par>
                        <p:par>
                          <p:cTn id="27" fill="hold">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30735"/>
                                        </p:tgtEl>
                                        <p:attrNameLst>
                                          <p:attrName>style.visibility</p:attrName>
                                        </p:attrNameLst>
                                      </p:cBhvr>
                                      <p:to>
                                        <p:strVal val="visible"/>
                                      </p:to>
                                    </p:set>
                                    <p:animEffect transition="in" filter="wipe(left)">
                                      <p:cBhvr>
                                        <p:cTn id="30" dur="500"/>
                                        <p:tgtEl>
                                          <p:spTgt spid="30735"/>
                                        </p:tgtEl>
                                      </p:cBhvr>
                                    </p:animEffect>
                                  </p:childTnLst>
                                </p:cTn>
                              </p:par>
                            </p:childTnLst>
                          </p:cTn>
                        </p:par>
                        <p:par>
                          <p:cTn id="31" fill="hold">
                            <p:stCondLst>
                              <p:cond delay="1500"/>
                            </p:stCondLst>
                            <p:childTnLst>
                              <p:par>
                                <p:cTn id="32" presetID="10" presetClass="entr" presetSubtype="0" fill="hold" nodeType="afterEffect">
                                  <p:stCondLst>
                                    <p:cond delay="0"/>
                                  </p:stCondLst>
                                  <p:childTnLst>
                                    <p:set>
                                      <p:cBhvr>
                                        <p:cTn id="33" dur="1" fill="hold">
                                          <p:stCondLst>
                                            <p:cond delay="0"/>
                                          </p:stCondLst>
                                        </p:cTn>
                                        <p:tgtEl>
                                          <p:spTgt spid="30723">
                                            <p:txEl>
                                              <p:pRg st="3" end="3"/>
                                            </p:txEl>
                                          </p:spTgt>
                                        </p:tgtEl>
                                        <p:attrNameLst>
                                          <p:attrName>style.visibility</p:attrName>
                                        </p:attrNameLst>
                                      </p:cBhvr>
                                      <p:to>
                                        <p:strVal val="visible"/>
                                      </p:to>
                                    </p:set>
                                    <p:animEffect transition="in" filter="fade">
                                      <p:cBhvr>
                                        <p:cTn id="34" dur="500"/>
                                        <p:tgtEl>
                                          <p:spTgt spid="30723">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wipe(up)">
                                      <p:cBhvr>
                                        <p:cTn id="39" dur="500"/>
                                        <p:tgtEl>
                                          <p:spTgt spid="8"/>
                                        </p:tgtEl>
                                      </p:cBhvr>
                                    </p:animEffect>
                                  </p:childTnLst>
                                </p:cTn>
                              </p:par>
                            </p:childTnLst>
                          </p:cTn>
                        </p:par>
                        <p:par>
                          <p:cTn id="40" fill="hold">
                            <p:stCondLst>
                              <p:cond delay="500"/>
                            </p:stCondLst>
                            <p:childTnLst>
                              <p:par>
                                <p:cTn id="41" presetID="10" presetClass="entr" presetSubtype="0" fill="hold" grpId="0" nodeType="after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fade">
                                      <p:cBhvr>
                                        <p:cTn id="48" dur="500"/>
                                        <p:tgtEl>
                                          <p:spTgt spid="27"/>
                                        </p:tgtEl>
                                      </p:cBhvr>
                                    </p:animEffect>
                                  </p:childTnLst>
                                </p:cTn>
                              </p:par>
                            </p:childTnLst>
                          </p:cTn>
                        </p:par>
                        <p:par>
                          <p:cTn id="49" fill="hold">
                            <p:stCondLst>
                              <p:cond delay="500"/>
                            </p:stCondLst>
                            <p:childTnLst>
                              <p:par>
                                <p:cTn id="50" presetID="10" presetClass="entr" presetSubtype="0" fill="hold" nodeType="afterEffect">
                                  <p:stCondLst>
                                    <p:cond delay="0"/>
                                  </p:stCondLst>
                                  <p:childTnLst>
                                    <p:set>
                                      <p:cBhvr>
                                        <p:cTn id="51" dur="1" fill="hold">
                                          <p:stCondLst>
                                            <p:cond delay="0"/>
                                          </p:stCondLst>
                                        </p:cTn>
                                        <p:tgtEl>
                                          <p:spTgt spid="30723">
                                            <p:txEl>
                                              <p:pRg st="4" end="4"/>
                                            </p:txEl>
                                          </p:spTgt>
                                        </p:tgtEl>
                                        <p:attrNameLst>
                                          <p:attrName>style.visibility</p:attrName>
                                        </p:attrNameLst>
                                      </p:cBhvr>
                                      <p:to>
                                        <p:strVal val="visible"/>
                                      </p:to>
                                    </p:set>
                                    <p:animEffect transition="in" filter="fade">
                                      <p:cBhvr>
                                        <p:cTn id="52" dur="500"/>
                                        <p:tgtEl>
                                          <p:spTgt spid="30723">
                                            <p:txEl>
                                              <p:pRg st="4" end="4"/>
                                            </p:txEl>
                                          </p:spTgt>
                                        </p:tgtEl>
                                      </p:cBhvr>
                                    </p:animEffect>
                                  </p:childTnLst>
                                </p:cTn>
                              </p:par>
                            </p:childTnLst>
                          </p:cTn>
                        </p:par>
                        <p:par>
                          <p:cTn id="53" fill="hold">
                            <p:stCondLst>
                              <p:cond delay="1000"/>
                            </p:stCondLst>
                            <p:childTnLst>
                              <p:par>
                                <p:cTn id="54" presetID="22" presetClass="entr" presetSubtype="8" fill="hold" grpId="0" nodeType="afterEffect">
                                  <p:stCondLst>
                                    <p:cond delay="0"/>
                                  </p:stCondLst>
                                  <p:childTnLst>
                                    <p:set>
                                      <p:cBhvr>
                                        <p:cTn id="55" dur="1" fill="hold">
                                          <p:stCondLst>
                                            <p:cond delay="0"/>
                                          </p:stCondLst>
                                        </p:cTn>
                                        <p:tgtEl>
                                          <p:spTgt spid="30734"/>
                                        </p:tgtEl>
                                        <p:attrNameLst>
                                          <p:attrName>style.visibility</p:attrName>
                                        </p:attrNameLst>
                                      </p:cBhvr>
                                      <p:to>
                                        <p:strVal val="visible"/>
                                      </p:to>
                                    </p:set>
                                    <p:animEffect transition="in" filter="wipe(left)">
                                      <p:cBhvr>
                                        <p:cTn id="56" dur="500"/>
                                        <p:tgtEl>
                                          <p:spTgt spid="30734"/>
                                        </p:tgtEl>
                                      </p:cBhvr>
                                    </p:animEffect>
                                  </p:childTnLst>
                                </p:cTn>
                              </p:par>
                            </p:childTnLst>
                          </p:cTn>
                        </p:par>
                        <p:par>
                          <p:cTn id="57" fill="hold">
                            <p:stCondLst>
                              <p:cond delay="1500"/>
                            </p:stCondLst>
                            <p:childTnLst>
                              <p:par>
                                <p:cTn id="58" presetID="10" presetClass="entr" presetSubtype="0" fill="hold" nodeType="afterEffect">
                                  <p:stCondLst>
                                    <p:cond delay="0"/>
                                  </p:stCondLst>
                                  <p:childTnLst>
                                    <p:set>
                                      <p:cBhvr>
                                        <p:cTn id="59" dur="1" fill="hold">
                                          <p:stCondLst>
                                            <p:cond delay="0"/>
                                          </p:stCondLst>
                                        </p:cTn>
                                        <p:tgtEl>
                                          <p:spTgt spid="30723">
                                            <p:txEl>
                                              <p:pRg st="5" end="5"/>
                                            </p:txEl>
                                          </p:spTgt>
                                        </p:tgtEl>
                                        <p:attrNameLst>
                                          <p:attrName>style.visibility</p:attrName>
                                        </p:attrNameLst>
                                      </p:cBhvr>
                                      <p:to>
                                        <p:strVal val="visible"/>
                                      </p:to>
                                    </p:set>
                                    <p:animEffect transition="in" filter="fade">
                                      <p:cBhvr>
                                        <p:cTn id="60" dur="500"/>
                                        <p:tgtEl>
                                          <p:spTgt spid="30723">
                                            <p:txEl>
                                              <p:pRg st="5" end="5"/>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nodeType="clickEffect">
                                  <p:stCondLst>
                                    <p:cond delay="0"/>
                                  </p:stCondLst>
                                  <p:childTnLst>
                                    <p:set>
                                      <p:cBhvr>
                                        <p:cTn id="64" dur="1" fill="hold">
                                          <p:stCondLst>
                                            <p:cond delay="0"/>
                                          </p:stCondLst>
                                        </p:cTn>
                                        <p:tgtEl>
                                          <p:spTgt spid="10"/>
                                        </p:tgtEl>
                                        <p:attrNameLst>
                                          <p:attrName>style.visibility</p:attrName>
                                        </p:attrNameLst>
                                      </p:cBhvr>
                                      <p:to>
                                        <p:strVal val="visible"/>
                                      </p:to>
                                    </p:set>
                                    <p:animEffect transition="in" filter="wipe(up)">
                                      <p:cBhvr>
                                        <p:cTn id="65" dur="500"/>
                                        <p:tgtEl>
                                          <p:spTgt spid="10"/>
                                        </p:tgtEl>
                                      </p:cBhvr>
                                    </p:animEffect>
                                  </p:childTnLst>
                                </p:cTn>
                              </p:par>
                            </p:childTnLst>
                          </p:cTn>
                        </p:par>
                        <p:par>
                          <p:cTn id="66" fill="hold">
                            <p:stCondLst>
                              <p:cond delay="500"/>
                            </p:stCondLst>
                            <p:childTnLst>
                              <p:par>
                                <p:cTn id="67" presetID="10" presetClass="entr" presetSubtype="0" fill="hold" grpId="0" nodeType="afterEffect">
                                  <p:stCondLst>
                                    <p:cond delay="0"/>
                                  </p:stCondLst>
                                  <p:childTnLst>
                                    <p:set>
                                      <p:cBhvr>
                                        <p:cTn id="68" dur="1" fill="hold">
                                          <p:stCondLst>
                                            <p:cond delay="0"/>
                                          </p:stCondLst>
                                        </p:cTn>
                                        <p:tgtEl>
                                          <p:spTgt spid="19"/>
                                        </p:tgtEl>
                                        <p:attrNameLst>
                                          <p:attrName>style.visibility</p:attrName>
                                        </p:attrNameLst>
                                      </p:cBhvr>
                                      <p:to>
                                        <p:strVal val="visible"/>
                                      </p:to>
                                    </p:set>
                                    <p:animEffect transition="in" filter="fade">
                                      <p:cBhvr>
                                        <p:cTn id="69" dur="500"/>
                                        <p:tgtEl>
                                          <p:spTgt spid="19"/>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31"/>
                                        </p:tgtEl>
                                        <p:attrNameLst>
                                          <p:attrName>style.visibility</p:attrName>
                                        </p:attrNameLst>
                                      </p:cBhvr>
                                      <p:to>
                                        <p:strVal val="visible"/>
                                      </p:to>
                                    </p:set>
                                    <p:animEffect transition="in" filter="fade">
                                      <p:cBhvr>
                                        <p:cTn id="74" dur="500"/>
                                        <p:tgtEl>
                                          <p:spTgt spid="31"/>
                                        </p:tgtEl>
                                      </p:cBhvr>
                                    </p:animEffect>
                                  </p:childTnLst>
                                </p:cTn>
                              </p:par>
                            </p:childTnLst>
                          </p:cTn>
                        </p:par>
                        <p:par>
                          <p:cTn id="75" fill="hold">
                            <p:stCondLst>
                              <p:cond delay="500"/>
                            </p:stCondLst>
                            <p:childTnLst>
                              <p:par>
                                <p:cTn id="76" presetID="10" presetClass="entr" presetSubtype="0" fill="hold" nodeType="afterEffect">
                                  <p:stCondLst>
                                    <p:cond delay="0"/>
                                  </p:stCondLst>
                                  <p:childTnLst>
                                    <p:set>
                                      <p:cBhvr>
                                        <p:cTn id="77" dur="1" fill="hold">
                                          <p:stCondLst>
                                            <p:cond delay="0"/>
                                          </p:stCondLst>
                                        </p:cTn>
                                        <p:tgtEl>
                                          <p:spTgt spid="30723">
                                            <p:txEl>
                                              <p:pRg st="6" end="6"/>
                                            </p:txEl>
                                          </p:spTgt>
                                        </p:tgtEl>
                                        <p:attrNameLst>
                                          <p:attrName>style.visibility</p:attrName>
                                        </p:attrNameLst>
                                      </p:cBhvr>
                                      <p:to>
                                        <p:strVal val="visible"/>
                                      </p:to>
                                    </p:set>
                                    <p:animEffect transition="in" filter="fade">
                                      <p:cBhvr>
                                        <p:cTn id="78" dur="500"/>
                                        <p:tgtEl>
                                          <p:spTgt spid="30723">
                                            <p:txEl>
                                              <p:pRg st="6" end="6"/>
                                            </p:txEl>
                                          </p:spTgt>
                                        </p:tgtEl>
                                      </p:cBhvr>
                                    </p:animEffect>
                                  </p:childTnLst>
                                </p:cTn>
                              </p:par>
                            </p:childTnLst>
                          </p:cTn>
                        </p:par>
                        <p:par>
                          <p:cTn id="79" fill="hold">
                            <p:stCondLst>
                              <p:cond delay="1000"/>
                            </p:stCondLst>
                            <p:childTnLst>
                              <p:par>
                                <p:cTn id="80" presetID="22" presetClass="entr" presetSubtype="8" fill="hold" grpId="0" nodeType="afterEffect">
                                  <p:stCondLst>
                                    <p:cond delay="0"/>
                                  </p:stCondLst>
                                  <p:childTnLst>
                                    <p:set>
                                      <p:cBhvr>
                                        <p:cTn id="81" dur="1" fill="hold">
                                          <p:stCondLst>
                                            <p:cond delay="0"/>
                                          </p:stCondLst>
                                        </p:cTn>
                                        <p:tgtEl>
                                          <p:spTgt spid="30733"/>
                                        </p:tgtEl>
                                        <p:attrNameLst>
                                          <p:attrName>style.visibility</p:attrName>
                                        </p:attrNameLst>
                                      </p:cBhvr>
                                      <p:to>
                                        <p:strVal val="visible"/>
                                      </p:to>
                                    </p:set>
                                    <p:animEffect transition="in" filter="wipe(left)">
                                      <p:cBhvr>
                                        <p:cTn id="82" dur="500"/>
                                        <p:tgtEl>
                                          <p:spTgt spid="30733"/>
                                        </p:tgtEl>
                                      </p:cBhvr>
                                    </p:animEffect>
                                  </p:childTnLst>
                                </p:cTn>
                              </p:par>
                            </p:childTnLst>
                          </p:cTn>
                        </p:par>
                        <p:par>
                          <p:cTn id="83" fill="hold">
                            <p:stCondLst>
                              <p:cond delay="1500"/>
                            </p:stCondLst>
                            <p:childTnLst>
                              <p:par>
                                <p:cTn id="84" presetID="10" presetClass="entr" presetSubtype="0" fill="hold" nodeType="afterEffect">
                                  <p:stCondLst>
                                    <p:cond delay="0"/>
                                  </p:stCondLst>
                                  <p:childTnLst>
                                    <p:set>
                                      <p:cBhvr>
                                        <p:cTn id="85" dur="1" fill="hold">
                                          <p:stCondLst>
                                            <p:cond delay="0"/>
                                          </p:stCondLst>
                                        </p:cTn>
                                        <p:tgtEl>
                                          <p:spTgt spid="30723">
                                            <p:txEl>
                                              <p:pRg st="7" end="7"/>
                                            </p:txEl>
                                          </p:spTgt>
                                        </p:tgtEl>
                                        <p:attrNameLst>
                                          <p:attrName>style.visibility</p:attrName>
                                        </p:attrNameLst>
                                      </p:cBhvr>
                                      <p:to>
                                        <p:strVal val="visible"/>
                                      </p:to>
                                    </p:set>
                                    <p:animEffect transition="in" filter="fade">
                                      <p:cBhvr>
                                        <p:cTn id="86" dur="500"/>
                                        <p:tgtEl>
                                          <p:spTgt spid="30723">
                                            <p:txEl>
                                              <p:pRg st="7" end="7"/>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1" fill="hold" nodeType="clickEffect">
                                  <p:stCondLst>
                                    <p:cond delay="0"/>
                                  </p:stCondLst>
                                  <p:childTnLst>
                                    <p:set>
                                      <p:cBhvr>
                                        <p:cTn id="90" dur="1" fill="hold">
                                          <p:stCondLst>
                                            <p:cond delay="0"/>
                                          </p:stCondLst>
                                        </p:cTn>
                                        <p:tgtEl>
                                          <p:spTgt spid="12"/>
                                        </p:tgtEl>
                                        <p:attrNameLst>
                                          <p:attrName>style.visibility</p:attrName>
                                        </p:attrNameLst>
                                      </p:cBhvr>
                                      <p:to>
                                        <p:strVal val="visible"/>
                                      </p:to>
                                    </p:set>
                                    <p:animEffect transition="in" filter="wipe(up)">
                                      <p:cBhvr>
                                        <p:cTn id="91" dur="500"/>
                                        <p:tgtEl>
                                          <p:spTgt spid="12"/>
                                        </p:tgtEl>
                                      </p:cBhvr>
                                    </p:animEffect>
                                  </p:childTnLst>
                                </p:cTn>
                              </p:par>
                            </p:childTnLst>
                          </p:cTn>
                        </p:par>
                        <p:par>
                          <p:cTn id="92" fill="hold">
                            <p:stCondLst>
                              <p:cond delay="500"/>
                            </p:stCondLst>
                            <p:childTnLst>
                              <p:par>
                                <p:cTn id="93" presetID="10" presetClass="entr" presetSubtype="0" fill="hold" grpId="0" nodeType="afterEffect">
                                  <p:stCondLst>
                                    <p:cond delay="0"/>
                                  </p:stCondLst>
                                  <p:childTnLst>
                                    <p:set>
                                      <p:cBhvr>
                                        <p:cTn id="94" dur="1" fill="hold">
                                          <p:stCondLst>
                                            <p:cond delay="0"/>
                                          </p:stCondLst>
                                        </p:cTn>
                                        <p:tgtEl>
                                          <p:spTgt spid="21"/>
                                        </p:tgtEl>
                                        <p:attrNameLst>
                                          <p:attrName>style.visibility</p:attrName>
                                        </p:attrNameLst>
                                      </p:cBhvr>
                                      <p:to>
                                        <p:strVal val="visible"/>
                                      </p:to>
                                    </p:set>
                                    <p:animEffect transition="in" filter="fade">
                                      <p:cBhvr>
                                        <p:cTn id="95" dur="500"/>
                                        <p:tgtEl>
                                          <p:spTgt spid="21"/>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500"/>
                                        <p:tgtEl>
                                          <p:spTgt spid="37"/>
                                        </p:tgtEl>
                                      </p:cBhvr>
                                    </p:animEffect>
                                  </p:childTnLst>
                                </p:cTn>
                              </p:par>
                            </p:childTnLst>
                          </p:cTn>
                        </p:par>
                        <p:par>
                          <p:cTn id="101" fill="hold">
                            <p:stCondLst>
                              <p:cond delay="500"/>
                            </p:stCondLst>
                            <p:childTnLst>
                              <p:par>
                                <p:cTn id="102" presetID="10" presetClass="entr" presetSubtype="0" fill="hold" nodeType="afterEffect">
                                  <p:stCondLst>
                                    <p:cond delay="0"/>
                                  </p:stCondLst>
                                  <p:childTnLst>
                                    <p:set>
                                      <p:cBhvr>
                                        <p:cTn id="103" dur="1" fill="hold">
                                          <p:stCondLst>
                                            <p:cond delay="0"/>
                                          </p:stCondLst>
                                        </p:cTn>
                                        <p:tgtEl>
                                          <p:spTgt spid="30723">
                                            <p:txEl>
                                              <p:pRg st="8" end="8"/>
                                            </p:txEl>
                                          </p:spTgt>
                                        </p:tgtEl>
                                        <p:attrNameLst>
                                          <p:attrName>style.visibility</p:attrName>
                                        </p:attrNameLst>
                                      </p:cBhvr>
                                      <p:to>
                                        <p:strVal val="visible"/>
                                      </p:to>
                                    </p:set>
                                    <p:animEffect transition="in" filter="fade">
                                      <p:cBhvr>
                                        <p:cTn id="104" dur="500"/>
                                        <p:tgtEl>
                                          <p:spTgt spid="30723">
                                            <p:txEl>
                                              <p:pRg st="8" end="8"/>
                                            </p:txEl>
                                          </p:spTgt>
                                        </p:tgtEl>
                                      </p:cBhvr>
                                    </p:animEffect>
                                  </p:childTnLst>
                                </p:cTn>
                              </p:par>
                            </p:childTnLst>
                          </p:cTn>
                        </p:par>
                        <p:par>
                          <p:cTn id="105" fill="hold">
                            <p:stCondLst>
                              <p:cond delay="1000"/>
                            </p:stCondLst>
                            <p:childTnLst>
                              <p:par>
                                <p:cTn id="106" presetID="22" presetClass="entr" presetSubtype="8" fill="hold" grpId="0" nodeType="afterEffect">
                                  <p:stCondLst>
                                    <p:cond delay="0"/>
                                  </p:stCondLst>
                                  <p:childTnLst>
                                    <p:set>
                                      <p:cBhvr>
                                        <p:cTn id="107" dur="1" fill="hold">
                                          <p:stCondLst>
                                            <p:cond delay="0"/>
                                          </p:stCondLst>
                                        </p:cTn>
                                        <p:tgtEl>
                                          <p:spTgt spid="30732"/>
                                        </p:tgtEl>
                                        <p:attrNameLst>
                                          <p:attrName>style.visibility</p:attrName>
                                        </p:attrNameLst>
                                      </p:cBhvr>
                                      <p:to>
                                        <p:strVal val="visible"/>
                                      </p:to>
                                    </p:set>
                                    <p:animEffect transition="in" filter="wipe(left)">
                                      <p:cBhvr>
                                        <p:cTn id="108" dur="500"/>
                                        <p:tgtEl>
                                          <p:spTgt spid="30732"/>
                                        </p:tgtEl>
                                      </p:cBhvr>
                                    </p:animEffect>
                                  </p:childTnLst>
                                </p:cTn>
                              </p:par>
                            </p:childTnLst>
                          </p:cTn>
                        </p:par>
                        <p:par>
                          <p:cTn id="109" fill="hold">
                            <p:stCondLst>
                              <p:cond delay="1500"/>
                            </p:stCondLst>
                            <p:childTnLst>
                              <p:par>
                                <p:cTn id="110" presetID="10" presetClass="entr" presetSubtype="0" fill="hold" nodeType="afterEffect">
                                  <p:stCondLst>
                                    <p:cond delay="0"/>
                                  </p:stCondLst>
                                  <p:childTnLst>
                                    <p:set>
                                      <p:cBhvr>
                                        <p:cTn id="111" dur="1" fill="hold">
                                          <p:stCondLst>
                                            <p:cond delay="0"/>
                                          </p:stCondLst>
                                        </p:cTn>
                                        <p:tgtEl>
                                          <p:spTgt spid="30723">
                                            <p:txEl>
                                              <p:pRg st="9" end="9"/>
                                            </p:txEl>
                                          </p:spTgt>
                                        </p:tgtEl>
                                        <p:attrNameLst>
                                          <p:attrName>style.visibility</p:attrName>
                                        </p:attrNameLst>
                                      </p:cBhvr>
                                      <p:to>
                                        <p:strVal val="visible"/>
                                      </p:to>
                                    </p:set>
                                    <p:animEffect transition="in" filter="fade">
                                      <p:cBhvr>
                                        <p:cTn id="112" dur="500"/>
                                        <p:tgtEl>
                                          <p:spTgt spid="30723">
                                            <p:txEl>
                                              <p:pRg st="9" end="9"/>
                                            </p:txEl>
                                          </p:spTgt>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1" fill="hold" nodeType="clickEffect">
                                  <p:stCondLst>
                                    <p:cond delay="0"/>
                                  </p:stCondLst>
                                  <p:childTnLst>
                                    <p:set>
                                      <p:cBhvr>
                                        <p:cTn id="116" dur="1" fill="hold">
                                          <p:stCondLst>
                                            <p:cond delay="0"/>
                                          </p:stCondLst>
                                        </p:cTn>
                                        <p:tgtEl>
                                          <p:spTgt spid="14"/>
                                        </p:tgtEl>
                                        <p:attrNameLst>
                                          <p:attrName>style.visibility</p:attrName>
                                        </p:attrNameLst>
                                      </p:cBhvr>
                                      <p:to>
                                        <p:strVal val="visible"/>
                                      </p:to>
                                    </p:set>
                                    <p:animEffect transition="in" filter="wipe(up)">
                                      <p:cBhvr>
                                        <p:cTn id="117" dur="500"/>
                                        <p:tgtEl>
                                          <p:spTgt spid="14"/>
                                        </p:tgtEl>
                                      </p:cBhvr>
                                    </p:animEffect>
                                  </p:childTnLst>
                                </p:cTn>
                              </p:par>
                            </p:childTnLst>
                          </p:cTn>
                        </p:par>
                        <p:par>
                          <p:cTn id="118" fill="hold">
                            <p:stCondLst>
                              <p:cond delay="500"/>
                            </p:stCondLst>
                            <p:childTnLst>
                              <p:par>
                                <p:cTn id="119" presetID="10" presetClass="entr" presetSubtype="0" fill="hold" grpId="0" nodeType="afterEffect">
                                  <p:stCondLst>
                                    <p:cond delay="0"/>
                                  </p:stCondLst>
                                  <p:childTnLst>
                                    <p:set>
                                      <p:cBhvr>
                                        <p:cTn id="120" dur="1" fill="hold">
                                          <p:stCondLst>
                                            <p:cond delay="0"/>
                                          </p:stCondLst>
                                        </p:cTn>
                                        <p:tgtEl>
                                          <p:spTgt spid="26"/>
                                        </p:tgtEl>
                                        <p:attrNameLst>
                                          <p:attrName>style.visibility</p:attrName>
                                        </p:attrNameLst>
                                      </p:cBhvr>
                                      <p:to>
                                        <p:strVal val="visible"/>
                                      </p:to>
                                    </p:set>
                                    <p:animEffect transition="in" filter="fade">
                                      <p:cBhvr>
                                        <p:cTn id="121" dur="500"/>
                                        <p:tgtEl>
                                          <p:spTgt spid="26"/>
                                        </p:tgtEl>
                                      </p:cBhvr>
                                    </p:animEffect>
                                  </p:childTnLst>
                                </p:cTn>
                              </p:par>
                            </p:childTnLst>
                          </p:cTn>
                        </p:par>
                      </p:childTnLst>
                    </p:cTn>
                  </p:par>
                  <p:par>
                    <p:cTn id="122" fill="hold">
                      <p:stCondLst>
                        <p:cond delay="indefinite"/>
                      </p:stCondLst>
                      <p:childTnLst>
                        <p:par>
                          <p:cTn id="123" fill="hold">
                            <p:stCondLst>
                              <p:cond delay="0"/>
                            </p:stCondLst>
                            <p:childTnLst>
                              <p:par>
                                <p:cTn id="124" presetID="10" presetClass="entr" presetSubtype="0" fill="hold" grpId="0" nodeType="clickEffect">
                                  <p:stCondLst>
                                    <p:cond delay="0"/>
                                  </p:stCondLst>
                                  <p:childTnLst>
                                    <p:set>
                                      <p:cBhvr>
                                        <p:cTn id="125" dur="1" fill="hold">
                                          <p:stCondLst>
                                            <p:cond delay="0"/>
                                          </p:stCondLst>
                                        </p:cTn>
                                        <p:tgtEl>
                                          <p:spTgt spid="42"/>
                                        </p:tgtEl>
                                        <p:attrNameLst>
                                          <p:attrName>style.visibility</p:attrName>
                                        </p:attrNameLst>
                                      </p:cBhvr>
                                      <p:to>
                                        <p:strVal val="visible"/>
                                      </p:to>
                                    </p:set>
                                    <p:animEffect transition="in" filter="fade">
                                      <p:cBhvr>
                                        <p:cTn id="126" dur="500"/>
                                        <p:tgtEl>
                                          <p:spTgt spid="42"/>
                                        </p:tgtEl>
                                      </p:cBhvr>
                                    </p:animEffect>
                                  </p:childTnLst>
                                </p:cTn>
                              </p:par>
                            </p:childTnLst>
                          </p:cTn>
                        </p:par>
                        <p:par>
                          <p:cTn id="127" fill="hold">
                            <p:stCondLst>
                              <p:cond delay="500"/>
                            </p:stCondLst>
                            <p:childTnLst>
                              <p:par>
                                <p:cTn id="128" presetID="10" presetClass="entr" presetSubtype="0" fill="hold" nodeType="afterEffect">
                                  <p:stCondLst>
                                    <p:cond delay="0"/>
                                  </p:stCondLst>
                                  <p:childTnLst>
                                    <p:set>
                                      <p:cBhvr>
                                        <p:cTn id="129" dur="1" fill="hold">
                                          <p:stCondLst>
                                            <p:cond delay="0"/>
                                          </p:stCondLst>
                                        </p:cTn>
                                        <p:tgtEl>
                                          <p:spTgt spid="30723">
                                            <p:txEl>
                                              <p:pRg st="10" end="10"/>
                                            </p:txEl>
                                          </p:spTgt>
                                        </p:tgtEl>
                                        <p:attrNameLst>
                                          <p:attrName>style.visibility</p:attrName>
                                        </p:attrNameLst>
                                      </p:cBhvr>
                                      <p:to>
                                        <p:strVal val="visible"/>
                                      </p:to>
                                    </p:set>
                                    <p:animEffect transition="in" filter="fade">
                                      <p:cBhvr>
                                        <p:cTn id="130" dur="500"/>
                                        <p:tgtEl>
                                          <p:spTgt spid="30723">
                                            <p:txEl>
                                              <p:pRg st="10" end="10"/>
                                            </p:txEl>
                                          </p:spTgt>
                                        </p:tgtEl>
                                      </p:cBhvr>
                                    </p:animEffect>
                                  </p:childTnLst>
                                </p:cTn>
                              </p:par>
                            </p:childTnLst>
                          </p:cTn>
                        </p:par>
                        <p:par>
                          <p:cTn id="131" fill="hold">
                            <p:stCondLst>
                              <p:cond delay="1000"/>
                            </p:stCondLst>
                            <p:childTnLst>
                              <p:par>
                                <p:cTn id="132" presetID="22" presetClass="entr" presetSubtype="8" fill="hold" grpId="0" nodeType="afterEffect">
                                  <p:stCondLst>
                                    <p:cond delay="0"/>
                                  </p:stCondLst>
                                  <p:childTnLst>
                                    <p:set>
                                      <p:cBhvr>
                                        <p:cTn id="133" dur="1" fill="hold">
                                          <p:stCondLst>
                                            <p:cond delay="0"/>
                                          </p:stCondLst>
                                        </p:cTn>
                                        <p:tgtEl>
                                          <p:spTgt spid="30731"/>
                                        </p:tgtEl>
                                        <p:attrNameLst>
                                          <p:attrName>style.visibility</p:attrName>
                                        </p:attrNameLst>
                                      </p:cBhvr>
                                      <p:to>
                                        <p:strVal val="visible"/>
                                      </p:to>
                                    </p:set>
                                    <p:animEffect transition="in" filter="wipe(left)">
                                      <p:cBhvr>
                                        <p:cTn id="134" dur="500"/>
                                        <p:tgtEl>
                                          <p:spTgt spid="30731"/>
                                        </p:tgtEl>
                                      </p:cBhvr>
                                    </p:animEffect>
                                  </p:childTnLst>
                                </p:cTn>
                              </p:par>
                            </p:childTnLst>
                          </p:cTn>
                        </p:par>
                        <p:par>
                          <p:cTn id="135" fill="hold">
                            <p:stCondLst>
                              <p:cond delay="1500"/>
                            </p:stCondLst>
                            <p:childTnLst>
                              <p:par>
                                <p:cTn id="136" presetID="10" presetClass="entr" presetSubtype="0" fill="hold" nodeType="afterEffect">
                                  <p:stCondLst>
                                    <p:cond delay="0"/>
                                  </p:stCondLst>
                                  <p:childTnLst>
                                    <p:set>
                                      <p:cBhvr>
                                        <p:cTn id="137" dur="1" fill="hold">
                                          <p:stCondLst>
                                            <p:cond delay="0"/>
                                          </p:stCondLst>
                                        </p:cTn>
                                        <p:tgtEl>
                                          <p:spTgt spid="30723">
                                            <p:txEl>
                                              <p:pRg st="11" end="11"/>
                                            </p:txEl>
                                          </p:spTgt>
                                        </p:tgtEl>
                                        <p:attrNameLst>
                                          <p:attrName>style.visibility</p:attrName>
                                        </p:attrNameLst>
                                      </p:cBhvr>
                                      <p:to>
                                        <p:strVal val="visible"/>
                                      </p:to>
                                    </p:set>
                                    <p:animEffect transition="in" filter="fade">
                                      <p:cBhvr>
                                        <p:cTn id="138" dur="500"/>
                                        <p:tgtEl>
                                          <p:spTgt spid="30723">
                                            <p:txEl>
                                              <p:pRg st="11" end="11"/>
                                            </p:txEl>
                                          </p:spTgt>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1" fill="hold" nodeType="clickEffect">
                                  <p:stCondLst>
                                    <p:cond delay="0"/>
                                  </p:stCondLst>
                                  <p:childTnLst>
                                    <p:set>
                                      <p:cBhvr>
                                        <p:cTn id="142" dur="1" fill="hold">
                                          <p:stCondLst>
                                            <p:cond delay="0"/>
                                          </p:stCondLst>
                                        </p:cTn>
                                        <p:tgtEl>
                                          <p:spTgt spid="16"/>
                                        </p:tgtEl>
                                        <p:attrNameLst>
                                          <p:attrName>style.visibility</p:attrName>
                                        </p:attrNameLst>
                                      </p:cBhvr>
                                      <p:to>
                                        <p:strVal val="visible"/>
                                      </p:to>
                                    </p:set>
                                    <p:animEffect transition="in" filter="wipe(up)">
                                      <p:cBhvr>
                                        <p:cTn id="143" dur="500"/>
                                        <p:tgtEl>
                                          <p:spTgt spid="16"/>
                                        </p:tgtEl>
                                      </p:cBhvr>
                                    </p:animEffect>
                                  </p:childTnLst>
                                </p:cTn>
                              </p:par>
                            </p:childTnLst>
                          </p:cTn>
                        </p:par>
                        <p:par>
                          <p:cTn id="144" fill="hold">
                            <p:stCondLst>
                              <p:cond delay="500"/>
                            </p:stCondLst>
                            <p:childTnLst>
                              <p:par>
                                <p:cTn id="145" presetID="10" presetClass="entr" presetSubtype="0" fill="hold" grpId="0" nodeType="afterEffect">
                                  <p:stCondLst>
                                    <p:cond delay="0"/>
                                  </p:stCondLst>
                                  <p:childTnLst>
                                    <p:set>
                                      <p:cBhvr>
                                        <p:cTn id="146" dur="1" fill="hold">
                                          <p:stCondLst>
                                            <p:cond delay="0"/>
                                          </p:stCondLst>
                                        </p:cTn>
                                        <p:tgtEl>
                                          <p:spTgt spid="30726"/>
                                        </p:tgtEl>
                                        <p:attrNameLst>
                                          <p:attrName>style.visibility</p:attrName>
                                        </p:attrNameLst>
                                      </p:cBhvr>
                                      <p:to>
                                        <p:strVal val="visible"/>
                                      </p:to>
                                    </p:set>
                                    <p:animEffect transition="in" filter="fade">
                                      <p:cBhvr>
                                        <p:cTn id="147" dur="500"/>
                                        <p:tgtEl>
                                          <p:spTgt spid="30726"/>
                                        </p:tgtEl>
                                      </p:cBhvr>
                                    </p:animEffect>
                                  </p:childTnLst>
                                </p:cTn>
                              </p:par>
                            </p:childTnLst>
                          </p:cTn>
                        </p:par>
                      </p:childTnLst>
                    </p:cTn>
                  </p:par>
                  <p:par>
                    <p:cTn id="148" fill="hold">
                      <p:stCondLst>
                        <p:cond delay="indefinite"/>
                      </p:stCondLst>
                      <p:childTnLst>
                        <p:par>
                          <p:cTn id="149" fill="hold">
                            <p:stCondLst>
                              <p:cond delay="0"/>
                            </p:stCondLst>
                            <p:childTnLst>
                              <p:par>
                                <p:cTn id="150" presetID="10" presetClass="entr" presetSubtype="0" fill="hold" grpId="0" nodeType="clickEffect">
                                  <p:stCondLst>
                                    <p:cond delay="0"/>
                                  </p:stCondLst>
                                  <p:childTnLst>
                                    <p:set>
                                      <p:cBhvr>
                                        <p:cTn id="151" dur="1" fill="hold">
                                          <p:stCondLst>
                                            <p:cond delay="0"/>
                                          </p:stCondLst>
                                        </p:cTn>
                                        <p:tgtEl>
                                          <p:spTgt spid="47"/>
                                        </p:tgtEl>
                                        <p:attrNameLst>
                                          <p:attrName>style.visibility</p:attrName>
                                        </p:attrNameLst>
                                      </p:cBhvr>
                                      <p:to>
                                        <p:strVal val="visible"/>
                                      </p:to>
                                    </p:set>
                                    <p:animEffect transition="in" filter="fade">
                                      <p:cBhvr>
                                        <p:cTn id="152" dur="500"/>
                                        <p:tgtEl>
                                          <p:spTgt spid="47"/>
                                        </p:tgtEl>
                                      </p:cBhvr>
                                    </p:animEffect>
                                  </p:childTnLst>
                                </p:cTn>
                              </p:par>
                            </p:childTnLst>
                          </p:cTn>
                        </p:par>
                        <p:par>
                          <p:cTn id="153" fill="hold">
                            <p:stCondLst>
                              <p:cond delay="500"/>
                            </p:stCondLst>
                            <p:childTnLst>
                              <p:par>
                                <p:cTn id="154" presetID="10" presetClass="entr" presetSubtype="0" fill="hold" nodeType="afterEffect">
                                  <p:stCondLst>
                                    <p:cond delay="0"/>
                                  </p:stCondLst>
                                  <p:childTnLst>
                                    <p:set>
                                      <p:cBhvr>
                                        <p:cTn id="155" dur="1" fill="hold">
                                          <p:stCondLst>
                                            <p:cond delay="0"/>
                                          </p:stCondLst>
                                        </p:cTn>
                                        <p:tgtEl>
                                          <p:spTgt spid="30723">
                                            <p:txEl>
                                              <p:pRg st="12" end="12"/>
                                            </p:txEl>
                                          </p:spTgt>
                                        </p:tgtEl>
                                        <p:attrNameLst>
                                          <p:attrName>style.visibility</p:attrName>
                                        </p:attrNameLst>
                                      </p:cBhvr>
                                      <p:to>
                                        <p:strVal val="visible"/>
                                      </p:to>
                                    </p:set>
                                    <p:animEffect transition="in" filter="fade">
                                      <p:cBhvr>
                                        <p:cTn id="156" dur="500"/>
                                        <p:tgtEl>
                                          <p:spTgt spid="30723">
                                            <p:txEl>
                                              <p:pRg st="12" end="12"/>
                                            </p:txEl>
                                          </p:spTgt>
                                        </p:tgtEl>
                                      </p:cBhvr>
                                    </p:animEffect>
                                  </p:childTnLst>
                                </p:cTn>
                              </p:par>
                            </p:childTnLst>
                          </p:cTn>
                        </p:par>
                        <p:par>
                          <p:cTn id="157" fill="hold">
                            <p:stCondLst>
                              <p:cond delay="1000"/>
                            </p:stCondLst>
                            <p:childTnLst>
                              <p:par>
                                <p:cTn id="158" presetID="22" presetClass="entr" presetSubtype="8" fill="hold" grpId="0" nodeType="afterEffect">
                                  <p:stCondLst>
                                    <p:cond delay="0"/>
                                  </p:stCondLst>
                                  <p:childTnLst>
                                    <p:set>
                                      <p:cBhvr>
                                        <p:cTn id="159" dur="1" fill="hold">
                                          <p:stCondLst>
                                            <p:cond delay="0"/>
                                          </p:stCondLst>
                                        </p:cTn>
                                        <p:tgtEl>
                                          <p:spTgt spid="30730"/>
                                        </p:tgtEl>
                                        <p:attrNameLst>
                                          <p:attrName>style.visibility</p:attrName>
                                        </p:attrNameLst>
                                      </p:cBhvr>
                                      <p:to>
                                        <p:strVal val="visible"/>
                                      </p:to>
                                    </p:set>
                                    <p:animEffect transition="in" filter="wipe(left)">
                                      <p:cBhvr>
                                        <p:cTn id="160" dur="500"/>
                                        <p:tgtEl>
                                          <p:spTgt spid="30730"/>
                                        </p:tgtEl>
                                      </p:cBhvr>
                                    </p:animEffect>
                                  </p:childTnLst>
                                </p:cTn>
                              </p:par>
                            </p:childTnLst>
                          </p:cTn>
                        </p:par>
                        <p:par>
                          <p:cTn id="161" fill="hold">
                            <p:stCondLst>
                              <p:cond delay="1500"/>
                            </p:stCondLst>
                            <p:childTnLst>
                              <p:par>
                                <p:cTn id="162" presetID="10" presetClass="entr" presetSubtype="0" fill="hold" nodeType="afterEffect">
                                  <p:stCondLst>
                                    <p:cond delay="0"/>
                                  </p:stCondLst>
                                  <p:childTnLst>
                                    <p:set>
                                      <p:cBhvr>
                                        <p:cTn id="163" dur="1" fill="hold">
                                          <p:stCondLst>
                                            <p:cond delay="0"/>
                                          </p:stCondLst>
                                        </p:cTn>
                                        <p:tgtEl>
                                          <p:spTgt spid="30723">
                                            <p:txEl>
                                              <p:pRg st="13" end="13"/>
                                            </p:txEl>
                                          </p:spTgt>
                                        </p:tgtEl>
                                        <p:attrNameLst>
                                          <p:attrName>style.visibility</p:attrName>
                                        </p:attrNameLst>
                                      </p:cBhvr>
                                      <p:to>
                                        <p:strVal val="visible"/>
                                      </p:to>
                                    </p:set>
                                    <p:animEffect transition="in" filter="fade">
                                      <p:cBhvr>
                                        <p:cTn id="164" dur="500"/>
                                        <p:tgtEl>
                                          <p:spTgt spid="30723">
                                            <p:txEl>
                                              <p:pRg st="13" end="13"/>
                                            </p:txEl>
                                          </p:spTgt>
                                        </p:tgtEl>
                                      </p:cBhvr>
                                    </p:animEffect>
                                  </p:childTnLst>
                                </p:cTn>
                              </p:par>
                            </p:childTnLst>
                          </p:cTn>
                        </p:par>
                      </p:childTnLst>
                    </p:cTn>
                  </p:par>
                  <p:par>
                    <p:cTn id="165" fill="hold">
                      <p:stCondLst>
                        <p:cond delay="indefinite"/>
                      </p:stCondLst>
                      <p:childTnLst>
                        <p:par>
                          <p:cTn id="166" fill="hold">
                            <p:stCondLst>
                              <p:cond delay="0"/>
                            </p:stCondLst>
                            <p:childTnLst>
                              <p:par>
                                <p:cTn id="167" presetID="10" presetClass="entr" presetSubtype="0" fill="hold" grpId="0" nodeType="clickEffect">
                                  <p:stCondLst>
                                    <p:cond delay="0"/>
                                  </p:stCondLst>
                                  <p:childTnLst>
                                    <p:set>
                                      <p:cBhvr>
                                        <p:cTn id="168" dur="1" fill="hold">
                                          <p:stCondLst>
                                            <p:cond delay="0"/>
                                          </p:stCondLst>
                                        </p:cTn>
                                        <p:tgtEl>
                                          <p:spTgt spid="30727"/>
                                        </p:tgtEl>
                                        <p:attrNameLst>
                                          <p:attrName>style.visibility</p:attrName>
                                        </p:attrNameLst>
                                      </p:cBhvr>
                                      <p:to>
                                        <p:strVal val="visible"/>
                                      </p:to>
                                    </p:set>
                                    <p:animEffect transition="in" filter="fade">
                                      <p:cBhvr>
                                        <p:cTn id="169" dur="500"/>
                                        <p:tgtEl>
                                          <p:spTgt spid="307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30" grpId="0" animBg="1"/>
      <p:bldP spid="30731" grpId="0" animBg="1"/>
      <p:bldP spid="30732" grpId="0" animBg="1"/>
      <p:bldP spid="30733" grpId="0" animBg="1"/>
      <p:bldP spid="30734" grpId="0" animBg="1"/>
      <p:bldP spid="30735" grpId="0" animBg="1"/>
      <p:bldP spid="6" grpId="0"/>
      <p:bldP spid="7" grpId="0"/>
      <p:bldP spid="9" grpId="0"/>
      <p:bldP spid="11" grpId="0"/>
      <p:bldP spid="15" grpId="0"/>
      <p:bldP spid="27" grpId="0"/>
      <p:bldP spid="19" grpId="0"/>
      <p:bldP spid="31" grpId="0"/>
      <p:bldP spid="21" grpId="0"/>
      <p:bldP spid="37" grpId="0"/>
      <p:bldP spid="26" grpId="0"/>
      <p:bldP spid="42" grpId="0"/>
      <p:bldP spid="30726" grpId="0"/>
      <p:bldP spid="47" grpId="0"/>
      <p:bldP spid="3072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idx="1"/>
          </p:nvPr>
        </p:nvSpPr>
        <p:spPr>
          <a:xfrm>
            <a:off x="442800" y="1267199"/>
            <a:ext cx="6588510" cy="4896000"/>
          </a:xfrm>
        </p:spPr>
        <p:txBody>
          <a:bodyPr/>
          <a:lstStyle/>
          <a:p>
            <a:r>
              <a:rPr lang="zh-CN" altLang="en-US" sz="3200" b="1" dirty="0" smtClean="0">
                <a:solidFill>
                  <a:srgbClr val="4D4D4D"/>
                </a:solidFill>
              </a:rPr>
              <a:t>接收端检验</a:t>
            </a:r>
            <a:r>
              <a:rPr lang="zh-CN" altLang="en-US" sz="3200" b="1" dirty="0">
                <a:solidFill>
                  <a:srgbClr val="4D4D4D"/>
                </a:solidFill>
              </a:rPr>
              <a:t>：</a:t>
            </a:r>
          </a:p>
          <a:p>
            <a:pPr lvl="1"/>
            <a:r>
              <a:rPr lang="zh-CN" altLang="en-US" sz="2800" b="1" dirty="0" smtClean="0">
                <a:solidFill>
                  <a:srgbClr val="4D4D4D"/>
                </a:solidFill>
                <a:cs typeface="+mn-cs"/>
              </a:rPr>
              <a:t>接收端以“</a:t>
            </a:r>
            <a:r>
              <a:rPr lang="zh-CN" altLang="en-US" b="1" dirty="0" smtClean="0">
                <a:cs typeface="+mn-cs"/>
              </a:rPr>
              <a:t>原始数据 </a:t>
            </a:r>
            <a:r>
              <a:rPr lang="en-US" altLang="zh-CN" b="1" dirty="0" smtClean="0">
                <a:cs typeface="+mn-cs"/>
              </a:rPr>
              <a:t>+ FCS</a:t>
            </a:r>
            <a:r>
              <a:rPr lang="zh-CN" altLang="en-US" b="1" dirty="0" smtClean="0">
                <a:cs typeface="+mn-cs"/>
              </a:rPr>
              <a:t>”为</a:t>
            </a:r>
            <a:r>
              <a:rPr lang="zh-CN" altLang="en-US" sz="2800" b="1" dirty="0" smtClean="0">
                <a:solidFill>
                  <a:srgbClr val="4D4D4D"/>
                </a:solidFill>
                <a:cs typeface="+mn-cs"/>
              </a:rPr>
              <a:t>单位进行</a:t>
            </a:r>
            <a:r>
              <a:rPr lang="en-US" altLang="zh-CN" sz="2800" b="1" dirty="0" smtClean="0">
                <a:solidFill>
                  <a:srgbClr val="4D4D4D"/>
                </a:solidFill>
                <a:cs typeface="+mn-cs"/>
              </a:rPr>
              <a:t>CRC</a:t>
            </a:r>
            <a:r>
              <a:rPr lang="zh-CN" altLang="en-US" sz="2800" b="1" dirty="0" smtClean="0">
                <a:solidFill>
                  <a:srgbClr val="4D4D4D"/>
                </a:solidFill>
                <a:cs typeface="+mn-cs"/>
              </a:rPr>
              <a:t>检验：除以</a:t>
            </a:r>
            <a:r>
              <a:rPr lang="zh-CN" altLang="en-US" b="1" dirty="0"/>
              <a:t>（模</a:t>
            </a:r>
            <a:r>
              <a:rPr lang="en-US" altLang="zh-CN" b="1" dirty="0"/>
              <a:t>2</a:t>
            </a:r>
            <a:r>
              <a:rPr lang="zh-CN" altLang="en-US" b="1" dirty="0"/>
              <a:t>除法）</a:t>
            </a:r>
            <a:r>
              <a:rPr lang="zh-CN" altLang="en-US" sz="2800" b="1" dirty="0" smtClean="0">
                <a:solidFill>
                  <a:srgbClr val="4D4D4D"/>
                </a:solidFill>
                <a:cs typeface="+mn-cs"/>
              </a:rPr>
              <a:t>同样的除数 </a:t>
            </a:r>
            <a:r>
              <a:rPr lang="en-US" altLang="zh-CN" sz="2800" b="1" i="1" dirty="0" smtClean="0">
                <a:solidFill>
                  <a:srgbClr val="4D4D4D"/>
                </a:solidFill>
                <a:cs typeface="+mn-cs"/>
              </a:rPr>
              <a:t>P</a:t>
            </a:r>
            <a:r>
              <a:rPr lang="zh-CN" altLang="en-US" sz="2800" b="1" i="1" dirty="0" smtClean="0">
                <a:solidFill>
                  <a:srgbClr val="4D4D4D"/>
                </a:solidFill>
                <a:cs typeface="+mn-cs"/>
              </a:rPr>
              <a:t>，</a:t>
            </a:r>
            <a:r>
              <a:rPr lang="zh-CN" altLang="en-US" sz="2800" b="1" dirty="0" smtClean="0">
                <a:solidFill>
                  <a:srgbClr val="4D4D4D"/>
                </a:solidFill>
                <a:cs typeface="+mn-cs"/>
              </a:rPr>
              <a:t>然后检查余数 </a:t>
            </a:r>
            <a:r>
              <a:rPr lang="en-US" altLang="zh-CN" b="1" i="1" dirty="0">
                <a:cs typeface="+mn-cs"/>
              </a:rPr>
              <a:t>R</a:t>
            </a:r>
            <a:r>
              <a:rPr lang="zh-CN" altLang="en-US" sz="2800" b="1" dirty="0" smtClean="0">
                <a:solidFill>
                  <a:srgbClr val="4D4D4D"/>
                </a:solidFill>
                <a:cs typeface="+mn-cs"/>
              </a:rPr>
              <a:t>。</a:t>
            </a:r>
            <a:endParaRPr lang="en-US" altLang="zh-CN" sz="2800" b="1" dirty="0" smtClean="0">
              <a:solidFill>
                <a:srgbClr val="4D4D4D"/>
              </a:solidFill>
              <a:cs typeface="+mn-cs"/>
            </a:endParaRPr>
          </a:p>
          <a:p>
            <a:pPr lvl="1"/>
            <a:r>
              <a:rPr lang="zh-CN" altLang="en-US" sz="2800" b="1" dirty="0" smtClean="0">
                <a:solidFill>
                  <a:srgbClr val="4D4D4D"/>
                </a:solidFill>
                <a:cs typeface="+mn-cs"/>
              </a:rPr>
              <a:t>若余数 </a:t>
            </a:r>
            <a:r>
              <a:rPr lang="en-US" altLang="zh-CN" sz="2800" b="1" i="1" dirty="0">
                <a:solidFill>
                  <a:srgbClr val="4D4D4D"/>
                </a:solidFill>
                <a:cs typeface="+mn-cs"/>
              </a:rPr>
              <a:t>R</a:t>
            </a:r>
            <a:r>
              <a:rPr lang="en-US" altLang="zh-CN" sz="2800" b="1" dirty="0">
                <a:solidFill>
                  <a:srgbClr val="4D4D4D"/>
                </a:solidFill>
                <a:cs typeface="+mn-cs"/>
              </a:rPr>
              <a:t> = 0</a:t>
            </a:r>
            <a:r>
              <a:rPr lang="zh-CN" altLang="en-US" sz="2800" b="1" dirty="0">
                <a:solidFill>
                  <a:srgbClr val="4D4D4D"/>
                </a:solidFill>
                <a:cs typeface="+mn-cs"/>
              </a:rPr>
              <a:t>，则判定这个帧没有差错，就</a:t>
            </a:r>
            <a:r>
              <a:rPr lang="zh-CN" altLang="en-US" sz="2800" b="1" dirty="0" smtClean="0">
                <a:solidFill>
                  <a:srgbClr val="4D4D4D"/>
                </a:solidFill>
                <a:cs typeface="+mn-cs"/>
              </a:rPr>
              <a:t>接受。</a:t>
            </a:r>
            <a:endParaRPr lang="zh-CN" altLang="en-US" sz="2800" b="1" dirty="0">
              <a:solidFill>
                <a:srgbClr val="4D4D4D"/>
              </a:solidFill>
              <a:cs typeface="+mn-cs"/>
            </a:endParaRPr>
          </a:p>
          <a:p>
            <a:pPr lvl="1"/>
            <a:r>
              <a:rPr lang="zh-CN" altLang="en-US" sz="2800" b="1" dirty="0">
                <a:solidFill>
                  <a:srgbClr val="4D4D4D"/>
                </a:solidFill>
                <a:cs typeface="+mn-cs"/>
              </a:rPr>
              <a:t>若余数 </a:t>
            </a:r>
            <a:r>
              <a:rPr lang="en-US" altLang="zh-CN" sz="2800" b="1" i="1" dirty="0">
                <a:solidFill>
                  <a:srgbClr val="4D4D4D"/>
                </a:solidFill>
                <a:cs typeface="+mn-cs"/>
              </a:rPr>
              <a:t>R</a:t>
            </a:r>
            <a:r>
              <a:rPr lang="en-US" altLang="zh-CN" sz="2800" b="1" dirty="0">
                <a:solidFill>
                  <a:srgbClr val="4D4D4D"/>
                </a:solidFill>
                <a:cs typeface="+mn-cs"/>
              </a:rPr>
              <a:t> </a:t>
            </a:r>
            <a:r>
              <a:rPr lang="en-US" altLang="zh-CN" sz="2800" b="1" dirty="0">
                <a:solidFill>
                  <a:srgbClr val="4D4D4D"/>
                </a:solidFill>
                <a:cs typeface="+mn-cs"/>
                <a:sym typeface="Symbol" pitchFamily="18" charset="2"/>
              </a:rPr>
              <a:t></a:t>
            </a:r>
            <a:r>
              <a:rPr lang="en-US" altLang="zh-CN" sz="2800" b="1" dirty="0">
                <a:solidFill>
                  <a:srgbClr val="4D4D4D"/>
                </a:solidFill>
                <a:cs typeface="+mn-cs"/>
              </a:rPr>
              <a:t> 0</a:t>
            </a:r>
            <a:r>
              <a:rPr lang="zh-CN" altLang="en-US" sz="2800" b="1" dirty="0">
                <a:solidFill>
                  <a:srgbClr val="4D4D4D"/>
                </a:solidFill>
                <a:cs typeface="+mn-cs"/>
              </a:rPr>
              <a:t>，则判定这个帧有差错，就丢弃</a:t>
            </a:r>
            <a:r>
              <a:rPr lang="zh-CN" altLang="en-US" sz="2800" b="1" dirty="0" smtClean="0">
                <a:solidFill>
                  <a:srgbClr val="4D4D4D"/>
                </a:solidFill>
                <a:cs typeface="+mn-cs"/>
              </a:rPr>
              <a:t>。</a:t>
            </a:r>
            <a:endParaRPr lang="zh-CN" altLang="en-US" b="1" dirty="0"/>
          </a:p>
        </p:txBody>
      </p:sp>
      <p:sp>
        <p:nvSpPr>
          <p:cNvPr id="32770" name="Rectangle 2"/>
          <p:cNvSpPr>
            <a:spLocks noGrp="1" noChangeArrowheads="1"/>
          </p:cNvSpPr>
          <p:nvPr>
            <p:ph type="title"/>
          </p:nvPr>
        </p:nvSpPr>
        <p:spPr/>
        <p:txBody>
          <a:bodyPr/>
          <a:lstStyle/>
          <a:p>
            <a:r>
              <a:rPr lang="en-US" altLang="zh-CN" dirty="0"/>
              <a:t>3.1.2 </a:t>
            </a:r>
            <a:r>
              <a:rPr lang="zh-CN" altLang="en-US" dirty="0"/>
              <a:t>三个基本问题</a:t>
            </a:r>
            <a:endParaRPr lang="zh-CN" altLang="en-US" sz="4000" dirty="0">
              <a:solidFill>
                <a:srgbClr val="FFFFFF"/>
              </a:solidFill>
            </a:endParaRPr>
          </a:p>
        </p:txBody>
      </p:sp>
      <p:sp>
        <p:nvSpPr>
          <p:cNvPr id="4" name="矩形 3"/>
          <p:cNvSpPr/>
          <p:nvPr/>
        </p:nvSpPr>
        <p:spPr>
          <a:xfrm>
            <a:off x="8000968" y="1973338"/>
            <a:ext cx="1829542" cy="321521"/>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微软雅黑" pitchFamily="34" charset="-122"/>
                <a:ea typeface="微软雅黑" pitchFamily="34" charset="-122"/>
              </a:rPr>
              <a:t>原始数据</a:t>
            </a:r>
            <a:endParaRPr lang="zh-CN" altLang="en-US" sz="2000" b="1" dirty="0">
              <a:solidFill>
                <a:schemeClr val="bg1"/>
              </a:solidFill>
              <a:latin typeface="微软雅黑" pitchFamily="34" charset="-122"/>
              <a:ea typeface="微软雅黑" pitchFamily="34" charset="-122"/>
            </a:endParaRPr>
          </a:p>
        </p:txBody>
      </p:sp>
      <p:sp>
        <p:nvSpPr>
          <p:cNvPr id="5" name="矩形 4"/>
          <p:cNvSpPr/>
          <p:nvPr/>
        </p:nvSpPr>
        <p:spPr>
          <a:xfrm>
            <a:off x="9830508" y="1973338"/>
            <a:ext cx="1009036" cy="321521"/>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smtClean="0">
                <a:solidFill>
                  <a:srgbClr val="111111"/>
                </a:solidFill>
                <a:latin typeface="微软雅黑" pitchFamily="34" charset="-122"/>
                <a:ea typeface="微软雅黑" pitchFamily="34" charset="-122"/>
              </a:rPr>
              <a:t>FCS</a:t>
            </a:r>
            <a:endParaRPr lang="zh-CN" altLang="en-US" sz="2000" b="1" dirty="0">
              <a:solidFill>
                <a:srgbClr val="111111"/>
              </a:solidFill>
              <a:latin typeface="微软雅黑" pitchFamily="34" charset="-122"/>
              <a:ea typeface="微软雅黑" pitchFamily="34" charset="-122"/>
            </a:endParaRPr>
          </a:p>
        </p:txBody>
      </p:sp>
      <p:cxnSp>
        <p:nvCxnSpPr>
          <p:cNvPr id="6" name="直接箭头连接符 5"/>
          <p:cNvCxnSpPr/>
          <p:nvPr/>
        </p:nvCxnSpPr>
        <p:spPr>
          <a:xfrm flipH="1" flipV="1">
            <a:off x="9499685" y="2331775"/>
            <a:ext cx="1" cy="574913"/>
          </a:xfrm>
          <a:prstGeom prst="straightConnector1">
            <a:avLst/>
          </a:prstGeom>
          <a:ln w="76200">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7667645" y="2932915"/>
            <a:ext cx="3449112" cy="3305190"/>
          </a:xfrm>
          <a:prstGeom prst="rect">
            <a:avLst/>
          </a:prstGeom>
          <a:solidFill>
            <a:schemeClr val="accent5">
              <a:lumMod val="40000"/>
              <a:lumOff val="60000"/>
            </a:schemeClr>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9" name="矩形 8"/>
          <p:cNvSpPr/>
          <p:nvPr/>
        </p:nvSpPr>
        <p:spPr>
          <a:xfrm>
            <a:off x="8601838" y="3040265"/>
            <a:ext cx="572594" cy="338554"/>
          </a:xfrm>
          <a:prstGeom prst="rect">
            <a:avLst/>
          </a:prstGeom>
        </p:spPr>
        <p:txBody>
          <a:bodyPr wrap="none">
            <a:spAutoFit/>
          </a:bodyPr>
          <a:lstStyle/>
          <a:p>
            <a:pPr algn="ctr"/>
            <a:r>
              <a:rPr lang="en-US" altLang="zh-CN" sz="1600" b="1" i="1" dirty="0" smtClean="0">
                <a:solidFill>
                  <a:srgbClr val="111111"/>
                </a:solidFill>
                <a:latin typeface="微软雅黑" pitchFamily="34" charset="-122"/>
                <a:ea typeface="微软雅黑" pitchFamily="34" charset="-122"/>
              </a:rPr>
              <a:t>k</a:t>
            </a:r>
            <a:r>
              <a:rPr lang="en-US" altLang="zh-CN" sz="1600" b="1" dirty="0" smtClean="0">
                <a:solidFill>
                  <a:srgbClr val="111111"/>
                </a:solidFill>
                <a:latin typeface="微软雅黑" pitchFamily="34" charset="-122"/>
                <a:ea typeface="微软雅黑" pitchFamily="34" charset="-122"/>
              </a:rPr>
              <a:t> </a:t>
            </a:r>
            <a:r>
              <a:rPr lang="zh-CN" altLang="en-US" sz="1600" b="1" dirty="0" smtClean="0">
                <a:solidFill>
                  <a:srgbClr val="111111"/>
                </a:solidFill>
                <a:latin typeface="微软雅黑" pitchFamily="34" charset="-122"/>
                <a:ea typeface="微软雅黑" pitchFamily="34" charset="-122"/>
              </a:rPr>
              <a:t>位</a:t>
            </a:r>
            <a:endParaRPr lang="zh-CN" altLang="en-US" sz="1600" b="1" dirty="0">
              <a:solidFill>
                <a:srgbClr val="111111"/>
              </a:solidFill>
              <a:latin typeface="微软雅黑" pitchFamily="34" charset="-122"/>
              <a:ea typeface="微软雅黑" pitchFamily="34" charset="-122"/>
            </a:endParaRPr>
          </a:p>
        </p:txBody>
      </p:sp>
      <p:sp>
        <p:nvSpPr>
          <p:cNvPr id="10" name="矩形 9"/>
          <p:cNvSpPr/>
          <p:nvPr/>
        </p:nvSpPr>
        <p:spPr>
          <a:xfrm>
            <a:off x="10044608" y="3040265"/>
            <a:ext cx="583814" cy="338554"/>
          </a:xfrm>
          <a:prstGeom prst="rect">
            <a:avLst/>
          </a:prstGeom>
        </p:spPr>
        <p:txBody>
          <a:bodyPr wrap="none">
            <a:spAutoFit/>
          </a:bodyPr>
          <a:lstStyle/>
          <a:p>
            <a:pPr algn="ctr"/>
            <a:r>
              <a:rPr lang="en-US" altLang="zh-CN" sz="1600" b="1" i="1" dirty="0" smtClean="0">
                <a:solidFill>
                  <a:srgbClr val="111111"/>
                </a:solidFill>
                <a:latin typeface="微软雅黑" pitchFamily="34" charset="-122"/>
                <a:ea typeface="微软雅黑" pitchFamily="34" charset="-122"/>
              </a:rPr>
              <a:t>n</a:t>
            </a:r>
            <a:r>
              <a:rPr lang="en-US" altLang="zh-CN" sz="1600" b="1" dirty="0" smtClean="0">
                <a:solidFill>
                  <a:srgbClr val="111111"/>
                </a:solidFill>
                <a:latin typeface="微软雅黑" pitchFamily="34" charset="-122"/>
                <a:ea typeface="微软雅黑" pitchFamily="34" charset="-122"/>
              </a:rPr>
              <a:t> </a:t>
            </a:r>
            <a:r>
              <a:rPr lang="zh-CN" altLang="en-US" sz="1600" b="1" dirty="0" smtClean="0">
                <a:solidFill>
                  <a:srgbClr val="111111"/>
                </a:solidFill>
                <a:latin typeface="微软雅黑" pitchFamily="34" charset="-122"/>
                <a:ea typeface="微软雅黑" pitchFamily="34" charset="-122"/>
              </a:rPr>
              <a:t>位</a:t>
            </a:r>
            <a:endParaRPr lang="zh-CN" altLang="en-US" sz="1600" b="1" dirty="0">
              <a:solidFill>
                <a:srgbClr val="111111"/>
              </a:solidFill>
              <a:latin typeface="微软雅黑" pitchFamily="34" charset="-122"/>
              <a:ea typeface="微软雅黑" pitchFamily="34" charset="-122"/>
            </a:endParaRPr>
          </a:p>
        </p:txBody>
      </p:sp>
      <p:sp>
        <p:nvSpPr>
          <p:cNvPr id="11" name="矩形 10"/>
          <p:cNvSpPr/>
          <p:nvPr/>
        </p:nvSpPr>
        <p:spPr>
          <a:xfrm>
            <a:off x="8904857" y="4261326"/>
            <a:ext cx="1058828" cy="339571"/>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111111"/>
                </a:solidFill>
                <a:latin typeface="微软雅黑" pitchFamily="34" charset="-122"/>
                <a:ea typeface="微软雅黑" pitchFamily="34" charset="-122"/>
              </a:rPr>
              <a:t>除数 </a:t>
            </a:r>
            <a:r>
              <a:rPr lang="en-US" altLang="zh-CN" sz="2000" b="1" i="1" dirty="0" smtClean="0">
                <a:solidFill>
                  <a:srgbClr val="111111"/>
                </a:solidFill>
                <a:latin typeface="微软雅黑" pitchFamily="34" charset="-122"/>
                <a:ea typeface="微软雅黑" pitchFamily="34" charset="-122"/>
              </a:rPr>
              <a:t>P</a:t>
            </a:r>
            <a:endParaRPr lang="en-US" altLang="zh-CN" sz="2000" b="1" i="1" dirty="0">
              <a:solidFill>
                <a:srgbClr val="111111"/>
              </a:solidFill>
              <a:latin typeface="微软雅黑" pitchFamily="34" charset="-122"/>
              <a:ea typeface="微软雅黑" pitchFamily="34" charset="-122"/>
            </a:endParaRPr>
          </a:p>
        </p:txBody>
      </p:sp>
      <p:sp>
        <p:nvSpPr>
          <p:cNvPr id="12" name="矩形 11"/>
          <p:cNvSpPr/>
          <p:nvPr/>
        </p:nvSpPr>
        <p:spPr>
          <a:xfrm>
            <a:off x="10004144" y="4278575"/>
            <a:ext cx="987771" cy="338554"/>
          </a:xfrm>
          <a:prstGeom prst="rect">
            <a:avLst/>
          </a:prstGeom>
        </p:spPr>
        <p:txBody>
          <a:bodyPr wrap="none">
            <a:spAutoFit/>
          </a:bodyPr>
          <a:lstStyle/>
          <a:p>
            <a:pPr algn="ctr"/>
            <a:r>
              <a:rPr lang="en-US" altLang="zh-CN" sz="1600" b="1" i="1" dirty="0" smtClean="0">
                <a:solidFill>
                  <a:srgbClr val="111111"/>
                </a:solidFill>
                <a:latin typeface="微软雅黑" pitchFamily="34" charset="-122"/>
                <a:ea typeface="微软雅黑" pitchFamily="34" charset="-122"/>
              </a:rPr>
              <a:t>n</a:t>
            </a:r>
            <a:r>
              <a:rPr lang="en-US" altLang="zh-CN" sz="1600" b="1" dirty="0" smtClean="0">
                <a:solidFill>
                  <a:srgbClr val="111111"/>
                </a:solidFill>
                <a:latin typeface="微软雅黑" pitchFamily="34" charset="-122"/>
                <a:ea typeface="微软雅黑" pitchFamily="34" charset="-122"/>
              </a:rPr>
              <a:t> + 1 </a:t>
            </a:r>
            <a:r>
              <a:rPr lang="zh-CN" altLang="en-US" sz="1600" b="1" dirty="0" smtClean="0">
                <a:solidFill>
                  <a:srgbClr val="111111"/>
                </a:solidFill>
                <a:latin typeface="微软雅黑" pitchFamily="34" charset="-122"/>
                <a:ea typeface="微软雅黑" pitchFamily="34" charset="-122"/>
              </a:rPr>
              <a:t>位</a:t>
            </a:r>
            <a:endParaRPr lang="zh-CN" altLang="en-US" sz="1600" b="1" dirty="0">
              <a:solidFill>
                <a:srgbClr val="111111"/>
              </a:solidFill>
              <a:latin typeface="微软雅黑" pitchFamily="34" charset="-122"/>
              <a:ea typeface="微软雅黑" pitchFamily="34" charset="-122"/>
            </a:endParaRPr>
          </a:p>
        </p:txBody>
      </p:sp>
      <p:sp>
        <p:nvSpPr>
          <p:cNvPr id="13" name="下箭头标注 12"/>
          <p:cNvSpPr/>
          <p:nvPr/>
        </p:nvSpPr>
        <p:spPr>
          <a:xfrm>
            <a:off x="7910451" y="3318076"/>
            <a:ext cx="3002617" cy="922769"/>
          </a:xfrm>
          <a:prstGeom prst="downArrowCallout">
            <a:avLst>
              <a:gd name="adj1" fmla="val 24908"/>
              <a:gd name="adj2" fmla="val 29389"/>
              <a:gd name="adj3" fmla="val 30452"/>
              <a:gd name="adj4" fmla="val 44537"/>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4" name="矩形 13"/>
          <p:cNvSpPr/>
          <p:nvPr/>
        </p:nvSpPr>
        <p:spPr>
          <a:xfrm>
            <a:off x="8014843" y="3367504"/>
            <a:ext cx="1829542" cy="321521"/>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微软雅黑" pitchFamily="34" charset="-122"/>
                <a:ea typeface="微软雅黑" pitchFamily="34" charset="-122"/>
              </a:rPr>
              <a:t>原始数据</a:t>
            </a:r>
            <a:endParaRPr lang="zh-CN" altLang="en-US" sz="2000" b="1" dirty="0">
              <a:solidFill>
                <a:schemeClr val="bg1"/>
              </a:solidFill>
              <a:latin typeface="微软雅黑" pitchFamily="34" charset="-122"/>
              <a:ea typeface="微软雅黑" pitchFamily="34" charset="-122"/>
            </a:endParaRPr>
          </a:p>
        </p:txBody>
      </p:sp>
      <p:sp>
        <p:nvSpPr>
          <p:cNvPr id="15" name="矩形 14"/>
          <p:cNvSpPr/>
          <p:nvPr/>
        </p:nvSpPr>
        <p:spPr>
          <a:xfrm>
            <a:off x="9844382" y="3367504"/>
            <a:ext cx="1009035" cy="321521"/>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smtClean="0">
                <a:solidFill>
                  <a:srgbClr val="111111"/>
                </a:solidFill>
                <a:latin typeface="微软雅黑" pitchFamily="34" charset="-122"/>
                <a:ea typeface="微软雅黑" pitchFamily="34" charset="-122"/>
              </a:rPr>
              <a:t>FCS</a:t>
            </a:r>
          </a:p>
        </p:txBody>
      </p:sp>
      <p:sp>
        <p:nvSpPr>
          <p:cNvPr id="16" name="矩形 15"/>
          <p:cNvSpPr/>
          <p:nvPr/>
        </p:nvSpPr>
        <p:spPr>
          <a:xfrm>
            <a:off x="8904857" y="5166848"/>
            <a:ext cx="1058828" cy="339571"/>
          </a:xfrm>
          <a:prstGeom prst="rect">
            <a:avLst/>
          </a:prstGeom>
          <a:solidFill>
            <a:srgbClr val="00B05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itchFamily="34" charset="-122"/>
                <a:ea typeface="微软雅黑" pitchFamily="34" charset="-122"/>
              </a:rPr>
              <a:t>余数</a:t>
            </a:r>
            <a:endParaRPr lang="en-US" altLang="zh-CN" sz="2000" b="1" dirty="0">
              <a:solidFill>
                <a:schemeClr val="bg1"/>
              </a:solidFill>
              <a:latin typeface="微软雅黑" pitchFamily="34" charset="-122"/>
              <a:ea typeface="微软雅黑" pitchFamily="34" charset="-122"/>
            </a:endParaRPr>
          </a:p>
        </p:txBody>
      </p:sp>
      <p:sp>
        <p:nvSpPr>
          <p:cNvPr id="17" name="下箭头 16"/>
          <p:cNvSpPr/>
          <p:nvPr/>
        </p:nvSpPr>
        <p:spPr>
          <a:xfrm>
            <a:off x="9277541" y="4613475"/>
            <a:ext cx="303170" cy="553373"/>
          </a:xfrm>
          <a:prstGeom prst="downArrow">
            <a:avLst/>
          </a:prstGeom>
          <a:solidFill>
            <a:srgbClr val="CC00CC"/>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8" name="矩形 17"/>
          <p:cNvSpPr/>
          <p:nvPr/>
        </p:nvSpPr>
        <p:spPr>
          <a:xfrm>
            <a:off x="8077274" y="5540356"/>
            <a:ext cx="2787891" cy="707886"/>
          </a:xfrm>
          <a:prstGeom prst="rect">
            <a:avLst/>
          </a:prstGeom>
        </p:spPr>
        <p:txBody>
          <a:bodyPr wrap="square">
            <a:spAutoFit/>
          </a:bodyPr>
          <a:lstStyle/>
          <a:p>
            <a:pPr algn="ctr"/>
            <a:r>
              <a:rPr lang="zh-CN" altLang="en-US" sz="2000" b="1" dirty="0" smtClean="0">
                <a:solidFill>
                  <a:srgbClr val="000099"/>
                </a:solidFill>
                <a:latin typeface="微软雅黑" pitchFamily="34" charset="-122"/>
                <a:ea typeface="微软雅黑" pitchFamily="34" charset="-122"/>
              </a:rPr>
              <a:t>若余数</a:t>
            </a:r>
            <a:r>
              <a:rPr lang="en-US" altLang="zh-CN" sz="2000" b="1" dirty="0" smtClean="0">
                <a:solidFill>
                  <a:srgbClr val="000099"/>
                </a:solidFill>
                <a:latin typeface="微软雅黑" pitchFamily="34" charset="-122"/>
                <a:ea typeface="微软雅黑" pitchFamily="34" charset="-122"/>
              </a:rPr>
              <a:t>=0</a:t>
            </a:r>
            <a:r>
              <a:rPr lang="zh-CN" altLang="en-US" sz="2000" b="1" dirty="0" smtClean="0">
                <a:solidFill>
                  <a:srgbClr val="000099"/>
                </a:solidFill>
                <a:latin typeface="微软雅黑" pitchFamily="34" charset="-122"/>
                <a:ea typeface="微软雅黑" pitchFamily="34" charset="-122"/>
              </a:rPr>
              <a:t>，接受</a:t>
            </a:r>
            <a:endParaRPr lang="en-US" altLang="zh-CN" sz="2000" b="1" dirty="0" smtClean="0">
              <a:solidFill>
                <a:srgbClr val="000099"/>
              </a:solidFill>
              <a:latin typeface="微软雅黑" pitchFamily="34" charset="-122"/>
              <a:ea typeface="微软雅黑" pitchFamily="34" charset="-122"/>
            </a:endParaRPr>
          </a:p>
          <a:p>
            <a:pPr algn="ctr"/>
            <a:r>
              <a:rPr lang="zh-CN" altLang="en-US" sz="2000" b="1" dirty="0">
                <a:solidFill>
                  <a:srgbClr val="000099"/>
                </a:solidFill>
                <a:latin typeface="微软雅黑" pitchFamily="34" charset="-122"/>
                <a:ea typeface="微软雅黑" pitchFamily="34" charset="-122"/>
              </a:rPr>
              <a:t>若余数</a:t>
            </a:r>
            <a:r>
              <a:rPr lang="zh-CN" altLang="en-US" sz="2000" b="1" dirty="0" smtClean="0">
                <a:solidFill>
                  <a:srgbClr val="000099"/>
                </a:solidFill>
                <a:latin typeface="微软雅黑" pitchFamily="34" charset="-122"/>
                <a:ea typeface="微软雅黑" pitchFamily="34" charset="-122"/>
              </a:rPr>
              <a:t>≠</a:t>
            </a:r>
            <a:r>
              <a:rPr lang="en-US" altLang="zh-CN" sz="2000" b="1" dirty="0" smtClean="0">
                <a:solidFill>
                  <a:srgbClr val="000099"/>
                </a:solidFill>
                <a:latin typeface="微软雅黑" pitchFamily="34" charset="-122"/>
                <a:ea typeface="微软雅黑" pitchFamily="34" charset="-122"/>
              </a:rPr>
              <a:t>0</a:t>
            </a:r>
            <a:r>
              <a:rPr lang="zh-CN" altLang="en-US" sz="2000" b="1" dirty="0" smtClean="0">
                <a:solidFill>
                  <a:srgbClr val="000099"/>
                </a:solidFill>
                <a:latin typeface="微软雅黑" pitchFamily="34" charset="-122"/>
                <a:ea typeface="微软雅黑" pitchFamily="34" charset="-122"/>
              </a:rPr>
              <a:t>，丢弃</a:t>
            </a:r>
            <a:endParaRPr lang="zh-CN" altLang="en-US" sz="2000" b="1" dirty="0">
              <a:solidFill>
                <a:srgbClr val="000099"/>
              </a:solidFill>
              <a:latin typeface="微软雅黑" pitchFamily="34" charset="-122"/>
              <a:ea typeface="微软雅黑" pitchFamily="34" charset="-122"/>
            </a:endParaRPr>
          </a:p>
        </p:txBody>
      </p:sp>
      <p:sp>
        <p:nvSpPr>
          <p:cNvPr id="19" name="Text Box 45"/>
          <p:cNvSpPr txBox="1">
            <a:spLocks noChangeArrowheads="1"/>
          </p:cNvSpPr>
          <p:nvPr/>
        </p:nvSpPr>
        <p:spPr bwMode="auto">
          <a:xfrm>
            <a:off x="9001138" y="6208490"/>
            <a:ext cx="1107995" cy="46166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zh-CN" altLang="en-US" sz="2400" b="1" dirty="0" smtClean="0">
                <a:solidFill>
                  <a:srgbClr val="111111"/>
                </a:solidFill>
                <a:latin typeface="微软雅黑" pitchFamily="34" charset="-122"/>
                <a:ea typeface="微软雅黑" pitchFamily="34" charset="-122"/>
              </a:rPr>
              <a:t>接收方</a:t>
            </a:r>
            <a:endParaRPr kumimoji="1" lang="zh-CN" altLang="en-US" sz="2400" b="1" dirty="0">
              <a:solidFill>
                <a:srgbClr val="111111"/>
              </a:solidFill>
              <a:latin typeface="微软雅黑" pitchFamily="34" charset="-122"/>
              <a:ea typeface="微软雅黑" pitchFamily="34" charset="-122"/>
            </a:endParaRPr>
          </a:p>
        </p:txBody>
      </p:sp>
      <p:sp>
        <p:nvSpPr>
          <p:cNvPr id="20" name="Text Box 45"/>
          <p:cNvSpPr txBox="1">
            <a:spLocks noChangeArrowheads="1"/>
          </p:cNvSpPr>
          <p:nvPr/>
        </p:nvSpPr>
        <p:spPr bwMode="auto">
          <a:xfrm>
            <a:off x="8663861" y="1485578"/>
            <a:ext cx="1415772" cy="461665"/>
          </a:xfrm>
          <a:prstGeom prst="rect">
            <a:avLst/>
          </a:prstGeom>
          <a:noFill/>
          <a:ln>
            <a:noFill/>
          </a:ln>
          <a:effectLst/>
          <a:extLst/>
        </p:spPr>
        <p:txBody>
          <a:bodyPr wrap="none">
            <a:spAutoFit/>
          </a:bodyPr>
          <a:lstStyle/>
          <a:p>
            <a:pPr algn="r"/>
            <a:r>
              <a:rPr kumimoji="1" lang="zh-CN" altLang="en-US" sz="2400" b="1" dirty="0" smtClean="0">
                <a:solidFill>
                  <a:srgbClr val="111111"/>
                </a:solidFill>
                <a:latin typeface="微软雅黑" pitchFamily="34" charset="-122"/>
                <a:ea typeface="微软雅黑" pitchFamily="34" charset="-122"/>
              </a:rPr>
              <a:t>发送的</a:t>
            </a:r>
            <a:r>
              <a:rPr kumimoji="1" lang="zh-CN" altLang="en-US" sz="2400" b="1" dirty="0">
                <a:solidFill>
                  <a:srgbClr val="111111"/>
                </a:solidFill>
                <a:latin typeface="微软雅黑" pitchFamily="34" charset="-122"/>
                <a:ea typeface="微软雅黑" pitchFamily="34" charset="-122"/>
              </a:rPr>
              <a:t>帧</a:t>
            </a:r>
          </a:p>
        </p:txBody>
      </p:sp>
      <p:sp>
        <p:nvSpPr>
          <p:cNvPr id="21" name="Rectangle 4"/>
          <p:cNvSpPr>
            <a:spLocks noChangeArrowheads="1"/>
          </p:cNvSpPr>
          <p:nvPr/>
        </p:nvSpPr>
        <p:spPr bwMode="auto">
          <a:xfrm>
            <a:off x="7385878" y="1973337"/>
            <a:ext cx="600872" cy="321521"/>
          </a:xfrm>
          <a:prstGeom prst="rect">
            <a:avLst/>
          </a:prstGeom>
          <a:solidFill>
            <a:schemeClr val="tx1">
              <a:lumMod val="75000"/>
            </a:schemeClr>
          </a:solidFill>
          <a:ln w="12700">
            <a:solidFill>
              <a:schemeClr val="tx1"/>
            </a:solidFill>
            <a:miter lim="800000"/>
            <a:headEnd/>
            <a:tailEnd/>
          </a:ln>
          <a:effectLst/>
        </p:spPr>
        <p:txBody>
          <a:bodyPr wrap="none" anchor="ctr"/>
          <a:lstStyle/>
          <a:p>
            <a:pPr algn="ctr"/>
            <a:r>
              <a:rPr kumimoji="1" lang="en-US" altLang="zh-CN" sz="2000" b="1" dirty="0">
                <a:solidFill>
                  <a:schemeClr val="bg1"/>
                </a:solidFill>
                <a:latin typeface="微软雅黑" pitchFamily="34" charset="-122"/>
                <a:ea typeface="微软雅黑" pitchFamily="34" charset="-122"/>
              </a:rPr>
              <a:t>SOH</a:t>
            </a:r>
          </a:p>
        </p:txBody>
      </p:sp>
      <p:sp>
        <p:nvSpPr>
          <p:cNvPr id="22" name="Rectangle 4"/>
          <p:cNvSpPr>
            <a:spLocks noChangeArrowheads="1"/>
          </p:cNvSpPr>
          <p:nvPr/>
        </p:nvSpPr>
        <p:spPr bwMode="auto">
          <a:xfrm>
            <a:off x="10842527" y="1973339"/>
            <a:ext cx="509270" cy="321521"/>
          </a:xfrm>
          <a:prstGeom prst="rect">
            <a:avLst/>
          </a:prstGeom>
          <a:solidFill>
            <a:schemeClr val="tx1">
              <a:lumMod val="75000"/>
            </a:schemeClr>
          </a:solidFill>
          <a:ln w="12700">
            <a:solidFill>
              <a:schemeClr val="tx1"/>
            </a:solidFill>
            <a:miter lim="800000"/>
            <a:headEnd/>
            <a:tailEnd/>
          </a:ln>
          <a:effectLst/>
        </p:spPr>
        <p:txBody>
          <a:bodyPr wrap="none" anchor="ctr"/>
          <a:lstStyle/>
          <a:p>
            <a:pPr algn="ctr"/>
            <a:r>
              <a:rPr kumimoji="1" lang="en-US" altLang="zh-CN" sz="2000" b="1" dirty="0" smtClean="0">
                <a:solidFill>
                  <a:schemeClr val="bg1"/>
                </a:solidFill>
                <a:latin typeface="微软雅黑" pitchFamily="34" charset="-122"/>
                <a:ea typeface="微软雅黑" pitchFamily="34" charset="-122"/>
              </a:rPr>
              <a:t>EOT</a:t>
            </a:r>
            <a:endParaRPr kumimoji="1" lang="en-US"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1552143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771">
                                            <p:txEl>
                                              <p:pRg st="1" end="1"/>
                                            </p:txEl>
                                          </p:spTgt>
                                        </p:tgtEl>
                                        <p:attrNameLst>
                                          <p:attrName>style.visibility</p:attrName>
                                        </p:attrNameLst>
                                      </p:cBhvr>
                                      <p:to>
                                        <p:strVal val="visible"/>
                                      </p:to>
                                    </p:set>
                                    <p:anim calcmode="lin" valueType="num">
                                      <p:cBhvr additive="base">
                                        <p:cTn id="7" dur="500" fill="hold"/>
                                        <p:tgtEl>
                                          <p:spTgt spid="3277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77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childTnLst>
                          </p:cTn>
                        </p:par>
                        <p:par>
                          <p:cTn id="26" fill="hold">
                            <p:stCondLst>
                              <p:cond delay="500"/>
                            </p:stCondLst>
                            <p:childTnLst>
                              <p:par>
                                <p:cTn id="27" presetID="22" presetClass="entr" presetSubtype="1" fill="hold"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up)">
                                      <p:cBhvr>
                                        <p:cTn id="29" dur="500"/>
                                        <p:tgtEl>
                                          <p:spTgt spid="6"/>
                                        </p:tgtEl>
                                      </p:cBhvr>
                                    </p:animEffect>
                                  </p:childTnLst>
                                </p:cTn>
                              </p:par>
                            </p:childTnLst>
                          </p:cTn>
                        </p:par>
                        <p:par>
                          <p:cTn id="30" fill="hold">
                            <p:stCondLst>
                              <p:cond delay="1000"/>
                            </p:stCondLst>
                            <p:childTnLst>
                              <p:par>
                                <p:cTn id="31" presetID="10" presetClass="entr" presetSubtype="0" fill="hold" grpId="0" nodeType="after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up)">
                                      <p:cBhvr>
                                        <p:cTn id="47" dur="500"/>
                                        <p:tgtEl>
                                          <p:spTgt spid="13"/>
                                        </p:tgtEl>
                                      </p:cBhvr>
                                    </p:animEffect>
                                  </p:childTnLst>
                                </p:cTn>
                              </p:par>
                            </p:childTnLst>
                          </p:cTn>
                        </p:par>
                        <p:par>
                          <p:cTn id="48" fill="hold">
                            <p:stCondLst>
                              <p:cond delay="500"/>
                            </p:stCondLst>
                            <p:childTnLst>
                              <p:par>
                                <p:cTn id="49" presetID="10" presetClass="entr" presetSubtype="0" fill="hold" grpId="0" nodeType="after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500"/>
                                        <p:tgtEl>
                                          <p:spTgt spid="1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500"/>
                                        <p:tgtEl>
                                          <p:spTgt spid="12"/>
                                        </p:tgtEl>
                                      </p:cBhvr>
                                    </p:animEffect>
                                  </p:childTnLst>
                                </p:cTn>
                              </p:par>
                            </p:childTnLst>
                          </p:cTn>
                        </p:par>
                        <p:par>
                          <p:cTn id="55" fill="hold">
                            <p:stCondLst>
                              <p:cond delay="1000"/>
                            </p:stCondLst>
                            <p:childTnLst>
                              <p:par>
                                <p:cTn id="56" presetID="22" presetClass="entr" presetSubtype="1"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wipe(up)">
                                      <p:cBhvr>
                                        <p:cTn id="58" dur="500"/>
                                        <p:tgtEl>
                                          <p:spTgt spid="17"/>
                                        </p:tgtEl>
                                      </p:cBhvr>
                                    </p:animEffect>
                                  </p:childTnLst>
                                </p:cTn>
                              </p:par>
                            </p:childTnLst>
                          </p:cTn>
                        </p:par>
                        <p:par>
                          <p:cTn id="59" fill="hold">
                            <p:stCondLst>
                              <p:cond delay="1500"/>
                            </p:stCondLst>
                            <p:childTnLst>
                              <p:par>
                                <p:cTn id="60" presetID="10" presetClass="entr" presetSubtype="0" fill="hold" grpId="0"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2771">
                                            <p:txEl>
                                              <p:pRg st="2" end="2"/>
                                            </p:txEl>
                                          </p:spTgt>
                                        </p:tgtEl>
                                        <p:attrNameLst>
                                          <p:attrName>style.visibility</p:attrName>
                                        </p:attrNameLst>
                                      </p:cBhvr>
                                      <p:to>
                                        <p:strVal val="visible"/>
                                      </p:to>
                                    </p:set>
                                    <p:anim calcmode="lin" valueType="num">
                                      <p:cBhvr additive="base">
                                        <p:cTn id="67" dur="500" fill="hold"/>
                                        <p:tgtEl>
                                          <p:spTgt spid="32771">
                                            <p:txEl>
                                              <p:pRg st="2" end="2"/>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277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2771">
                                            <p:txEl>
                                              <p:pRg st="3" end="3"/>
                                            </p:txEl>
                                          </p:spTgt>
                                        </p:tgtEl>
                                        <p:attrNameLst>
                                          <p:attrName>style.visibility</p:attrName>
                                        </p:attrNameLst>
                                      </p:cBhvr>
                                      <p:to>
                                        <p:strVal val="visible"/>
                                      </p:to>
                                    </p:set>
                                    <p:anim calcmode="lin" valueType="num">
                                      <p:cBhvr additive="base">
                                        <p:cTn id="73" dur="500" fill="hold"/>
                                        <p:tgtEl>
                                          <p:spTgt spid="32771">
                                            <p:txEl>
                                              <p:pRg st="3" end="3"/>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277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fade">
                                      <p:cBhvr>
                                        <p:cTn id="7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9" grpId="0"/>
      <p:bldP spid="10" grpId="0"/>
      <p:bldP spid="11" grpId="0" animBg="1"/>
      <p:bldP spid="12" grpId="0"/>
      <p:bldP spid="13" grpId="0" animBg="1"/>
      <p:bldP spid="14" grpId="0" animBg="1"/>
      <p:bldP spid="15" grpId="0" animBg="1"/>
      <p:bldP spid="16" grpId="0" animBg="1"/>
      <p:bldP spid="17" grpId="0" animBg="1"/>
      <p:bldP spid="18" grpId="0"/>
      <p:bldP spid="20" grpId="0"/>
      <p:bldP spid="21" grpId="0" animBg="1"/>
      <p:bldP spid="2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idx="1"/>
          </p:nvPr>
        </p:nvSpPr>
        <p:spPr>
          <a:xfrm>
            <a:off x="442800" y="1267199"/>
            <a:ext cx="11413046" cy="4896000"/>
          </a:xfrm>
        </p:spPr>
        <p:txBody>
          <a:bodyPr/>
          <a:lstStyle/>
          <a:p>
            <a:r>
              <a:rPr lang="zh-CN" altLang="en-US" sz="3200" b="1" dirty="0" smtClean="0">
                <a:solidFill>
                  <a:srgbClr val="4D4D4D"/>
                </a:solidFill>
              </a:rPr>
              <a:t>只要经过严格的挑选，并使用位数足够多的除数 </a:t>
            </a:r>
            <a:r>
              <a:rPr lang="en-US" altLang="zh-CN" sz="3200" b="1" i="1" dirty="0" smtClean="0">
                <a:solidFill>
                  <a:srgbClr val="4D4D4D"/>
                </a:solidFill>
              </a:rPr>
              <a:t>P</a:t>
            </a:r>
            <a:r>
              <a:rPr lang="zh-CN" altLang="en-US" sz="3200" b="1" dirty="0" smtClean="0">
                <a:solidFill>
                  <a:srgbClr val="4D4D4D"/>
                </a:solidFill>
              </a:rPr>
              <a:t>，那么出现</a:t>
            </a:r>
            <a:r>
              <a:rPr lang="zh-CN" altLang="en-US" sz="3200" b="1" dirty="0" smtClean="0">
                <a:solidFill>
                  <a:schemeClr val="tx2">
                    <a:lumMod val="60000"/>
                    <a:lumOff val="40000"/>
                  </a:schemeClr>
                </a:solidFill>
              </a:rPr>
              <a:t>检测不到的差错</a:t>
            </a:r>
            <a:r>
              <a:rPr lang="zh-CN" altLang="en-US" sz="3200" b="1" dirty="0" smtClean="0">
                <a:solidFill>
                  <a:srgbClr val="4D4D4D"/>
                </a:solidFill>
              </a:rPr>
              <a:t>（即出现误码后接收端校验余数仍为零）的概率就很小很小。</a:t>
            </a:r>
            <a:endParaRPr lang="en-US" altLang="zh-CN" b="1" dirty="0"/>
          </a:p>
          <a:p>
            <a:r>
              <a:rPr lang="zh-CN" altLang="en-US" sz="3200" b="1" dirty="0" smtClean="0"/>
              <a:t>可以用多项式</a:t>
            </a:r>
            <a:r>
              <a:rPr lang="zh-CN" altLang="en-US" sz="3200" b="1" dirty="0"/>
              <a:t>来表示循环冗余检验的除数，</a:t>
            </a:r>
            <a:r>
              <a:rPr lang="zh-CN" altLang="en-US" sz="3200" b="1" dirty="0" smtClean="0"/>
              <a:t>如用多项式 </a:t>
            </a:r>
            <a:r>
              <a:rPr lang="en-US" altLang="zh-CN" sz="3200" b="1" dirty="0" smtClean="0"/>
              <a:t>P(X) = X</a:t>
            </a:r>
            <a:r>
              <a:rPr lang="en-US" altLang="zh-CN" sz="3200" b="1" baseline="30000" dirty="0" smtClean="0"/>
              <a:t>3</a:t>
            </a:r>
            <a:r>
              <a:rPr lang="en-US" altLang="zh-CN" sz="3200" b="1" dirty="0" smtClean="0"/>
              <a:t> + X</a:t>
            </a:r>
            <a:r>
              <a:rPr lang="en-US" altLang="zh-CN" sz="3200" b="1" baseline="30000" dirty="0" smtClean="0"/>
              <a:t>2</a:t>
            </a:r>
            <a:r>
              <a:rPr lang="en-US" altLang="zh-CN" sz="3200" b="1" dirty="0" smtClean="0"/>
              <a:t> + 1 </a:t>
            </a:r>
            <a:r>
              <a:rPr lang="zh-CN" altLang="en-US" sz="3200" b="1" dirty="0" smtClean="0"/>
              <a:t>表示 </a:t>
            </a:r>
            <a:r>
              <a:rPr lang="en-US" altLang="zh-CN" sz="3200" b="1" dirty="0" smtClean="0"/>
              <a:t>1101</a:t>
            </a:r>
            <a:r>
              <a:rPr lang="zh-CN" altLang="en-US" sz="3200" b="1" dirty="0" smtClean="0"/>
              <a:t>。这种多项式叫做</a:t>
            </a:r>
            <a:r>
              <a:rPr lang="zh-CN" altLang="en-US" sz="3200" b="1" dirty="0" smtClean="0">
                <a:solidFill>
                  <a:srgbClr val="C00000"/>
                </a:solidFill>
              </a:rPr>
              <a:t>生成多项式</a:t>
            </a:r>
            <a:r>
              <a:rPr lang="zh-CN" altLang="en-US" sz="3200" b="1" dirty="0" smtClean="0"/>
              <a:t>。</a:t>
            </a:r>
            <a:endParaRPr lang="zh-CN" altLang="en-US" sz="3200" b="1" dirty="0"/>
          </a:p>
        </p:txBody>
      </p:sp>
      <p:sp>
        <p:nvSpPr>
          <p:cNvPr id="32770" name="Rectangle 2"/>
          <p:cNvSpPr>
            <a:spLocks noGrp="1" noChangeArrowheads="1"/>
          </p:cNvSpPr>
          <p:nvPr>
            <p:ph type="title"/>
          </p:nvPr>
        </p:nvSpPr>
        <p:spPr/>
        <p:txBody>
          <a:bodyPr/>
          <a:lstStyle/>
          <a:p>
            <a:r>
              <a:rPr lang="en-US" altLang="zh-CN" dirty="0"/>
              <a:t>3.1.2 </a:t>
            </a:r>
            <a:r>
              <a:rPr lang="zh-CN" altLang="en-US" dirty="0"/>
              <a:t>三个基本问题</a:t>
            </a:r>
            <a:endParaRPr lang="zh-CN" altLang="en-US" sz="4000" dirty="0">
              <a:solidFill>
                <a:srgbClr val="FFFFFF"/>
              </a:solidFill>
            </a:endParaRPr>
          </a:p>
        </p:txBody>
      </p:sp>
    </p:spTree>
    <p:extLst>
      <p:ext uri="{BB962C8B-B14F-4D97-AF65-F5344CB8AC3E}">
        <p14:creationId xmlns:p14="http://schemas.microsoft.com/office/powerpoint/2010/main" val="24546434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2771">
                                            <p:txEl>
                                              <p:pRg st="1" end="1"/>
                                            </p:txEl>
                                          </p:spTgt>
                                        </p:tgtEl>
                                        <p:attrNameLst>
                                          <p:attrName>style.visibility</p:attrName>
                                        </p:attrNameLst>
                                      </p:cBhvr>
                                      <p:to>
                                        <p:strVal val="visible"/>
                                      </p:to>
                                    </p:set>
                                    <p:animEffect transition="in" filter="fade">
                                      <p:cBhvr>
                                        <p:cTn id="7" dur="1000"/>
                                        <p:tgtEl>
                                          <p:spTgt spid="32771">
                                            <p:txEl>
                                              <p:pRg st="1" end="1"/>
                                            </p:txEl>
                                          </p:spTgt>
                                        </p:tgtEl>
                                      </p:cBhvr>
                                    </p:animEffect>
                                    <p:anim calcmode="lin" valueType="num">
                                      <p:cBhvr>
                                        <p:cTn id="8" dur="1000" fill="hold"/>
                                        <p:tgtEl>
                                          <p:spTgt spid="32771">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2771">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ChangeArrowheads="1"/>
          </p:cNvSpPr>
          <p:nvPr>
            <p:ph idx="1"/>
          </p:nvPr>
        </p:nvSpPr>
        <p:spPr>
          <a:xfrm>
            <a:off x="442799" y="1267199"/>
            <a:ext cx="11053007" cy="4896000"/>
          </a:xfrm>
        </p:spPr>
        <p:txBody>
          <a:bodyPr/>
          <a:lstStyle/>
          <a:p>
            <a:pPr>
              <a:lnSpc>
                <a:spcPct val="130000"/>
              </a:lnSpc>
            </a:pPr>
            <a:r>
              <a:rPr lang="zh-CN" altLang="en-US" b="1" dirty="0" smtClean="0"/>
              <a:t>传输差错分为两大类：</a:t>
            </a:r>
            <a:endParaRPr lang="en-US" altLang="zh-CN" b="1" dirty="0" smtClean="0"/>
          </a:p>
          <a:p>
            <a:pPr lvl="1">
              <a:lnSpc>
                <a:spcPct val="130000"/>
              </a:lnSpc>
            </a:pPr>
            <a:r>
              <a:rPr lang="zh-CN" altLang="en-US" b="1" dirty="0" smtClean="0"/>
              <a:t>比特差错；</a:t>
            </a:r>
            <a:endParaRPr lang="en-US" altLang="zh-CN" b="1" dirty="0" smtClean="0"/>
          </a:p>
          <a:p>
            <a:pPr lvl="1">
              <a:lnSpc>
                <a:spcPct val="130000"/>
              </a:lnSpc>
            </a:pPr>
            <a:r>
              <a:rPr lang="zh-CN" altLang="en-US" b="1" dirty="0" smtClean="0"/>
              <a:t>没有比特差错，但却出现了</a:t>
            </a:r>
            <a:r>
              <a:rPr lang="zh-CN" altLang="en-US" b="1" dirty="0" smtClean="0">
                <a:solidFill>
                  <a:srgbClr val="C00000"/>
                </a:solidFill>
              </a:rPr>
              <a:t>帧</a:t>
            </a:r>
            <a:r>
              <a:rPr lang="zh-CN" altLang="en-US" b="1" dirty="0">
                <a:solidFill>
                  <a:srgbClr val="C00000"/>
                </a:solidFill>
              </a:rPr>
              <a:t>丢失</a:t>
            </a:r>
            <a:r>
              <a:rPr lang="zh-CN" altLang="en-US" b="1" dirty="0"/>
              <a:t>、</a:t>
            </a:r>
            <a:r>
              <a:rPr lang="zh-CN" altLang="en-US" b="1" dirty="0">
                <a:solidFill>
                  <a:srgbClr val="C00000"/>
                </a:solidFill>
              </a:rPr>
              <a:t>帧重复</a:t>
            </a:r>
            <a:r>
              <a:rPr lang="zh-CN" altLang="en-US" b="1" dirty="0" smtClean="0"/>
              <a:t>、</a:t>
            </a:r>
            <a:r>
              <a:rPr lang="zh-CN" altLang="en-US" b="1" dirty="0" smtClean="0">
                <a:solidFill>
                  <a:srgbClr val="C00000"/>
                </a:solidFill>
              </a:rPr>
              <a:t>帧失序</a:t>
            </a:r>
            <a:r>
              <a:rPr lang="zh-CN" altLang="en-US" b="1" dirty="0" smtClean="0"/>
              <a:t>。</a:t>
            </a:r>
            <a:endParaRPr lang="en-US" altLang="zh-CN" b="1" dirty="0"/>
          </a:p>
          <a:p>
            <a:pPr>
              <a:lnSpc>
                <a:spcPct val="130000"/>
              </a:lnSpc>
            </a:pPr>
            <a:r>
              <a:rPr lang="zh-CN" altLang="en-US" b="1" dirty="0"/>
              <a:t>“无比特差错”和“无传输差错”是不同的概念。在数据链路层使用 </a:t>
            </a:r>
            <a:r>
              <a:rPr lang="en-US" altLang="zh-CN" b="1" dirty="0"/>
              <a:t>CRC </a:t>
            </a:r>
            <a:r>
              <a:rPr lang="zh-CN" altLang="en-US" b="1" dirty="0"/>
              <a:t>检验，能够实现无比特差错的传输，但这还不是可靠传输。要做到可靠传输还必须再加上</a:t>
            </a:r>
            <a:r>
              <a:rPr lang="zh-CN" altLang="en-US" b="1" dirty="0">
                <a:solidFill>
                  <a:srgbClr val="C00000"/>
                </a:solidFill>
              </a:rPr>
              <a:t>编号</a:t>
            </a:r>
            <a:r>
              <a:rPr lang="zh-CN" altLang="en-US" b="1" dirty="0"/>
              <a:t>、</a:t>
            </a:r>
            <a:r>
              <a:rPr lang="zh-CN" altLang="en-US" b="1" dirty="0">
                <a:solidFill>
                  <a:srgbClr val="C00000"/>
                </a:solidFill>
              </a:rPr>
              <a:t>确认</a:t>
            </a:r>
            <a:r>
              <a:rPr lang="zh-CN" altLang="en-US" b="1" dirty="0"/>
              <a:t>和</a:t>
            </a:r>
            <a:r>
              <a:rPr lang="zh-CN" altLang="en-US" b="1" dirty="0">
                <a:solidFill>
                  <a:srgbClr val="C00000"/>
                </a:solidFill>
              </a:rPr>
              <a:t>重传</a:t>
            </a:r>
            <a:r>
              <a:rPr lang="zh-CN" altLang="en-US" b="1" dirty="0"/>
              <a:t>机制。</a:t>
            </a:r>
          </a:p>
        </p:txBody>
      </p:sp>
      <p:sp>
        <p:nvSpPr>
          <p:cNvPr id="33794" name="Rectangle 2"/>
          <p:cNvSpPr>
            <a:spLocks noGrp="1" noChangeArrowheads="1"/>
          </p:cNvSpPr>
          <p:nvPr>
            <p:ph type="title"/>
          </p:nvPr>
        </p:nvSpPr>
        <p:spPr/>
        <p:txBody>
          <a:bodyPr/>
          <a:lstStyle/>
          <a:p>
            <a:r>
              <a:rPr lang="en-US" altLang="zh-CN" dirty="0"/>
              <a:t>3.1.2 </a:t>
            </a:r>
            <a:r>
              <a:rPr lang="zh-CN" altLang="en-US" dirty="0"/>
              <a:t>三个基本问题</a:t>
            </a:r>
            <a:endParaRPr lang="zh-CN" altLang="en-US" sz="4000" dirty="0">
              <a:solidFill>
                <a:srgbClr val="FFFFFF"/>
              </a:solidFill>
            </a:endParaRPr>
          </a:p>
        </p:txBody>
      </p:sp>
    </p:spTree>
    <p:extLst>
      <p:ext uri="{BB962C8B-B14F-4D97-AF65-F5344CB8AC3E}">
        <p14:creationId xmlns:p14="http://schemas.microsoft.com/office/powerpoint/2010/main" val="22663873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3795">
                                            <p:txEl>
                                              <p:pRg st="3" end="3"/>
                                            </p:txEl>
                                          </p:spTgt>
                                        </p:tgtEl>
                                        <p:attrNameLst>
                                          <p:attrName>style.visibility</p:attrName>
                                        </p:attrNameLst>
                                      </p:cBhvr>
                                      <p:to>
                                        <p:strVal val="visible"/>
                                      </p:to>
                                    </p:set>
                                    <p:animEffect transition="in" filter="fade">
                                      <p:cBhvr>
                                        <p:cTn id="7" dur="1000"/>
                                        <p:tgtEl>
                                          <p:spTgt spid="33795">
                                            <p:txEl>
                                              <p:pRg st="3" end="3"/>
                                            </p:txEl>
                                          </p:spTgt>
                                        </p:tgtEl>
                                      </p:cBhvr>
                                    </p:animEffect>
                                    <p:anim calcmode="lin" valueType="num">
                                      <p:cBhvr>
                                        <p:cTn id="8" dur="1000" fill="hold"/>
                                        <p:tgtEl>
                                          <p:spTgt spid="33795">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379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zh-CN" altLang="en-US" sz="4000" dirty="0">
                <a:solidFill>
                  <a:srgbClr val="FFFFFF"/>
                </a:solidFill>
              </a:rPr>
              <a:t>指引</a:t>
            </a:r>
            <a:endParaRPr lang="en-US" altLang="zh-CN" sz="4000" dirty="0">
              <a:solidFill>
                <a:srgbClr val="FFFFFF"/>
              </a:solidFill>
            </a:endParaRPr>
          </a:p>
        </p:txBody>
      </p:sp>
      <p:grpSp>
        <p:nvGrpSpPr>
          <p:cNvPr id="23" name="Group 24"/>
          <p:cNvGrpSpPr>
            <a:grpSpLocks/>
          </p:cNvGrpSpPr>
          <p:nvPr/>
        </p:nvGrpSpPr>
        <p:grpSpPr bwMode="auto">
          <a:xfrm>
            <a:off x="8261126" y="1854200"/>
            <a:ext cx="2514600" cy="3600450"/>
            <a:chOff x="3379" y="1207"/>
            <a:chExt cx="1584" cy="2268"/>
          </a:xfrm>
        </p:grpSpPr>
        <p:sp>
          <p:nvSpPr>
            <p:cNvPr id="24" name="AutoShape 4">
              <a:extLst>
                <a:ext uri="{FF2B5EF4-FFF2-40B4-BE49-F238E27FC236}">
                  <a16:creationId xmlns="" xmlns:a16="http://schemas.microsoft.com/office/drawing/2014/main" id="{7C9C0B70-E63A-45F5-A696-FB5A132B8AC3}"/>
                </a:ext>
              </a:extLst>
            </p:cNvPr>
            <p:cNvSpPr>
              <a:spLocks noChangeArrowheads="1"/>
            </p:cNvSpPr>
            <p:nvPr/>
          </p:nvSpPr>
          <p:spPr bwMode="auto">
            <a:xfrm>
              <a:off x="3379" y="1207"/>
              <a:ext cx="1584" cy="2268"/>
            </a:xfrm>
            <a:prstGeom prst="cube">
              <a:avLst>
                <a:gd name="adj" fmla="val 12185"/>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nchor="ctr"/>
            <a:lstStyle/>
            <a:p>
              <a:pPr algn="ctr" eaLnBrk="1" hangingPunct="1">
                <a:defRPr/>
              </a:pPr>
              <a:endParaRPr kumimoji="1" lang="zh-CN" altLang="en-US" sz="280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a:p>
              <a:pPr algn="ctr" eaLnBrk="1" hangingPunct="1">
                <a:defRPr/>
              </a:pPr>
              <a:endParaRPr kumimoji="1" lang="zh-CN" altLang="en-US" sz="280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a:p>
              <a:pPr algn="ctr" eaLnBrk="1" hangingPunct="1">
                <a:defRPr/>
              </a:pPr>
              <a:endParaRPr kumimoji="1" lang="zh-CN" altLang="en-US" sz="280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p:txBody>
        </p:sp>
        <p:sp>
          <p:nvSpPr>
            <p:cNvPr id="25" name="Rectangle 6">
              <a:extLst>
                <a:ext uri="{FF2B5EF4-FFF2-40B4-BE49-F238E27FC236}">
                  <a16:creationId xmlns="" xmlns:a16="http://schemas.microsoft.com/office/drawing/2014/main" id="{A1DA3AA9-685E-4BE9-837C-C53A77DFC26E}"/>
                </a:ext>
              </a:extLst>
            </p:cNvPr>
            <p:cNvSpPr>
              <a:spLocks noChangeArrowheads="1"/>
            </p:cNvSpPr>
            <p:nvPr/>
          </p:nvSpPr>
          <p:spPr bwMode="auto">
            <a:xfrm>
              <a:off x="3379" y="1399"/>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lnSpc>
                  <a:spcPct val="150000"/>
                </a:lnSpc>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应用层</a:t>
              </a:r>
            </a:p>
          </p:txBody>
        </p:sp>
        <p:sp>
          <p:nvSpPr>
            <p:cNvPr id="26" name="Line 8">
              <a:extLst>
                <a:ext uri="{FF2B5EF4-FFF2-40B4-BE49-F238E27FC236}">
                  <a16:creationId xmlns="" xmlns:a16="http://schemas.microsoft.com/office/drawing/2014/main" id="{730F0241-2088-4E72-BBBA-24604A49C32D}"/>
                </a:ext>
              </a:extLst>
            </p:cNvPr>
            <p:cNvSpPr>
              <a:spLocks noChangeShapeType="1"/>
            </p:cNvSpPr>
            <p:nvPr/>
          </p:nvSpPr>
          <p:spPr bwMode="auto">
            <a:xfrm>
              <a:off x="3379" y="1831"/>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7" name="Line 9">
              <a:extLst>
                <a:ext uri="{FF2B5EF4-FFF2-40B4-BE49-F238E27FC236}">
                  <a16:creationId xmlns="" xmlns:a16="http://schemas.microsoft.com/office/drawing/2014/main" id="{1A1F4C1E-05AA-4083-AACF-00A09371806D}"/>
                </a:ext>
              </a:extLst>
            </p:cNvPr>
            <p:cNvSpPr>
              <a:spLocks noChangeShapeType="1"/>
            </p:cNvSpPr>
            <p:nvPr/>
          </p:nvSpPr>
          <p:spPr bwMode="auto">
            <a:xfrm>
              <a:off x="3379"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8" name="Line 10">
              <a:extLst>
                <a:ext uri="{FF2B5EF4-FFF2-40B4-BE49-F238E27FC236}">
                  <a16:creationId xmlns="" xmlns:a16="http://schemas.microsoft.com/office/drawing/2014/main" id="{40C633C5-C14D-4155-943C-49061566B166}"/>
                </a:ext>
              </a:extLst>
            </p:cNvPr>
            <p:cNvSpPr>
              <a:spLocks noChangeShapeType="1"/>
            </p:cNvSpPr>
            <p:nvPr/>
          </p:nvSpPr>
          <p:spPr bwMode="auto">
            <a:xfrm>
              <a:off x="4771"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9" name="Rectangle 21">
              <a:extLst>
                <a:ext uri="{FF2B5EF4-FFF2-40B4-BE49-F238E27FC236}">
                  <a16:creationId xmlns="" xmlns:a16="http://schemas.microsoft.com/office/drawing/2014/main" id="{3593205F-DCC6-4BB9-872F-07DE1C151D65}"/>
                </a:ext>
              </a:extLst>
            </p:cNvPr>
            <p:cNvSpPr>
              <a:spLocks noChangeArrowheads="1"/>
            </p:cNvSpPr>
            <p:nvPr/>
          </p:nvSpPr>
          <p:spPr bwMode="auto">
            <a:xfrm>
              <a:off x="3379" y="1831"/>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lnSpc>
                  <a:spcPct val="150000"/>
                </a:lnSpc>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运输层</a:t>
              </a:r>
            </a:p>
          </p:txBody>
        </p:sp>
        <p:sp>
          <p:nvSpPr>
            <p:cNvPr id="30" name="Line 23">
              <a:extLst>
                <a:ext uri="{FF2B5EF4-FFF2-40B4-BE49-F238E27FC236}">
                  <a16:creationId xmlns="" xmlns:a16="http://schemas.microsoft.com/office/drawing/2014/main" id="{F9F1686D-32E3-4665-A663-0A13577DF5F9}"/>
                </a:ext>
              </a:extLst>
            </p:cNvPr>
            <p:cNvSpPr>
              <a:spLocks noChangeShapeType="1"/>
            </p:cNvSpPr>
            <p:nvPr/>
          </p:nvSpPr>
          <p:spPr bwMode="auto">
            <a:xfrm>
              <a:off x="3379" y="2263"/>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1" name="Line 24">
              <a:extLst>
                <a:ext uri="{FF2B5EF4-FFF2-40B4-BE49-F238E27FC236}">
                  <a16:creationId xmlns="" xmlns:a16="http://schemas.microsoft.com/office/drawing/2014/main" id="{B2CD0843-0D9A-4DF6-9D35-EBC9663DEF15}"/>
                </a:ext>
              </a:extLst>
            </p:cNvPr>
            <p:cNvSpPr>
              <a:spLocks noChangeShapeType="1"/>
            </p:cNvSpPr>
            <p:nvPr/>
          </p:nvSpPr>
          <p:spPr bwMode="auto">
            <a:xfrm>
              <a:off x="3379"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2" name="Line 25">
              <a:extLst>
                <a:ext uri="{FF2B5EF4-FFF2-40B4-BE49-F238E27FC236}">
                  <a16:creationId xmlns="" xmlns:a16="http://schemas.microsoft.com/office/drawing/2014/main" id="{84637CA2-3EAA-4155-B964-B8BA80E7EB63}"/>
                </a:ext>
              </a:extLst>
            </p:cNvPr>
            <p:cNvSpPr>
              <a:spLocks noChangeShapeType="1"/>
            </p:cNvSpPr>
            <p:nvPr/>
          </p:nvSpPr>
          <p:spPr bwMode="auto">
            <a:xfrm>
              <a:off x="4771"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4" name="Line 28">
              <a:extLst>
                <a:ext uri="{FF2B5EF4-FFF2-40B4-BE49-F238E27FC236}">
                  <a16:creationId xmlns="" xmlns:a16="http://schemas.microsoft.com/office/drawing/2014/main" id="{2C1DDB6D-F8B0-4394-99E8-03031BB915F8}"/>
                </a:ext>
              </a:extLst>
            </p:cNvPr>
            <p:cNvSpPr>
              <a:spLocks noChangeShapeType="1"/>
            </p:cNvSpPr>
            <p:nvPr/>
          </p:nvSpPr>
          <p:spPr bwMode="auto">
            <a:xfrm>
              <a:off x="3379" y="2695"/>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5" name="Line 29">
              <a:extLst>
                <a:ext uri="{FF2B5EF4-FFF2-40B4-BE49-F238E27FC236}">
                  <a16:creationId xmlns="" xmlns:a16="http://schemas.microsoft.com/office/drawing/2014/main" id="{9208C3F1-CC35-45A8-BE46-EFF19D248F46}"/>
                </a:ext>
              </a:extLst>
            </p:cNvPr>
            <p:cNvSpPr>
              <a:spLocks noChangeShapeType="1"/>
            </p:cNvSpPr>
            <p:nvPr/>
          </p:nvSpPr>
          <p:spPr bwMode="auto">
            <a:xfrm>
              <a:off x="3379" y="3366"/>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6" name="Line 30">
              <a:extLst>
                <a:ext uri="{FF2B5EF4-FFF2-40B4-BE49-F238E27FC236}">
                  <a16:creationId xmlns="" xmlns:a16="http://schemas.microsoft.com/office/drawing/2014/main" id="{6FF34FD8-821C-4702-AF18-8C4EF436C27D}"/>
                </a:ext>
              </a:extLst>
            </p:cNvPr>
            <p:cNvSpPr>
              <a:spLocks noChangeShapeType="1"/>
            </p:cNvSpPr>
            <p:nvPr/>
          </p:nvSpPr>
          <p:spPr bwMode="auto">
            <a:xfrm>
              <a:off x="3379"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7" name="Line 31">
              <a:extLst>
                <a:ext uri="{FF2B5EF4-FFF2-40B4-BE49-F238E27FC236}">
                  <a16:creationId xmlns="" xmlns:a16="http://schemas.microsoft.com/office/drawing/2014/main" id="{615E01B4-8D04-4069-8E42-620858CED9A7}"/>
                </a:ext>
              </a:extLst>
            </p:cNvPr>
            <p:cNvSpPr>
              <a:spLocks noChangeShapeType="1"/>
            </p:cNvSpPr>
            <p:nvPr/>
          </p:nvSpPr>
          <p:spPr bwMode="auto">
            <a:xfrm>
              <a:off x="4771"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8" name="Rectangle 33">
              <a:extLst>
                <a:ext uri="{FF2B5EF4-FFF2-40B4-BE49-F238E27FC236}">
                  <a16:creationId xmlns="" xmlns:a16="http://schemas.microsoft.com/office/drawing/2014/main" id="{6DF93113-9FEF-42A3-AF41-B27DD6E1C524}"/>
                </a:ext>
              </a:extLst>
            </p:cNvPr>
            <p:cNvSpPr>
              <a:spLocks noChangeArrowheads="1"/>
            </p:cNvSpPr>
            <p:nvPr/>
          </p:nvSpPr>
          <p:spPr bwMode="auto">
            <a:xfrm>
              <a:off x="3379" y="2263"/>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lnSpc>
                  <a:spcPct val="150000"/>
                </a:lnSpc>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网络层</a:t>
              </a:r>
            </a:p>
          </p:txBody>
        </p:sp>
        <p:sp>
          <p:nvSpPr>
            <p:cNvPr id="39" name="Line 36">
              <a:extLst>
                <a:ext uri="{FF2B5EF4-FFF2-40B4-BE49-F238E27FC236}">
                  <a16:creationId xmlns="" xmlns:a16="http://schemas.microsoft.com/office/drawing/2014/main" id="{021EB0D5-3D3B-4EBB-A693-7D178CCE8352}"/>
                </a:ext>
              </a:extLst>
            </p:cNvPr>
            <p:cNvSpPr>
              <a:spLocks noChangeShapeType="1"/>
            </p:cNvSpPr>
            <p:nvPr/>
          </p:nvSpPr>
          <p:spPr bwMode="auto">
            <a:xfrm>
              <a:off x="3379" y="2263"/>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40" name="Line 37">
              <a:extLst>
                <a:ext uri="{FF2B5EF4-FFF2-40B4-BE49-F238E27FC236}">
                  <a16:creationId xmlns="" xmlns:a16="http://schemas.microsoft.com/office/drawing/2014/main" id="{0360C763-F23D-4BC1-BCF4-C2E2C86F734E}"/>
                </a:ext>
              </a:extLst>
            </p:cNvPr>
            <p:cNvSpPr>
              <a:spLocks noChangeShapeType="1"/>
            </p:cNvSpPr>
            <p:nvPr/>
          </p:nvSpPr>
          <p:spPr bwMode="auto">
            <a:xfrm>
              <a:off x="4771" y="2263"/>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3" name="Rectangle 27">
              <a:extLst>
                <a:ext uri="{FF2B5EF4-FFF2-40B4-BE49-F238E27FC236}">
                  <a16:creationId xmlns="" xmlns:a16="http://schemas.microsoft.com/office/drawing/2014/main" id="{34D7D82A-D63D-4EB3-9C2A-247BEB3E7453}"/>
                </a:ext>
              </a:extLst>
            </p:cNvPr>
            <p:cNvSpPr>
              <a:spLocks noChangeArrowheads="1"/>
            </p:cNvSpPr>
            <p:nvPr/>
          </p:nvSpPr>
          <p:spPr bwMode="auto">
            <a:xfrm>
              <a:off x="3379" y="2695"/>
              <a:ext cx="1392" cy="37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lnSpc>
                  <a:spcPct val="120000"/>
                </a:lnSpc>
                <a:spcBef>
                  <a:spcPct val="20000"/>
                </a:spcBef>
                <a:buClr>
                  <a:schemeClr val="tx2"/>
                </a:buClr>
                <a:buSzPct val="90000"/>
                <a:buFont typeface="Symbol" pitchFamily="18" charset="2"/>
                <a:buNone/>
                <a:defRPr/>
              </a:pPr>
              <a:r>
                <a:rPr kumimoji="1" lang="zh-CN" altLang="en-US" sz="2800" dirty="0">
                  <a:solidFill>
                    <a:schemeClr val="tx2">
                      <a:lumMod val="60000"/>
                      <a:lumOff val="40000"/>
                    </a:schemeClr>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数据链路层</a:t>
              </a:r>
            </a:p>
          </p:txBody>
        </p:sp>
        <p:sp>
          <p:nvSpPr>
            <p:cNvPr id="41" name="Rectangle 39">
              <a:extLst>
                <a:ext uri="{FF2B5EF4-FFF2-40B4-BE49-F238E27FC236}">
                  <a16:creationId xmlns="" xmlns:a16="http://schemas.microsoft.com/office/drawing/2014/main" id="{3DF8ACD1-EC3E-4577-B3D4-5EB654CBFF4B}"/>
                </a:ext>
              </a:extLst>
            </p:cNvPr>
            <p:cNvSpPr>
              <a:spLocks noChangeArrowheads="1"/>
            </p:cNvSpPr>
            <p:nvPr/>
          </p:nvSpPr>
          <p:spPr bwMode="auto">
            <a:xfrm>
              <a:off x="3379" y="3067"/>
              <a:ext cx="1392" cy="408"/>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lnSpc>
                  <a:spcPct val="150000"/>
                </a:lnSpc>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物理层</a:t>
              </a:r>
            </a:p>
          </p:txBody>
        </p:sp>
      </p:grpSp>
      <p:sp>
        <p:nvSpPr>
          <p:cNvPr id="22" name="Rectangle 3"/>
          <p:cNvSpPr>
            <a:spLocks noGrp="1" noChangeArrowheads="1"/>
          </p:cNvSpPr>
          <p:nvPr>
            <p:ph idx="1"/>
          </p:nvPr>
        </p:nvSpPr>
        <p:spPr>
          <a:xfrm>
            <a:off x="2135560" y="1341562"/>
            <a:ext cx="8280920" cy="4896544"/>
          </a:xfrm>
        </p:spPr>
        <p:txBody>
          <a:bodyPr/>
          <a:lstStyle/>
          <a:p>
            <a:pPr>
              <a:defRPr/>
            </a:pPr>
            <a:r>
              <a:rPr lang="zh-CN" altLang="en-US" sz="3200" b="1" dirty="0" smtClean="0"/>
              <a:t>数据链路层概述</a:t>
            </a:r>
            <a:endParaRPr lang="en-US" altLang="zh-CN" sz="3200" b="1" dirty="0" smtClean="0"/>
          </a:p>
          <a:p>
            <a:pPr>
              <a:defRPr/>
            </a:pPr>
            <a:r>
              <a:rPr lang="zh-CN" altLang="en-US" b="1" dirty="0"/>
              <a:t>数据链路层的几个共同问题</a:t>
            </a:r>
            <a:endParaRPr lang="en-US" altLang="zh-CN" b="1" dirty="0"/>
          </a:p>
          <a:p>
            <a:pPr>
              <a:defRPr/>
            </a:pPr>
            <a:r>
              <a:rPr lang="zh-CN" altLang="en-US" b="1" dirty="0" smtClean="0">
                <a:solidFill>
                  <a:srgbClr val="C00000"/>
                </a:solidFill>
              </a:rPr>
              <a:t>点对点协议</a:t>
            </a:r>
            <a:r>
              <a:rPr lang="en-US" altLang="zh-CN" b="1" dirty="0" smtClean="0">
                <a:solidFill>
                  <a:srgbClr val="C00000"/>
                </a:solidFill>
              </a:rPr>
              <a:t>PPP</a:t>
            </a:r>
          </a:p>
          <a:p>
            <a:pPr>
              <a:defRPr/>
            </a:pPr>
            <a:r>
              <a:rPr lang="zh-CN" altLang="en-US" b="1" dirty="0" smtClean="0"/>
              <a:t>使用广播信道的数据链路层</a:t>
            </a:r>
            <a:endParaRPr lang="en-US" altLang="zh-CN" b="1" dirty="0" smtClean="0">
              <a:solidFill>
                <a:srgbClr val="4D4D4D"/>
              </a:solidFill>
            </a:endParaRPr>
          </a:p>
          <a:p>
            <a:pPr>
              <a:defRPr/>
            </a:pPr>
            <a:r>
              <a:rPr lang="zh-CN" altLang="en-US" sz="3200" b="1" dirty="0" smtClean="0">
                <a:solidFill>
                  <a:srgbClr val="4D4D4D"/>
                </a:solidFill>
              </a:rPr>
              <a:t>扩展的以太网</a:t>
            </a:r>
            <a:endParaRPr lang="zh-CN" altLang="en-US" sz="3200" b="1" dirty="0">
              <a:solidFill>
                <a:srgbClr val="4D4D4D"/>
              </a:solidFill>
            </a:endParaRPr>
          </a:p>
          <a:p>
            <a:pPr>
              <a:defRPr/>
            </a:pPr>
            <a:r>
              <a:rPr lang="zh-CN" altLang="en-US" sz="3200" b="1" dirty="0">
                <a:solidFill>
                  <a:srgbClr val="4D4D4D"/>
                </a:solidFill>
              </a:rPr>
              <a:t>高速以太网</a:t>
            </a:r>
          </a:p>
          <a:p>
            <a:endParaRPr lang="en-US" altLang="zh-CN" b="1" dirty="0"/>
          </a:p>
          <a:p>
            <a:endParaRPr lang="zh-CN" altLang="en-US" b="1" dirty="0"/>
          </a:p>
        </p:txBody>
      </p:sp>
    </p:spTree>
    <p:extLst>
      <p:ext uri="{BB962C8B-B14F-4D97-AF65-F5344CB8AC3E}">
        <p14:creationId xmlns:p14="http://schemas.microsoft.com/office/powerpoint/2010/main" val="1226299053"/>
      </p:ext>
    </p:extLst>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idx="1"/>
          </p:nvPr>
        </p:nvSpPr>
        <p:spPr/>
        <p:txBody>
          <a:bodyPr/>
          <a:lstStyle/>
          <a:p>
            <a:r>
              <a:rPr lang="zh-CN" altLang="en-US" sz="3200" b="1" dirty="0" smtClean="0">
                <a:solidFill>
                  <a:srgbClr val="4D4D4D"/>
                </a:solidFill>
              </a:rPr>
              <a:t>对于点对点链路，目前使用</a:t>
            </a:r>
            <a:r>
              <a:rPr lang="zh-CN" altLang="en-US" sz="3200" b="1" dirty="0">
                <a:solidFill>
                  <a:srgbClr val="4D4D4D"/>
                </a:solidFill>
              </a:rPr>
              <a:t>得</a:t>
            </a:r>
            <a:r>
              <a:rPr lang="zh-CN" altLang="en-US" sz="3200" b="1" dirty="0" smtClean="0">
                <a:solidFill>
                  <a:srgbClr val="4D4D4D"/>
                </a:solidFill>
              </a:rPr>
              <a:t>最广泛的</a:t>
            </a:r>
            <a:r>
              <a:rPr lang="zh-CN" altLang="en-US" sz="3200" b="1" dirty="0">
                <a:solidFill>
                  <a:srgbClr val="4D4D4D"/>
                </a:solidFill>
              </a:rPr>
              <a:t>数据链路层协议是</a:t>
            </a:r>
            <a:r>
              <a:rPr lang="zh-CN" altLang="en-US" sz="3200" b="1" dirty="0">
                <a:solidFill>
                  <a:srgbClr val="C00000"/>
                </a:solidFill>
              </a:rPr>
              <a:t>点对点协议 </a:t>
            </a:r>
            <a:r>
              <a:rPr lang="en-US" altLang="zh-CN" sz="3200" b="1" dirty="0">
                <a:solidFill>
                  <a:srgbClr val="C00000"/>
                </a:solidFill>
              </a:rPr>
              <a:t>PPP </a:t>
            </a:r>
            <a:r>
              <a:rPr lang="en-US" altLang="zh-CN" sz="3200" b="1" dirty="0">
                <a:solidFill>
                  <a:srgbClr val="4D4D4D"/>
                </a:solidFill>
              </a:rPr>
              <a:t>(Point-to-Point Protocol)</a:t>
            </a:r>
            <a:r>
              <a:rPr lang="zh-CN" altLang="en-US" sz="3200" b="1" dirty="0">
                <a:solidFill>
                  <a:srgbClr val="4D4D4D"/>
                </a:solidFill>
              </a:rPr>
              <a:t>。</a:t>
            </a:r>
          </a:p>
          <a:p>
            <a:r>
              <a:rPr lang="zh-CN" altLang="en-US" sz="3200" b="1" dirty="0" smtClean="0">
                <a:solidFill>
                  <a:srgbClr val="4D4D4D"/>
                </a:solidFill>
              </a:rPr>
              <a:t>用户通过</a:t>
            </a:r>
            <a:r>
              <a:rPr lang="en-US" altLang="zh-CN" b="1" dirty="0"/>
              <a:t> </a:t>
            </a:r>
            <a:r>
              <a:rPr lang="en-US" altLang="zh-CN" b="1" dirty="0" smtClean="0"/>
              <a:t>ISP </a:t>
            </a:r>
            <a:r>
              <a:rPr lang="zh-CN" altLang="en-US" b="1" dirty="0" smtClean="0"/>
              <a:t>接入互联</a:t>
            </a:r>
            <a:r>
              <a:rPr lang="zh-CN" altLang="en-US" sz="3200" b="1" dirty="0" smtClean="0">
                <a:solidFill>
                  <a:srgbClr val="4D4D4D"/>
                </a:solidFill>
              </a:rPr>
              <a:t>网</a:t>
            </a:r>
            <a:r>
              <a:rPr lang="zh-CN" altLang="en-US" sz="3200" b="1" dirty="0">
                <a:solidFill>
                  <a:srgbClr val="4D4D4D"/>
                </a:solidFill>
              </a:rPr>
              <a:t>时</a:t>
            </a:r>
            <a:r>
              <a:rPr lang="zh-CN" altLang="en-US" sz="3200" b="1" dirty="0" smtClean="0">
                <a:solidFill>
                  <a:srgbClr val="4D4D4D"/>
                </a:solidFill>
              </a:rPr>
              <a:t>，</a:t>
            </a:r>
            <a:r>
              <a:rPr lang="zh-CN" altLang="en-US" b="1" dirty="0" smtClean="0"/>
              <a:t>用户计算机和 </a:t>
            </a:r>
            <a:r>
              <a:rPr lang="en-US" altLang="zh-CN" b="1" dirty="0" smtClean="0"/>
              <a:t>ISP </a:t>
            </a:r>
            <a:r>
              <a:rPr lang="zh-CN" altLang="en-US" b="1" dirty="0" smtClean="0"/>
              <a:t>进行通信时所使用的数据链路层协议就是</a:t>
            </a:r>
            <a:r>
              <a:rPr lang="zh-CN" altLang="en-US" sz="3200" b="1" dirty="0" smtClean="0">
                <a:solidFill>
                  <a:srgbClr val="4D4D4D"/>
                </a:solidFill>
              </a:rPr>
              <a:t> </a:t>
            </a:r>
            <a:r>
              <a:rPr lang="en-US" altLang="zh-CN" sz="3200" b="1" dirty="0">
                <a:solidFill>
                  <a:srgbClr val="4D4D4D"/>
                </a:solidFill>
              </a:rPr>
              <a:t>PPP </a:t>
            </a:r>
            <a:r>
              <a:rPr lang="zh-CN" altLang="en-US" sz="3200" b="1" dirty="0">
                <a:solidFill>
                  <a:srgbClr val="4D4D4D"/>
                </a:solidFill>
              </a:rPr>
              <a:t>协议。</a:t>
            </a:r>
          </a:p>
        </p:txBody>
      </p:sp>
      <p:sp>
        <p:nvSpPr>
          <p:cNvPr id="36866" name="Rectangle 2"/>
          <p:cNvSpPr>
            <a:spLocks noGrp="1" noChangeArrowheads="1"/>
          </p:cNvSpPr>
          <p:nvPr>
            <p:ph type="title"/>
          </p:nvPr>
        </p:nvSpPr>
        <p:spPr/>
        <p:txBody>
          <a:bodyPr/>
          <a:lstStyle/>
          <a:p>
            <a:r>
              <a:rPr lang="en-US" altLang="zh-CN" sz="4000" dirty="0" smtClean="0">
                <a:solidFill>
                  <a:srgbClr val="FFFFFF"/>
                </a:solidFill>
              </a:rPr>
              <a:t>3.2 </a:t>
            </a:r>
            <a:r>
              <a:rPr lang="zh-CN" altLang="en-US" dirty="0"/>
              <a:t>点对点</a:t>
            </a:r>
            <a:r>
              <a:rPr lang="zh-CN" altLang="en-US" dirty="0" smtClean="0"/>
              <a:t>协议</a:t>
            </a:r>
            <a:r>
              <a:rPr lang="en-US" altLang="zh-CN" sz="4000" dirty="0" smtClean="0">
                <a:solidFill>
                  <a:srgbClr val="FFFFFF"/>
                </a:solidFill>
              </a:rPr>
              <a:t>PPP</a:t>
            </a:r>
            <a:endParaRPr lang="zh-CN" altLang="en-US" sz="4000" dirty="0">
              <a:solidFill>
                <a:srgbClr val="FFFFFF"/>
              </a:solidFill>
            </a:endParaRPr>
          </a:p>
        </p:txBody>
      </p:sp>
    </p:spTree>
    <p:extLst>
      <p:ext uri="{BB962C8B-B14F-4D97-AF65-F5344CB8AC3E}">
        <p14:creationId xmlns:p14="http://schemas.microsoft.com/office/powerpoint/2010/main" val="3938563286"/>
      </p:ext>
    </p:extLst>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ltLang="zh-CN" dirty="0"/>
              <a:t>3.2 </a:t>
            </a:r>
            <a:r>
              <a:rPr lang="zh-CN" altLang="en-US" dirty="0"/>
              <a:t>点对点协议</a:t>
            </a:r>
            <a:r>
              <a:rPr lang="en-US" altLang="zh-CN" dirty="0"/>
              <a:t>PPP</a:t>
            </a:r>
            <a:endParaRPr lang="zh-CN" altLang="en-US" sz="4000" dirty="0">
              <a:solidFill>
                <a:srgbClr val="FFFFFF"/>
              </a:solidFill>
            </a:endParaRPr>
          </a:p>
        </p:txBody>
      </p:sp>
      <p:sp>
        <p:nvSpPr>
          <p:cNvPr id="35843" name="Line 4"/>
          <p:cNvSpPr>
            <a:spLocks noChangeShapeType="1"/>
          </p:cNvSpPr>
          <p:nvPr/>
        </p:nvSpPr>
        <p:spPr bwMode="auto">
          <a:xfrm>
            <a:off x="1295231" y="4857735"/>
            <a:ext cx="5375634" cy="0"/>
          </a:xfrm>
          <a:prstGeom prst="line">
            <a:avLst/>
          </a:prstGeom>
          <a:noFill/>
          <a:ln w="19050">
            <a:solidFill>
              <a:srgbClr val="4D4D4D"/>
            </a:solidFill>
            <a:round/>
            <a:headEnd type="triangle" w="med" len="med"/>
            <a:tailEnd type="triangle" w="med" len="med"/>
          </a:ln>
          <a:extLst>
            <a:ext uri="{909E8E84-426E-40DD-AFC4-6F175D3DCCD1}">
              <a14:hiddenFill xmlns:a14="http://schemas.microsoft.com/office/drawing/2010/main">
                <a:noFill/>
              </a14:hiddenFill>
            </a:ext>
          </a:extLst>
        </p:spPr>
        <p:txBody>
          <a:bodyPr lIns="108850" tIns="54425" rIns="108850" bIns="54425"/>
          <a:lstStyle/>
          <a:p>
            <a:endParaRPr lang="zh-CN" altLang="en-US" sz="2400" b="1"/>
          </a:p>
        </p:txBody>
      </p:sp>
      <p:sp>
        <p:nvSpPr>
          <p:cNvPr id="35844" name="Oval 5"/>
          <p:cNvSpPr>
            <a:spLocks noChangeArrowheads="1"/>
          </p:cNvSpPr>
          <p:nvPr/>
        </p:nvSpPr>
        <p:spPr bwMode="auto">
          <a:xfrm>
            <a:off x="3312153" y="2048797"/>
            <a:ext cx="1248671" cy="2521534"/>
          </a:xfrm>
          <a:prstGeom prst="ellipse">
            <a:avLst/>
          </a:prstGeom>
          <a:solidFill>
            <a:srgbClr val="CCFFFF">
              <a:alpha val="50195"/>
            </a:srgbClr>
          </a:solidFill>
          <a:ln w="9525">
            <a:solidFill>
              <a:srgbClr val="4D4D4D"/>
            </a:solidFill>
            <a:round/>
            <a:headEnd/>
            <a:tailEnd/>
          </a:ln>
        </p:spPr>
        <p:txBody>
          <a:bodyPr wrap="none" lIns="108850" tIns="54425" rIns="108850" bIns="54425" anchor="ctr"/>
          <a:lstStyle/>
          <a:p>
            <a:pPr eaLnBrk="1" hangingPunct="1"/>
            <a:endParaRPr lang="zh-CN" altLang="en-US" sz="2400" b="1"/>
          </a:p>
        </p:txBody>
      </p:sp>
      <p:sp>
        <p:nvSpPr>
          <p:cNvPr id="35845" name="Text Box 6"/>
          <p:cNvSpPr txBox="1">
            <a:spLocks noChangeArrowheads="1"/>
          </p:cNvSpPr>
          <p:nvPr/>
        </p:nvSpPr>
        <p:spPr bwMode="auto">
          <a:xfrm>
            <a:off x="239153" y="2781722"/>
            <a:ext cx="580502" cy="140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800" dirty="0">
                <a:solidFill>
                  <a:srgbClr val="4D4D4D"/>
                </a:solidFill>
                <a:latin typeface="Arial" charset="0"/>
              </a:rPr>
              <a:t>用</a:t>
            </a:r>
          </a:p>
          <a:p>
            <a:pPr eaLnBrk="1" hangingPunct="1"/>
            <a:endParaRPr kumimoji="1" lang="zh-CN" altLang="en-US" sz="2800" dirty="0">
              <a:solidFill>
                <a:srgbClr val="4D4D4D"/>
              </a:solidFill>
              <a:latin typeface="Arial" charset="0"/>
            </a:endParaRPr>
          </a:p>
          <a:p>
            <a:pPr eaLnBrk="1" hangingPunct="1"/>
            <a:r>
              <a:rPr kumimoji="1" lang="zh-CN" altLang="en-US" sz="2800" dirty="0">
                <a:solidFill>
                  <a:srgbClr val="4D4D4D"/>
                </a:solidFill>
                <a:latin typeface="Arial" charset="0"/>
              </a:rPr>
              <a:t>户</a:t>
            </a:r>
          </a:p>
        </p:txBody>
      </p:sp>
      <p:sp>
        <p:nvSpPr>
          <p:cNvPr id="35846" name="Text Box 7"/>
          <p:cNvSpPr txBox="1">
            <a:spLocks noChangeArrowheads="1"/>
          </p:cNvSpPr>
          <p:nvPr/>
        </p:nvSpPr>
        <p:spPr bwMode="auto">
          <a:xfrm>
            <a:off x="10409341" y="2925738"/>
            <a:ext cx="1662529" cy="54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800" dirty="0">
                <a:solidFill>
                  <a:srgbClr val="4D4D4D"/>
                </a:solidFill>
                <a:latin typeface="Arial" charset="0"/>
              </a:rPr>
              <a:t>至因特网</a:t>
            </a:r>
          </a:p>
        </p:txBody>
      </p:sp>
      <p:pic>
        <p:nvPicPr>
          <p:cNvPr id="35847" name="Picture 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2166" y="2193293"/>
            <a:ext cx="501584" cy="4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8" name="Rectangle 9"/>
          <p:cNvSpPr>
            <a:spLocks noChangeArrowheads="1"/>
          </p:cNvSpPr>
          <p:nvPr/>
        </p:nvSpPr>
        <p:spPr bwMode="auto">
          <a:xfrm>
            <a:off x="6711077" y="2266335"/>
            <a:ext cx="2935434" cy="2232542"/>
          </a:xfrm>
          <a:prstGeom prst="rect">
            <a:avLst/>
          </a:prstGeom>
          <a:solidFill>
            <a:srgbClr val="FFCCFF"/>
          </a:solidFill>
          <a:ln w="19050">
            <a:solidFill>
              <a:schemeClr val="tx1"/>
            </a:solidFill>
            <a:miter lim="800000"/>
            <a:headEnd/>
            <a:tailEnd/>
          </a:ln>
          <a:effectLst>
            <a:outerShdw dist="35921" dir="2700000" algn="ctr" rotWithShape="0">
              <a:schemeClr val="bg2"/>
            </a:outerShdw>
          </a:effectLst>
        </p:spPr>
        <p:txBody>
          <a:bodyPr wrap="none" lIns="108850" tIns="54425" rIns="108850" bIns="54425" anchor="ctr"/>
          <a:lstStyle/>
          <a:p>
            <a:pPr eaLnBrk="1" hangingPunct="1"/>
            <a:endParaRPr lang="zh-CN" altLang="en-US" sz="2400" b="1"/>
          </a:p>
        </p:txBody>
      </p:sp>
      <p:sp>
        <p:nvSpPr>
          <p:cNvPr id="35849" name="Text Box 10"/>
          <p:cNvSpPr txBox="1">
            <a:spLocks noChangeArrowheads="1"/>
          </p:cNvSpPr>
          <p:nvPr/>
        </p:nvSpPr>
        <p:spPr bwMode="auto">
          <a:xfrm>
            <a:off x="6711077" y="2306032"/>
            <a:ext cx="2935434" cy="140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algn="ctr" eaLnBrk="1" hangingPunct="1"/>
            <a:r>
              <a:rPr kumimoji="1" lang="zh-CN" altLang="en-US" sz="2800" dirty="0" smtClean="0">
                <a:solidFill>
                  <a:srgbClr val="4D4D4D"/>
                </a:solidFill>
                <a:latin typeface="Arial" charset="0"/>
              </a:rPr>
              <a:t>已从互联网</a:t>
            </a:r>
            <a:r>
              <a:rPr kumimoji="1" lang="zh-CN" altLang="en-US" sz="2800" dirty="0">
                <a:solidFill>
                  <a:srgbClr val="4D4D4D"/>
                </a:solidFill>
                <a:latin typeface="Arial" charset="0"/>
              </a:rPr>
              <a:t>管理</a:t>
            </a:r>
            <a:r>
              <a:rPr kumimoji="1" lang="zh-CN" altLang="en-US" sz="2800" dirty="0" smtClean="0">
                <a:solidFill>
                  <a:srgbClr val="4D4D4D"/>
                </a:solidFill>
                <a:latin typeface="Arial" charset="0"/>
              </a:rPr>
              <a:t>机构申请</a:t>
            </a:r>
            <a:r>
              <a:rPr kumimoji="1" lang="zh-CN" altLang="en-US" sz="2800" dirty="0">
                <a:solidFill>
                  <a:srgbClr val="4D4D4D"/>
                </a:solidFill>
                <a:latin typeface="Arial" charset="0"/>
              </a:rPr>
              <a:t>到一批 </a:t>
            </a:r>
            <a:r>
              <a:rPr kumimoji="1" lang="en-US" altLang="zh-CN" sz="2800" dirty="0">
                <a:solidFill>
                  <a:srgbClr val="4D4D4D"/>
                </a:solidFill>
                <a:latin typeface="Arial" charset="0"/>
              </a:rPr>
              <a:t>IP </a:t>
            </a:r>
            <a:r>
              <a:rPr kumimoji="1" lang="zh-CN" altLang="en-US" sz="2800" dirty="0">
                <a:solidFill>
                  <a:srgbClr val="4D4D4D"/>
                </a:solidFill>
                <a:latin typeface="Arial" charset="0"/>
              </a:rPr>
              <a:t>地址</a:t>
            </a:r>
          </a:p>
        </p:txBody>
      </p:sp>
      <p:sp>
        <p:nvSpPr>
          <p:cNvPr id="35850" name="Text Box 11"/>
          <p:cNvSpPr txBox="1">
            <a:spLocks noChangeArrowheads="1"/>
          </p:cNvSpPr>
          <p:nvPr/>
        </p:nvSpPr>
        <p:spPr bwMode="auto">
          <a:xfrm>
            <a:off x="7860277" y="3969114"/>
            <a:ext cx="796907" cy="54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en-US" altLang="zh-CN" sz="2800" dirty="0">
                <a:solidFill>
                  <a:srgbClr val="4D4D4D"/>
                </a:solidFill>
                <a:latin typeface="Arial" charset="0"/>
              </a:rPr>
              <a:t>ISP</a:t>
            </a:r>
          </a:p>
        </p:txBody>
      </p:sp>
      <p:sp>
        <p:nvSpPr>
          <p:cNvPr id="35851" name="Freeform 12"/>
          <p:cNvSpPr>
            <a:spLocks/>
          </p:cNvSpPr>
          <p:nvPr/>
        </p:nvSpPr>
        <p:spPr bwMode="auto">
          <a:xfrm>
            <a:off x="9654976" y="3417540"/>
            <a:ext cx="2008456" cy="114326"/>
          </a:xfrm>
          <a:custGeom>
            <a:avLst/>
            <a:gdLst>
              <a:gd name="T0" fmla="*/ 0 w 949"/>
              <a:gd name="T1" fmla="*/ 0 h 72"/>
              <a:gd name="T2" fmla="*/ 2147483646 w 949"/>
              <a:gd name="T3" fmla="*/ 0 h 72"/>
              <a:gd name="T4" fmla="*/ 2147483646 w 949"/>
              <a:gd name="T5" fmla="*/ 2147483646 h 72"/>
              <a:gd name="T6" fmla="*/ 2147483646 w 949"/>
              <a:gd name="T7" fmla="*/ 2147483646 h 72"/>
              <a:gd name="T8" fmla="*/ 0 60000 65536"/>
              <a:gd name="T9" fmla="*/ 0 60000 65536"/>
              <a:gd name="T10" fmla="*/ 0 60000 65536"/>
              <a:gd name="T11" fmla="*/ 0 60000 65536"/>
              <a:gd name="T12" fmla="*/ 0 w 949"/>
              <a:gd name="T13" fmla="*/ 0 h 72"/>
              <a:gd name="T14" fmla="*/ 949 w 949"/>
              <a:gd name="T15" fmla="*/ 72 h 72"/>
            </a:gdLst>
            <a:ahLst/>
            <a:cxnLst>
              <a:cxn ang="T8">
                <a:pos x="T0" y="T1"/>
              </a:cxn>
              <a:cxn ang="T9">
                <a:pos x="T2" y="T3"/>
              </a:cxn>
              <a:cxn ang="T10">
                <a:pos x="T4" y="T5"/>
              </a:cxn>
              <a:cxn ang="T11">
                <a:pos x="T6" y="T7"/>
              </a:cxn>
            </a:cxnLst>
            <a:rect l="T12" t="T13" r="T14" b="T15"/>
            <a:pathLst>
              <a:path w="949" h="72">
                <a:moveTo>
                  <a:pt x="0" y="0"/>
                </a:moveTo>
                <a:lnTo>
                  <a:pt x="379" y="0"/>
                </a:lnTo>
                <a:lnTo>
                  <a:pt x="297" y="72"/>
                </a:lnTo>
                <a:lnTo>
                  <a:pt x="949" y="62"/>
                </a:lnTo>
              </a:path>
            </a:pathLst>
          </a:custGeom>
          <a:noFill/>
          <a:ln w="57150">
            <a:solidFill>
              <a:srgbClr val="4D4D4D"/>
            </a:solidFill>
            <a:round/>
            <a:headEnd/>
            <a:tailEnd/>
          </a:ln>
          <a:extLst>
            <a:ext uri="{909E8E84-426E-40DD-AFC4-6F175D3DCCD1}">
              <a14:hiddenFill xmlns:a14="http://schemas.microsoft.com/office/drawing/2010/main">
                <a:solidFill>
                  <a:srgbClr val="FFFFFF"/>
                </a:solidFill>
              </a14:hiddenFill>
            </a:ext>
          </a:extLst>
        </p:spPr>
        <p:txBody>
          <a:bodyPr wrap="none" lIns="108850" tIns="54425" rIns="108850" bIns="54425" anchor="ctr"/>
          <a:lstStyle/>
          <a:p>
            <a:endParaRPr lang="zh-CN" altLang="en-US" sz="2400" b="1">
              <a:solidFill>
                <a:srgbClr val="4D4D4D"/>
              </a:solidFill>
            </a:endParaRPr>
          </a:p>
        </p:txBody>
      </p:sp>
      <p:pic>
        <p:nvPicPr>
          <p:cNvPr id="35852" name="Picture 1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2166" y="2668066"/>
            <a:ext cx="501584" cy="401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53" name="Picture 1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2166" y="3144427"/>
            <a:ext cx="501584" cy="401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54" name="Picture 1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2166" y="3620787"/>
            <a:ext cx="501584" cy="401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55" name="Picture 1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2166" y="4097147"/>
            <a:ext cx="501584" cy="401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56" name="Line 17"/>
          <p:cNvSpPr>
            <a:spLocks noChangeShapeType="1"/>
          </p:cNvSpPr>
          <p:nvPr/>
        </p:nvSpPr>
        <p:spPr bwMode="auto">
          <a:xfrm>
            <a:off x="1295231" y="2409244"/>
            <a:ext cx="5375634" cy="288992"/>
          </a:xfrm>
          <a:prstGeom prst="line">
            <a:avLst/>
          </a:prstGeom>
          <a:noFill/>
          <a:ln w="19050">
            <a:solidFill>
              <a:srgbClr val="4D4D4D"/>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sz="2400" b="1"/>
          </a:p>
        </p:txBody>
      </p:sp>
      <p:sp>
        <p:nvSpPr>
          <p:cNvPr id="35857" name="Text Box 18"/>
          <p:cNvSpPr txBox="1">
            <a:spLocks noChangeArrowheads="1"/>
          </p:cNvSpPr>
          <p:nvPr/>
        </p:nvSpPr>
        <p:spPr bwMode="auto">
          <a:xfrm>
            <a:off x="3286894" y="2925738"/>
            <a:ext cx="1301853" cy="54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800" dirty="0">
                <a:solidFill>
                  <a:srgbClr val="4D4D4D"/>
                </a:solidFill>
                <a:latin typeface="Arial" charset="0"/>
              </a:rPr>
              <a:t>接入网</a:t>
            </a:r>
          </a:p>
        </p:txBody>
      </p:sp>
      <p:sp>
        <p:nvSpPr>
          <p:cNvPr id="35858" name="Line 19"/>
          <p:cNvSpPr>
            <a:spLocks noChangeShapeType="1"/>
          </p:cNvSpPr>
          <p:nvPr/>
        </p:nvSpPr>
        <p:spPr bwMode="auto">
          <a:xfrm>
            <a:off x="1295231" y="2914185"/>
            <a:ext cx="5375634" cy="142908"/>
          </a:xfrm>
          <a:prstGeom prst="line">
            <a:avLst/>
          </a:prstGeom>
          <a:noFill/>
          <a:ln w="19050">
            <a:solidFill>
              <a:srgbClr val="4D4D4D"/>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sz="2400" b="1"/>
          </a:p>
        </p:txBody>
      </p:sp>
      <p:sp>
        <p:nvSpPr>
          <p:cNvPr id="35859" name="Line 20"/>
          <p:cNvSpPr>
            <a:spLocks noChangeShapeType="1"/>
          </p:cNvSpPr>
          <p:nvPr/>
        </p:nvSpPr>
        <p:spPr bwMode="auto">
          <a:xfrm>
            <a:off x="1295231" y="3417539"/>
            <a:ext cx="5375634" cy="0"/>
          </a:xfrm>
          <a:prstGeom prst="line">
            <a:avLst/>
          </a:prstGeom>
          <a:noFill/>
          <a:ln w="19050">
            <a:solidFill>
              <a:srgbClr val="4D4D4D"/>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sz="2400" b="1"/>
          </a:p>
        </p:txBody>
      </p:sp>
      <p:sp>
        <p:nvSpPr>
          <p:cNvPr id="35860" name="Line 21"/>
          <p:cNvSpPr>
            <a:spLocks noChangeShapeType="1"/>
          </p:cNvSpPr>
          <p:nvPr/>
        </p:nvSpPr>
        <p:spPr bwMode="auto">
          <a:xfrm flipV="1">
            <a:off x="1295232" y="3709707"/>
            <a:ext cx="5398914" cy="139732"/>
          </a:xfrm>
          <a:prstGeom prst="line">
            <a:avLst/>
          </a:prstGeom>
          <a:noFill/>
          <a:ln w="19050">
            <a:solidFill>
              <a:srgbClr val="4D4D4D"/>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sz="2400" b="1"/>
          </a:p>
        </p:txBody>
      </p:sp>
      <p:sp>
        <p:nvSpPr>
          <p:cNvPr id="35861" name="Line 22"/>
          <p:cNvSpPr>
            <a:spLocks noChangeShapeType="1"/>
          </p:cNvSpPr>
          <p:nvPr/>
        </p:nvSpPr>
        <p:spPr bwMode="auto">
          <a:xfrm flipV="1">
            <a:off x="1295231" y="4065390"/>
            <a:ext cx="5375634" cy="288992"/>
          </a:xfrm>
          <a:prstGeom prst="line">
            <a:avLst/>
          </a:prstGeom>
          <a:noFill/>
          <a:ln w="19050">
            <a:solidFill>
              <a:srgbClr val="4D4D4D"/>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sz="2400" b="1"/>
          </a:p>
        </p:txBody>
      </p:sp>
      <p:sp>
        <p:nvSpPr>
          <p:cNvPr id="35862" name="Text Box 23"/>
          <p:cNvSpPr txBox="1">
            <a:spLocks noChangeArrowheads="1"/>
          </p:cNvSpPr>
          <p:nvPr/>
        </p:nvSpPr>
        <p:spPr bwMode="auto">
          <a:xfrm>
            <a:off x="3312153" y="4652900"/>
            <a:ext cx="1750630" cy="54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en-US" altLang="zh-CN" sz="2800" dirty="0">
                <a:solidFill>
                  <a:srgbClr val="4D4D4D"/>
                </a:solidFill>
                <a:latin typeface="Arial" charset="0"/>
              </a:rPr>
              <a:t>PPP </a:t>
            </a:r>
            <a:r>
              <a:rPr kumimoji="1" lang="zh-CN" altLang="en-US" sz="2800" dirty="0">
                <a:solidFill>
                  <a:srgbClr val="4D4D4D"/>
                </a:solidFill>
                <a:latin typeface="Arial" charset="0"/>
              </a:rPr>
              <a:t>协议</a:t>
            </a:r>
          </a:p>
        </p:txBody>
      </p:sp>
    </p:spTree>
    <p:extLst>
      <p:ext uri="{BB962C8B-B14F-4D97-AF65-F5344CB8AC3E}">
        <p14:creationId xmlns:p14="http://schemas.microsoft.com/office/powerpoint/2010/main" val="458519259"/>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idx="1"/>
          </p:nvPr>
        </p:nvSpPr>
        <p:spPr>
          <a:xfrm>
            <a:off x="442800" y="1267199"/>
            <a:ext cx="11125014" cy="4896000"/>
          </a:xfrm>
        </p:spPr>
        <p:txBody>
          <a:bodyPr/>
          <a:lstStyle/>
          <a:p>
            <a:r>
              <a:rPr lang="en-US" altLang="zh-CN" sz="3200" b="1" dirty="0" smtClean="0">
                <a:solidFill>
                  <a:srgbClr val="4D4D4D"/>
                </a:solidFill>
              </a:rPr>
              <a:t>PPP </a:t>
            </a:r>
            <a:r>
              <a:rPr lang="zh-CN" altLang="en-US" sz="3200" b="1" dirty="0" smtClean="0">
                <a:solidFill>
                  <a:srgbClr val="4D4D4D"/>
                </a:solidFill>
              </a:rPr>
              <a:t>协议应满足的需求：</a:t>
            </a:r>
            <a:endParaRPr lang="zh-CN" altLang="en-US" sz="3200" b="1" dirty="0">
              <a:solidFill>
                <a:srgbClr val="4D4D4D"/>
              </a:solidFill>
            </a:endParaRPr>
          </a:p>
          <a:p>
            <a:pPr lvl="1"/>
            <a:r>
              <a:rPr lang="zh-CN" altLang="en-US" sz="2800" b="1" dirty="0" smtClean="0">
                <a:solidFill>
                  <a:srgbClr val="4D4D4D"/>
                </a:solidFill>
                <a:cs typeface="+mn-cs"/>
              </a:rPr>
              <a:t>简单：不要求可靠传输；</a:t>
            </a:r>
          </a:p>
          <a:p>
            <a:pPr lvl="1"/>
            <a:r>
              <a:rPr lang="zh-CN" altLang="en-US" sz="2800" b="1" dirty="0" smtClean="0">
                <a:solidFill>
                  <a:srgbClr val="4D4D4D"/>
                </a:solidFill>
                <a:cs typeface="+mn-cs"/>
              </a:rPr>
              <a:t>封装成</a:t>
            </a:r>
            <a:r>
              <a:rPr lang="zh-CN" altLang="en-US" b="1" dirty="0">
                <a:cs typeface="+mn-cs"/>
              </a:rPr>
              <a:t>帧：规定特殊的字符作为</a:t>
            </a:r>
            <a:r>
              <a:rPr lang="zh-CN" altLang="en-US" b="1" dirty="0">
                <a:solidFill>
                  <a:srgbClr val="C00000"/>
                </a:solidFill>
                <a:cs typeface="+mn-cs"/>
              </a:rPr>
              <a:t>帧</a:t>
            </a:r>
            <a:r>
              <a:rPr lang="zh-CN" altLang="en-US" b="1" dirty="0" smtClean="0">
                <a:solidFill>
                  <a:srgbClr val="C00000"/>
                </a:solidFill>
                <a:cs typeface="+mn-cs"/>
              </a:rPr>
              <a:t>定界符</a:t>
            </a:r>
            <a:r>
              <a:rPr lang="zh-CN" altLang="en-US" b="1" dirty="0" smtClean="0">
                <a:cs typeface="+mn-cs"/>
              </a:rPr>
              <a:t>；</a:t>
            </a:r>
            <a:endParaRPr lang="zh-CN" altLang="en-US" sz="2800" b="1" dirty="0" smtClean="0">
              <a:solidFill>
                <a:srgbClr val="4D4D4D"/>
              </a:solidFill>
              <a:cs typeface="+mn-cs"/>
            </a:endParaRPr>
          </a:p>
          <a:p>
            <a:pPr lvl="1"/>
            <a:r>
              <a:rPr lang="zh-CN" altLang="en-US" sz="2800" b="1" dirty="0" smtClean="0">
                <a:solidFill>
                  <a:srgbClr val="4D4D4D"/>
                </a:solidFill>
                <a:cs typeface="+mn-cs"/>
              </a:rPr>
              <a:t>透明性：解决透明传输的问题；</a:t>
            </a:r>
            <a:endParaRPr lang="zh-CN" altLang="en-US" sz="2800" b="1" dirty="0">
              <a:solidFill>
                <a:srgbClr val="4D4D4D"/>
              </a:solidFill>
              <a:cs typeface="+mn-cs"/>
            </a:endParaRPr>
          </a:p>
          <a:p>
            <a:pPr lvl="1"/>
            <a:r>
              <a:rPr lang="zh-CN" altLang="en-US" sz="2800" b="1" dirty="0">
                <a:solidFill>
                  <a:srgbClr val="4D4D4D"/>
                </a:solidFill>
                <a:cs typeface="+mn-cs"/>
              </a:rPr>
              <a:t>多种网络层</a:t>
            </a:r>
            <a:r>
              <a:rPr lang="zh-CN" altLang="en-US" b="1" dirty="0">
                <a:cs typeface="+mn-cs"/>
              </a:rPr>
              <a:t>协议：</a:t>
            </a:r>
            <a:r>
              <a:rPr lang="zh-CN" altLang="en-US" b="1" dirty="0" smtClean="0">
                <a:cs typeface="+mn-cs"/>
              </a:rPr>
              <a:t>能够同时</a:t>
            </a:r>
            <a:r>
              <a:rPr lang="zh-CN" altLang="en-US" b="1" dirty="0">
                <a:cs typeface="+mn-cs"/>
              </a:rPr>
              <a:t>支持多种网络层</a:t>
            </a:r>
            <a:r>
              <a:rPr lang="zh-CN" altLang="en-US" b="1" dirty="0" smtClean="0">
                <a:cs typeface="+mn-cs"/>
              </a:rPr>
              <a:t>协议；</a:t>
            </a:r>
            <a:endParaRPr lang="zh-CN" altLang="en-US" sz="2800" b="1" dirty="0">
              <a:solidFill>
                <a:srgbClr val="4D4D4D"/>
              </a:solidFill>
              <a:cs typeface="+mn-cs"/>
            </a:endParaRPr>
          </a:p>
          <a:p>
            <a:pPr lvl="1"/>
            <a:r>
              <a:rPr lang="zh-CN" altLang="en-US" sz="2800" b="1" dirty="0">
                <a:solidFill>
                  <a:srgbClr val="4D4D4D"/>
                </a:solidFill>
                <a:cs typeface="+mn-cs"/>
              </a:rPr>
              <a:t>多种类型</a:t>
            </a:r>
            <a:r>
              <a:rPr lang="zh-CN" altLang="en-US" b="1" dirty="0">
                <a:cs typeface="+mn-cs"/>
              </a:rPr>
              <a:t>链路：能够在多种类型的链路上</a:t>
            </a:r>
            <a:r>
              <a:rPr lang="zh-CN" altLang="en-US" b="1" dirty="0" smtClean="0">
                <a:cs typeface="+mn-cs"/>
              </a:rPr>
              <a:t>运行；</a:t>
            </a:r>
            <a:endParaRPr lang="zh-CN" altLang="en-US" sz="2800" b="1" dirty="0">
              <a:solidFill>
                <a:srgbClr val="4D4D4D"/>
              </a:solidFill>
              <a:cs typeface="+mn-cs"/>
            </a:endParaRPr>
          </a:p>
          <a:p>
            <a:pPr lvl="1"/>
            <a:r>
              <a:rPr lang="zh-CN" altLang="en-US" b="1" dirty="0" smtClean="0">
                <a:cs typeface="+mn-cs"/>
              </a:rPr>
              <a:t>差错检测：能够对收到的帧进行检测，并立即丢弃有差错的帧；</a:t>
            </a:r>
            <a:endParaRPr lang="zh-CN" altLang="en-US" sz="2800" b="1" dirty="0" smtClean="0">
              <a:solidFill>
                <a:srgbClr val="4D4D4D"/>
              </a:solidFill>
              <a:cs typeface="+mn-cs"/>
            </a:endParaRPr>
          </a:p>
        </p:txBody>
      </p:sp>
      <p:sp>
        <p:nvSpPr>
          <p:cNvPr id="37890" name="Rectangle 2"/>
          <p:cNvSpPr>
            <a:spLocks noGrp="1" noChangeArrowheads="1"/>
          </p:cNvSpPr>
          <p:nvPr>
            <p:ph type="title"/>
          </p:nvPr>
        </p:nvSpPr>
        <p:spPr/>
        <p:txBody>
          <a:bodyPr/>
          <a:lstStyle/>
          <a:p>
            <a:r>
              <a:rPr lang="en-US" altLang="zh-CN" sz="4000" dirty="0" smtClean="0">
                <a:solidFill>
                  <a:srgbClr val="FFFFFF"/>
                </a:solidFill>
              </a:rPr>
              <a:t>3.2.1 PPP</a:t>
            </a:r>
            <a:r>
              <a:rPr lang="zh-CN" altLang="en-US" sz="4000" dirty="0" smtClean="0">
                <a:solidFill>
                  <a:srgbClr val="FFFFFF"/>
                </a:solidFill>
              </a:rPr>
              <a:t>协议的特点</a:t>
            </a:r>
            <a:endParaRPr lang="en-US" altLang="zh-CN" sz="4000" dirty="0">
              <a:solidFill>
                <a:srgbClr val="FFFFFF"/>
              </a:solidFill>
            </a:endParaRPr>
          </a:p>
        </p:txBody>
      </p:sp>
    </p:spTree>
    <p:extLst>
      <p:ext uri="{BB962C8B-B14F-4D97-AF65-F5344CB8AC3E}">
        <p14:creationId xmlns:p14="http://schemas.microsoft.com/office/powerpoint/2010/main" val="3590592651"/>
      </p:ext>
    </p:extLst>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idx="1"/>
          </p:nvPr>
        </p:nvSpPr>
        <p:spPr>
          <a:xfrm>
            <a:off x="442800" y="1267199"/>
            <a:ext cx="10908990" cy="4896000"/>
          </a:xfrm>
        </p:spPr>
        <p:txBody>
          <a:bodyPr/>
          <a:lstStyle/>
          <a:p>
            <a:r>
              <a:rPr lang="en-US" altLang="zh-CN" sz="3200" b="1" dirty="0" smtClean="0">
                <a:solidFill>
                  <a:srgbClr val="4D4D4D"/>
                </a:solidFill>
              </a:rPr>
              <a:t>PPP </a:t>
            </a:r>
            <a:r>
              <a:rPr lang="zh-CN" altLang="en-US" sz="3200" b="1" dirty="0" smtClean="0">
                <a:solidFill>
                  <a:srgbClr val="4D4D4D"/>
                </a:solidFill>
              </a:rPr>
              <a:t>协议应满足的需求：</a:t>
            </a:r>
            <a:endParaRPr lang="zh-CN" altLang="en-US" sz="3200" b="1" dirty="0">
              <a:solidFill>
                <a:srgbClr val="4D4D4D"/>
              </a:solidFill>
            </a:endParaRPr>
          </a:p>
          <a:p>
            <a:pPr lvl="1"/>
            <a:r>
              <a:rPr lang="zh-CN" altLang="en-US" sz="2800" b="1" dirty="0" smtClean="0">
                <a:solidFill>
                  <a:srgbClr val="4D4D4D"/>
                </a:solidFill>
                <a:cs typeface="+mn-cs"/>
              </a:rPr>
              <a:t>检测</a:t>
            </a:r>
            <a:r>
              <a:rPr lang="zh-CN" altLang="en-US" sz="2800" b="1" dirty="0">
                <a:solidFill>
                  <a:srgbClr val="4D4D4D"/>
                </a:solidFill>
                <a:cs typeface="+mn-cs"/>
              </a:rPr>
              <a:t>连接</a:t>
            </a:r>
            <a:r>
              <a:rPr lang="zh-CN" altLang="en-US" b="1" dirty="0">
                <a:cs typeface="+mn-cs"/>
              </a:rPr>
              <a:t>状态：能够及时自动检测出链路是否处于正常</a:t>
            </a:r>
            <a:r>
              <a:rPr lang="zh-CN" altLang="en-US" b="1" dirty="0" smtClean="0">
                <a:cs typeface="+mn-cs"/>
              </a:rPr>
              <a:t>工作状态；</a:t>
            </a:r>
            <a:endParaRPr lang="zh-CN" altLang="en-US" sz="2800" b="1" dirty="0">
              <a:solidFill>
                <a:srgbClr val="4D4D4D"/>
              </a:solidFill>
              <a:cs typeface="+mn-cs"/>
            </a:endParaRPr>
          </a:p>
          <a:p>
            <a:pPr lvl="1"/>
            <a:r>
              <a:rPr lang="zh-CN" altLang="en-US" sz="2800" b="1" dirty="0">
                <a:solidFill>
                  <a:srgbClr val="4D4D4D"/>
                </a:solidFill>
                <a:cs typeface="+mn-cs"/>
              </a:rPr>
              <a:t>最大传送</a:t>
            </a:r>
            <a:r>
              <a:rPr lang="zh-CN" altLang="en-US" b="1" dirty="0">
                <a:cs typeface="+mn-cs"/>
              </a:rPr>
              <a:t>单元：对每一种类型的点对点链路设置最大传送单元  </a:t>
            </a:r>
            <a:r>
              <a:rPr lang="en-US" altLang="zh-CN" b="1" dirty="0">
                <a:cs typeface="+mn-cs"/>
              </a:rPr>
              <a:t>MTU </a:t>
            </a:r>
            <a:r>
              <a:rPr lang="zh-CN" altLang="en-US" b="1" dirty="0">
                <a:cs typeface="+mn-cs"/>
              </a:rPr>
              <a:t>的标准默认</a:t>
            </a:r>
            <a:r>
              <a:rPr lang="zh-CN" altLang="en-US" b="1" dirty="0" smtClean="0">
                <a:cs typeface="+mn-cs"/>
              </a:rPr>
              <a:t>值（</a:t>
            </a:r>
            <a:r>
              <a:rPr lang="en-US" altLang="zh-CN" b="1" dirty="0" smtClean="0">
                <a:cs typeface="+mn-cs"/>
              </a:rPr>
              <a:t>1500 </a:t>
            </a:r>
            <a:r>
              <a:rPr lang="zh-CN" altLang="en-US" b="1" dirty="0" smtClean="0">
                <a:cs typeface="+mn-cs"/>
              </a:rPr>
              <a:t>字节）；</a:t>
            </a:r>
            <a:endParaRPr lang="zh-CN" altLang="en-US" sz="2800" b="1" dirty="0">
              <a:solidFill>
                <a:srgbClr val="4D4D4D"/>
              </a:solidFill>
              <a:cs typeface="+mn-cs"/>
            </a:endParaRPr>
          </a:p>
          <a:p>
            <a:pPr lvl="1"/>
            <a:r>
              <a:rPr lang="zh-CN" altLang="en-US" sz="2800" b="1" dirty="0">
                <a:solidFill>
                  <a:srgbClr val="4D4D4D"/>
                </a:solidFill>
                <a:cs typeface="+mn-cs"/>
              </a:rPr>
              <a:t>网络层地址</a:t>
            </a:r>
            <a:r>
              <a:rPr lang="zh-CN" altLang="en-US" b="1" dirty="0">
                <a:cs typeface="+mn-cs"/>
              </a:rPr>
              <a:t>协商：提供一种机制使通信的两个网络层实体能够通过协商知道或能够配置彼此的网络层</a:t>
            </a:r>
            <a:r>
              <a:rPr lang="zh-CN" altLang="en-US" b="1" dirty="0" smtClean="0">
                <a:cs typeface="+mn-cs"/>
              </a:rPr>
              <a:t>地址；</a:t>
            </a:r>
            <a:endParaRPr lang="zh-CN" altLang="en-US" sz="2800" b="1" dirty="0">
              <a:solidFill>
                <a:srgbClr val="4D4D4D"/>
              </a:solidFill>
              <a:cs typeface="+mn-cs"/>
            </a:endParaRPr>
          </a:p>
          <a:p>
            <a:pPr lvl="1"/>
            <a:r>
              <a:rPr lang="zh-CN" altLang="en-US" b="1" dirty="0">
                <a:cs typeface="+mn-cs"/>
              </a:rPr>
              <a:t>数据压缩协商：提供一种方法来协商使用数据压缩算法。</a:t>
            </a:r>
          </a:p>
          <a:p>
            <a:pPr lvl="1"/>
            <a:endParaRPr lang="zh-CN" altLang="en-US" sz="2800" b="1" dirty="0" smtClean="0">
              <a:solidFill>
                <a:srgbClr val="4D4D4D"/>
              </a:solidFill>
              <a:cs typeface="+mn-cs"/>
            </a:endParaRPr>
          </a:p>
          <a:p>
            <a:endParaRPr lang="zh-CN" altLang="en-US" b="1" dirty="0"/>
          </a:p>
        </p:txBody>
      </p:sp>
      <p:sp>
        <p:nvSpPr>
          <p:cNvPr id="37890" name="Rectangle 2"/>
          <p:cNvSpPr>
            <a:spLocks noGrp="1" noChangeArrowheads="1"/>
          </p:cNvSpPr>
          <p:nvPr>
            <p:ph type="title"/>
          </p:nvPr>
        </p:nvSpPr>
        <p:spPr/>
        <p:txBody>
          <a:bodyPr/>
          <a:lstStyle/>
          <a:p>
            <a:r>
              <a:rPr lang="en-US" altLang="zh-CN" sz="4000" dirty="0" smtClean="0">
                <a:solidFill>
                  <a:srgbClr val="FFFFFF"/>
                </a:solidFill>
              </a:rPr>
              <a:t>3.2.1 PPP</a:t>
            </a:r>
            <a:r>
              <a:rPr lang="zh-CN" altLang="en-US" sz="4000" dirty="0" smtClean="0">
                <a:solidFill>
                  <a:srgbClr val="FFFFFF"/>
                </a:solidFill>
              </a:rPr>
              <a:t>协议的特点</a:t>
            </a:r>
            <a:endParaRPr lang="en-US" altLang="zh-CN" sz="4000" dirty="0">
              <a:solidFill>
                <a:srgbClr val="FFFFFF"/>
              </a:solidFill>
            </a:endParaRPr>
          </a:p>
        </p:txBody>
      </p:sp>
    </p:spTree>
    <p:extLst>
      <p:ext uri="{BB962C8B-B14F-4D97-AF65-F5344CB8AC3E}">
        <p14:creationId xmlns:p14="http://schemas.microsoft.com/office/powerpoint/2010/main" val="27378283"/>
      </p:ext>
    </p:extLst>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mj-ea"/>
              </a:rPr>
              <a:t>3.2.2 PPP</a:t>
            </a:r>
            <a:r>
              <a:rPr lang="zh-CN" altLang="en-US" dirty="0" smtClean="0">
                <a:latin typeface="+mj-ea"/>
              </a:rPr>
              <a:t>协议的帧格式</a:t>
            </a:r>
            <a:endParaRPr lang="zh-CN" altLang="en-US" dirty="0"/>
          </a:p>
        </p:txBody>
      </p:sp>
      <p:sp>
        <p:nvSpPr>
          <p:cNvPr id="4" name="Rectangle 3"/>
          <p:cNvSpPr txBox="1">
            <a:spLocks noChangeArrowheads="1"/>
          </p:cNvSpPr>
          <p:nvPr/>
        </p:nvSpPr>
        <p:spPr bwMode="auto">
          <a:xfrm>
            <a:off x="1774726" y="4011658"/>
            <a:ext cx="9865095" cy="2298456"/>
          </a:xfrm>
          <a:prstGeom prst="rect">
            <a:avLst/>
          </a:prstGeom>
          <a:noFill/>
          <a:ln w="952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lIns="108850" tIns="54425" rIns="108850" bIns="54425"/>
          <a:lstStyle>
            <a:lvl1pPr marL="365125" indent="-255588">
              <a:defRPr sz="1600" b="1">
                <a:solidFill>
                  <a:srgbClr val="1C1C1C"/>
                </a:solidFill>
                <a:latin typeface="黑体" pitchFamily="49" charset="-122"/>
                <a:ea typeface="黑体" pitchFamily="49" charset="-122"/>
              </a:defRPr>
            </a:lvl1pPr>
            <a:lvl2pPr marL="620713" indent="-22860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spcBef>
                <a:spcPts val="476"/>
              </a:spcBef>
              <a:buClr>
                <a:schemeClr val="accent1"/>
              </a:buClr>
              <a:buSzPct val="68000"/>
              <a:buFont typeface="Wingdings 3" pitchFamily="18" charset="2"/>
              <a:buChar char=""/>
            </a:pPr>
            <a:r>
              <a:rPr lang="zh-CN" altLang="en-US" sz="2800" dirty="0" smtClean="0">
                <a:solidFill>
                  <a:srgbClr val="4D4D4D"/>
                </a:solidFill>
                <a:latin typeface="微软雅黑" pitchFamily="34" charset="-122"/>
                <a:ea typeface="微软雅黑" pitchFamily="34" charset="-122"/>
              </a:rPr>
              <a:t>首部的第一个字段和尾部的最后一个字段都是标志字段 </a:t>
            </a:r>
            <a:r>
              <a:rPr lang="en-US" altLang="zh-CN" sz="2800" dirty="0" smtClean="0">
                <a:solidFill>
                  <a:srgbClr val="4D4D4D"/>
                </a:solidFill>
                <a:latin typeface="微软雅黑" pitchFamily="34" charset="-122"/>
                <a:ea typeface="微软雅黑" pitchFamily="34" charset="-122"/>
              </a:rPr>
              <a:t>F (Flag)</a:t>
            </a:r>
            <a:r>
              <a:rPr lang="zh-CN" altLang="en-US" sz="2800" dirty="0" smtClean="0">
                <a:solidFill>
                  <a:srgbClr val="4D4D4D"/>
                </a:solidFill>
                <a:latin typeface="微软雅黑" pitchFamily="34" charset="-122"/>
                <a:ea typeface="微软雅黑" pitchFamily="34" charset="-122"/>
              </a:rPr>
              <a:t>，规定为 </a:t>
            </a:r>
            <a:r>
              <a:rPr lang="en-US" altLang="zh-CN" sz="2800" dirty="0" smtClean="0">
                <a:solidFill>
                  <a:srgbClr val="4D4D4D"/>
                </a:solidFill>
                <a:latin typeface="微软雅黑" pitchFamily="34" charset="-122"/>
                <a:ea typeface="微软雅黑" pitchFamily="34" charset="-122"/>
              </a:rPr>
              <a:t>0x7E</a:t>
            </a:r>
            <a:r>
              <a:rPr lang="zh-CN" altLang="en-US" sz="2800" dirty="0" smtClean="0">
                <a:solidFill>
                  <a:srgbClr val="4D4D4D"/>
                </a:solidFill>
                <a:latin typeface="微软雅黑" pitchFamily="34" charset="-122"/>
                <a:ea typeface="微软雅黑" pitchFamily="34" charset="-122"/>
              </a:rPr>
              <a:t>。标志字段就是 </a:t>
            </a:r>
            <a:r>
              <a:rPr lang="en-US" altLang="zh-CN" sz="2800" dirty="0" smtClean="0">
                <a:solidFill>
                  <a:srgbClr val="4D4D4D"/>
                </a:solidFill>
                <a:latin typeface="微软雅黑" pitchFamily="34" charset="-122"/>
                <a:ea typeface="微软雅黑" pitchFamily="34" charset="-122"/>
              </a:rPr>
              <a:t>PPP </a:t>
            </a:r>
            <a:r>
              <a:rPr lang="zh-CN" altLang="en-US" sz="2800" dirty="0">
                <a:solidFill>
                  <a:srgbClr val="4D4D4D"/>
                </a:solidFill>
                <a:latin typeface="微软雅黑" pitchFamily="34" charset="-122"/>
                <a:ea typeface="微软雅黑" pitchFamily="34" charset="-122"/>
              </a:rPr>
              <a:t>帧的定界符，连续两帧之间只需要用一个标志字段。</a:t>
            </a:r>
          </a:p>
          <a:p>
            <a:pPr eaLnBrk="1" hangingPunct="1">
              <a:spcBef>
                <a:spcPts val="476"/>
              </a:spcBef>
              <a:buClr>
                <a:schemeClr val="accent1"/>
              </a:buClr>
              <a:buSzPct val="68000"/>
              <a:buFont typeface="Wingdings 3" pitchFamily="18" charset="2"/>
              <a:buChar char=""/>
            </a:pPr>
            <a:r>
              <a:rPr lang="zh-CN" altLang="en-US" sz="2800" dirty="0">
                <a:solidFill>
                  <a:srgbClr val="4D4D4D"/>
                </a:solidFill>
                <a:latin typeface="微软雅黑" pitchFamily="34" charset="-122"/>
                <a:ea typeface="微软雅黑" pitchFamily="34" charset="-122"/>
              </a:rPr>
              <a:t>地址字段 </a:t>
            </a:r>
            <a:r>
              <a:rPr lang="en-US" altLang="zh-CN" sz="2800" dirty="0">
                <a:solidFill>
                  <a:srgbClr val="4D4D4D"/>
                </a:solidFill>
                <a:latin typeface="微软雅黑" pitchFamily="34" charset="-122"/>
                <a:ea typeface="微软雅黑" pitchFamily="34" charset="-122"/>
              </a:rPr>
              <a:t>A </a:t>
            </a:r>
            <a:r>
              <a:rPr lang="zh-CN" altLang="en-US" sz="2800" dirty="0" smtClean="0">
                <a:solidFill>
                  <a:srgbClr val="4D4D4D"/>
                </a:solidFill>
                <a:latin typeface="微软雅黑" pitchFamily="34" charset="-122"/>
                <a:ea typeface="微软雅黑" pitchFamily="34" charset="-122"/>
              </a:rPr>
              <a:t>规定为 </a:t>
            </a:r>
            <a:r>
              <a:rPr lang="en-US" altLang="zh-CN" sz="2800" dirty="0" smtClean="0">
                <a:solidFill>
                  <a:srgbClr val="4D4D4D"/>
                </a:solidFill>
                <a:latin typeface="微软雅黑" pitchFamily="34" charset="-122"/>
                <a:ea typeface="微软雅黑" pitchFamily="34" charset="-122"/>
              </a:rPr>
              <a:t>0xFF</a:t>
            </a:r>
            <a:r>
              <a:rPr lang="zh-CN" altLang="en-US" sz="2800" dirty="0">
                <a:solidFill>
                  <a:srgbClr val="4D4D4D"/>
                </a:solidFill>
                <a:latin typeface="微软雅黑" pitchFamily="34" charset="-122"/>
                <a:ea typeface="微软雅黑" pitchFamily="34" charset="-122"/>
              </a:rPr>
              <a:t>，控制字段 </a:t>
            </a:r>
            <a:r>
              <a:rPr lang="en-US" altLang="zh-CN" sz="2800" dirty="0">
                <a:solidFill>
                  <a:srgbClr val="4D4D4D"/>
                </a:solidFill>
                <a:latin typeface="微软雅黑" pitchFamily="34" charset="-122"/>
                <a:ea typeface="微软雅黑" pitchFamily="34" charset="-122"/>
              </a:rPr>
              <a:t>C </a:t>
            </a:r>
            <a:r>
              <a:rPr lang="zh-CN" altLang="en-US" sz="2800" dirty="0" smtClean="0">
                <a:solidFill>
                  <a:srgbClr val="4D4D4D"/>
                </a:solidFill>
                <a:latin typeface="微软雅黑" pitchFamily="34" charset="-122"/>
                <a:ea typeface="微软雅黑" pitchFamily="34" charset="-122"/>
              </a:rPr>
              <a:t>规定为 </a:t>
            </a:r>
            <a:r>
              <a:rPr lang="en-US" altLang="zh-CN" sz="2800" dirty="0">
                <a:solidFill>
                  <a:srgbClr val="4D4D4D"/>
                </a:solidFill>
                <a:latin typeface="微软雅黑" pitchFamily="34" charset="-122"/>
                <a:ea typeface="微软雅黑" pitchFamily="34" charset="-122"/>
              </a:rPr>
              <a:t>0x03</a:t>
            </a:r>
            <a:r>
              <a:rPr lang="zh-CN" altLang="en-US" sz="2800" dirty="0" smtClean="0">
                <a:solidFill>
                  <a:srgbClr val="4D4D4D"/>
                </a:solidFill>
                <a:latin typeface="微软雅黑" pitchFamily="34" charset="-122"/>
                <a:ea typeface="微软雅黑" pitchFamily="34" charset="-122"/>
              </a:rPr>
              <a:t>。这两个字段没有实际意义。</a:t>
            </a:r>
            <a:endParaRPr lang="en-US" altLang="zh-CN" sz="2800" dirty="0" smtClean="0">
              <a:solidFill>
                <a:srgbClr val="4D4D4D"/>
              </a:solidFill>
              <a:latin typeface="微软雅黑" pitchFamily="34" charset="-122"/>
              <a:ea typeface="微软雅黑" pitchFamily="34" charset="-122"/>
            </a:endParaRPr>
          </a:p>
          <a:p>
            <a:pPr eaLnBrk="1" hangingPunct="1">
              <a:spcBef>
                <a:spcPts val="476"/>
              </a:spcBef>
              <a:buClr>
                <a:schemeClr val="accent1"/>
              </a:buClr>
              <a:buSzPct val="68000"/>
              <a:buFont typeface="Wingdings 3" pitchFamily="18" charset="2"/>
              <a:buChar char=""/>
            </a:pPr>
            <a:endParaRPr lang="zh-CN" altLang="en-US" sz="2800" dirty="0">
              <a:solidFill>
                <a:srgbClr val="4D4D4D"/>
              </a:solidFill>
              <a:latin typeface="Franklin Gothic Book" pitchFamily="34" charset="0"/>
            </a:endParaRPr>
          </a:p>
        </p:txBody>
      </p:sp>
      <p:sp>
        <p:nvSpPr>
          <p:cNvPr id="5" name="Rectangle 4">
            <a:extLst>
              <a:ext uri="{FF2B5EF4-FFF2-40B4-BE49-F238E27FC236}">
                <a16:creationId xmlns:a16="http://schemas.microsoft.com/office/drawing/2014/main" xmlns="" id="{7129732B-40EA-42FC-987F-DFC5511454BD}"/>
              </a:ext>
            </a:extLst>
          </p:cNvPr>
          <p:cNvSpPr>
            <a:spLocks noChangeArrowheads="1"/>
          </p:cNvSpPr>
          <p:nvPr/>
        </p:nvSpPr>
        <p:spPr bwMode="auto">
          <a:xfrm>
            <a:off x="5532247" y="1359771"/>
            <a:ext cx="3864530" cy="465245"/>
          </a:xfrm>
          <a:prstGeom prst="rect">
            <a:avLst/>
          </a:prstGeom>
          <a:solidFill>
            <a:srgbClr val="FFCCFF"/>
          </a:solidFill>
          <a:ln w="9525">
            <a:solidFill>
              <a:schemeClr val="folHlink"/>
            </a:solidFill>
            <a:miter lim="800000"/>
            <a:headEnd/>
            <a:tailEnd/>
          </a:ln>
          <a:effectLst>
            <a:outerShdw dist="35921" dir="2700000" algn="ctr" rotWithShape="0">
              <a:schemeClr val="bg2"/>
            </a:outerShdw>
          </a:effectLst>
        </p:spPr>
        <p:txBody>
          <a:bodyPr wrap="none" lIns="108850" tIns="54425" rIns="108850" bIns="54425" anchor="ctr"/>
          <a:lstStyle/>
          <a:p>
            <a:pPr algn="ctr" eaLnBrk="1" hangingPunct="1">
              <a:defRPr/>
            </a:pPr>
            <a:r>
              <a:rPr kumimoji="1" lang="en-US" altLang="zh-CN" sz="2900" b="1" dirty="0">
                <a:solidFill>
                  <a:srgbClr val="333399"/>
                </a:solidFill>
                <a:effectLst>
                  <a:outerShdw blurRad="38100" dist="38100" dir="2700000" algn="tl">
                    <a:srgbClr val="000000">
                      <a:alpha val="43137"/>
                    </a:srgbClr>
                  </a:outerShdw>
                </a:effectLst>
                <a:ea typeface="黑体" pitchFamily="2" charset="-122"/>
              </a:rPr>
              <a:t>IP </a:t>
            </a:r>
            <a:r>
              <a:rPr kumimoji="1" lang="zh-CN" altLang="en-US" sz="2900" b="1" dirty="0">
                <a:solidFill>
                  <a:srgbClr val="333399"/>
                </a:solidFill>
                <a:effectLst>
                  <a:outerShdw blurRad="38100" dist="38100" dir="2700000" algn="tl">
                    <a:srgbClr val="000000">
                      <a:alpha val="43137"/>
                    </a:srgbClr>
                  </a:outerShdw>
                </a:effectLst>
                <a:ea typeface="黑体" pitchFamily="2" charset="-122"/>
              </a:rPr>
              <a:t>数据报</a:t>
            </a:r>
          </a:p>
        </p:txBody>
      </p:sp>
      <p:sp>
        <p:nvSpPr>
          <p:cNvPr id="6" name="Text Box 9">
            <a:extLst>
              <a:ext uri="{FF2B5EF4-FFF2-40B4-BE49-F238E27FC236}">
                <a16:creationId xmlns:a16="http://schemas.microsoft.com/office/drawing/2014/main" xmlns="" id="{44E3B202-230D-414E-9870-6286636A5CBC}"/>
              </a:ext>
            </a:extLst>
          </p:cNvPr>
          <p:cNvSpPr txBox="1">
            <a:spLocks noChangeArrowheads="1"/>
          </p:cNvSpPr>
          <p:nvPr/>
        </p:nvSpPr>
        <p:spPr bwMode="auto">
          <a:xfrm>
            <a:off x="2029620" y="2795203"/>
            <a:ext cx="426614" cy="556189"/>
          </a:xfrm>
          <a:prstGeom prst="rect">
            <a:avLst/>
          </a:prstGeom>
          <a:noFill/>
          <a:ln w="9525">
            <a:noFill/>
            <a:miter lim="800000"/>
            <a:headEnd/>
            <a:tailEnd/>
          </a:ln>
          <a:effectLst/>
        </p:spPr>
        <p:txBody>
          <a:bodyPr wrap="none" lIns="108850" tIns="54425" rIns="108850" bIns="54425">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r>
              <a:rPr kumimoji="1" lang="en-US" altLang="zh-CN" sz="2900" b="1">
                <a:solidFill>
                  <a:srgbClr val="333399"/>
                </a:solidFill>
                <a:effectLst>
                  <a:outerShdw blurRad="38100" dist="38100" dir="2700000" algn="tl">
                    <a:srgbClr val="C0C0C0"/>
                  </a:outerShdw>
                </a:effectLst>
                <a:ea typeface="黑体" pitchFamily="2" charset="-122"/>
              </a:rPr>
              <a:t>1</a:t>
            </a:r>
          </a:p>
        </p:txBody>
      </p:sp>
      <p:sp>
        <p:nvSpPr>
          <p:cNvPr id="7" name="Text Box 10">
            <a:extLst>
              <a:ext uri="{FF2B5EF4-FFF2-40B4-BE49-F238E27FC236}">
                <a16:creationId xmlns:a16="http://schemas.microsoft.com/office/drawing/2014/main" xmlns="" id="{32BA1757-E2E0-4C17-98F0-184583F6BBD1}"/>
              </a:ext>
            </a:extLst>
          </p:cNvPr>
          <p:cNvSpPr txBox="1">
            <a:spLocks noChangeArrowheads="1"/>
          </p:cNvSpPr>
          <p:nvPr/>
        </p:nvSpPr>
        <p:spPr bwMode="auto">
          <a:xfrm>
            <a:off x="4687807" y="2795203"/>
            <a:ext cx="426614" cy="556189"/>
          </a:xfrm>
          <a:prstGeom prst="rect">
            <a:avLst/>
          </a:prstGeom>
          <a:noFill/>
          <a:ln w="9525">
            <a:noFill/>
            <a:miter lim="800000"/>
            <a:headEnd/>
            <a:tailEnd/>
          </a:ln>
          <a:effectLst/>
        </p:spPr>
        <p:txBody>
          <a:bodyPr wrap="none" lIns="108850" tIns="54425" rIns="108850" bIns="54425">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r>
              <a:rPr kumimoji="1" lang="en-US" altLang="zh-CN" sz="2900" b="1">
                <a:solidFill>
                  <a:srgbClr val="333399"/>
                </a:solidFill>
                <a:effectLst>
                  <a:outerShdw blurRad="38100" dist="38100" dir="2700000" algn="tl">
                    <a:srgbClr val="C0C0C0"/>
                  </a:outerShdw>
                </a:effectLst>
                <a:ea typeface="黑体" pitchFamily="2" charset="-122"/>
              </a:rPr>
              <a:t>2</a:t>
            </a:r>
          </a:p>
        </p:txBody>
      </p:sp>
      <p:sp>
        <p:nvSpPr>
          <p:cNvPr id="8" name="Text Box 11">
            <a:extLst>
              <a:ext uri="{FF2B5EF4-FFF2-40B4-BE49-F238E27FC236}">
                <a16:creationId xmlns:a16="http://schemas.microsoft.com/office/drawing/2014/main" xmlns="" id="{F93FC488-6B42-41AB-BC26-C1C75FE66B14}"/>
              </a:ext>
            </a:extLst>
          </p:cNvPr>
          <p:cNvSpPr txBox="1">
            <a:spLocks noChangeArrowheads="1"/>
          </p:cNvSpPr>
          <p:nvPr/>
        </p:nvSpPr>
        <p:spPr bwMode="auto">
          <a:xfrm>
            <a:off x="2755542" y="2795203"/>
            <a:ext cx="426614" cy="556189"/>
          </a:xfrm>
          <a:prstGeom prst="rect">
            <a:avLst/>
          </a:prstGeom>
          <a:noFill/>
          <a:ln w="9525">
            <a:noFill/>
            <a:miter lim="800000"/>
            <a:headEnd/>
            <a:tailEnd/>
          </a:ln>
          <a:effectLst/>
        </p:spPr>
        <p:txBody>
          <a:bodyPr wrap="none" lIns="108850" tIns="54425" rIns="108850" bIns="54425">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r>
              <a:rPr kumimoji="1" lang="en-US" altLang="zh-CN" sz="2900" b="1">
                <a:solidFill>
                  <a:srgbClr val="333399"/>
                </a:solidFill>
                <a:effectLst>
                  <a:outerShdw blurRad="38100" dist="38100" dir="2700000" algn="tl">
                    <a:srgbClr val="C0C0C0"/>
                  </a:outerShdw>
                </a:effectLst>
                <a:ea typeface="黑体" pitchFamily="2" charset="-122"/>
              </a:rPr>
              <a:t>1</a:t>
            </a:r>
          </a:p>
        </p:txBody>
      </p:sp>
      <p:sp>
        <p:nvSpPr>
          <p:cNvPr id="9" name="Text Box 12">
            <a:extLst>
              <a:ext uri="{FF2B5EF4-FFF2-40B4-BE49-F238E27FC236}">
                <a16:creationId xmlns:a16="http://schemas.microsoft.com/office/drawing/2014/main" xmlns="" id="{571C7F68-3E68-4439-90F7-23EEA147286D}"/>
              </a:ext>
            </a:extLst>
          </p:cNvPr>
          <p:cNvSpPr txBox="1">
            <a:spLocks noChangeArrowheads="1"/>
          </p:cNvSpPr>
          <p:nvPr/>
        </p:nvSpPr>
        <p:spPr bwMode="auto">
          <a:xfrm>
            <a:off x="11085657" y="2795203"/>
            <a:ext cx="426614" cy="556189"/>
          </a:xfrm>
          <a:prstGeom prst="rect">
            <a:avLst/>
          </a:prstGeom>
          <a:noFill/>
          <a:ln w="9525">
            <a:noFill/>
            <a:miter lim="800000"/>
            <a:headEnd/>
            <a:tailEnd/>
          </a:ln>
          <a:effectLst/>
        </p:spPr>
        <p:txBody>
          <a:bodyPr wrap="none" lIns="108850" tIns="54425" rIns="108850" bIns="54425">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r>
              <a:rPr kumimoji="1" lang="en-US" altLang="zh-CN" sz="2900" b="1">
                <a:solidFill>
                  <a:srgbClr val="333399"/>
                </a:solidFill>
                <a:effectLst>
                  <a:outerShdw blurRad="38100" dist="38100" dir="2700000" algn="tl">
                    <a:srgbClr val="C0C0C0"/>
                  </a:outerShdw>
                </a:effectLst>
                <a:ea typeface="黑体" pitchFamily="2" charset="-122"/>
              </a:rPr>
              <a:t>1</a:t>
            </a:r>
          </a:p>
        </p:txBody>
      </p:sp>
      <p:sp>
        <p:nvSpPr>
          <p:cNvPr id="10" name="Text Box 13">
            <a:extLst>
              <a:ext uri="{FF2B5EF4-FFF2-40B4-BE49-F238E27FC236}">
                <a16:creationId xmlns:a16="http://schemas.microsoft.com/office/drawing/2014/main" xmlns="" id="{8BFEBAF6-7669-4773-ACA5-BD3004C1D071}"/>
              </a:ext>
            </a:extLst>
          </p:cNvPr>
          <p:cNvSpPr txBox="1">
            <a:spLocks noChangeArrowheads="1"/>
          </p:cNvSpPr>
          <p:nvPr/>
        </p:nvSpPr>
        <p:spPr bwMode="auto">
          <a:xfrm>
            <a:off x="943910" y="2795203"/>
            <a:ext cx="963619" cy="556189"/>
          </a:xfrm>
          <a:prstGeom prst="rect">
            <a:avLst/>
          </a:prstGeom>
          <a:noFill/>
          <a:ln w="9525">
            <a:noFill/>
            <a:miter lim="800000"/>
            <a:headEnd/>
            <a:tailEnd/>
          </a:ln>
          <a:effectLst/>
        </p:spPr>
        <p:txBody>
          <a:bodyPr wrap="none" lIns="108850" tIns="54425" rIns="108850" bIns="54425">
            <a:spAutoFit/>
          </a:bodyPr>
          <a:lstStyle/>
          <a:p>
            <a:pPr eaLnBrk="1" hangingPunct="1">
              <a:defRPr/>
            </a:pPr>
            <a:r>
              <a:rPr kumimoji="1" lang="zh-CN" altLang="en-US" sz="2900" b="1">
                <a:solidFill>
                  <a:srgbClr val="333399"/>
                </a:solidFill>
                <a:effectLst>
                  <a:outerShdw blurRad="38100" dist="38100" dir="2700000" algn="tl">
                    <a:srgbClr val="000000">
                      <a:alpha val="43137"/>
                    </a:srgbClr>
                  </a:outerShdw>
                </a:effectLst>
                <a:ea typeface="黑体" pitchFamily="2" charset="-122"/>
              </a:rPr>
              <a:t>字节</a:t>
            </a:r>
          </a:p>
        </p:txBody>
      </p:sp>
      <p:sp>
        <p:nvSpPr>
          <p:cNvPr id="11" name="Text Box 18">
            <a:extLst>
              <a:ext uri="{FF2B5EF4-FFF2-40B4-BE49-F238E27FC236}">
                <a16:creationId xmlns:a16="http://schemas.microsoft.com/office/drawing/2014/main" xmlns="" id="{EADBF807-4809-4F6E-AC08-2C3498392D80}"/>
              </a:ext>
            </a:extLst>
          </p:cNvPr>
          <p:cNvSpPr txBox="1">
            <a:spLocks noChangeArrowheads="1"/>
          </p:cNvSpPr>
          <p:nvPr/>
        </p:nvSpPr>
        <p:spPr bwMode="auto">
          <a:xfrm>
            <a:off x="3479348" y="2795203"/>
            <a:ext cx="426614" cy="556189"/>
          </a:xfrm>
          <a:prstGeom prst="rect">
            <a:avLst/>
          </a:prstGeom>
          <a:noFill/>
          <a:ln w="9525">
            <a:noFill/>
            <a:miter lim="800000"/>
            <a:headEnd/>
            <a:tailEnd/>
          </a:ln>
          <a:effectLst/>
        </p:spPr>
        <p:txBody>
          <a:bodyPr wrap="none" lIns="108850" tIns="54425" rIns="108850" bIns="54425">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r>
              <a:rPr kumimoji="1" lang="en-US" altLang="zh-CN" sz="2900" b="1">
                <a:solidFill>
                  <a:srgbClr val="333399"/>
                </a:solidFill>
                <a:effectLst>
                  <a:outerShdw blurRad="38100" dist="38100" dir="2700000" algn="tl">
                    <a:srgbClr val="C0C0C0"/>
                  </a:outerShdw>
                </a:effectLst>
                <a:ea typeface="黑体" pitchFamily="2" charset="-122"/>
              </a:rPr>
              <a:t>1</a:t>
            </a:r>
          </a:p>
        </p:txBody>
      </p:sp>
      <p:sp>
        <p:nvSpPr>
          <p:cNvPr id="12" name="Text Box 23">
            <a:extLst>
              <a:ext uri="{FF2B5EF4-FFF2-40B4-BE49-F238E27FC236}">
                <a16:creationId xmlns:a16="http://schemas.microsoft.com/office/drawing/2014/main" xmlns="" id="{F2D3C52B-B17D-49FF-A3F1-DD14EC44AB01}"/>
              </a:ext>
            </a:extLst>
          </p:cNvPr>
          <p:cNvSpPr txBox="1">
            <a:spLocks noChangeArrowheads="1"/>
          </p:cNvSpPr>
          <p:nvPr/>
        </p:nvSpPr>
        <p:spPr bwMode="auto">
          <a:xfrm>
            <a:off x="9879314" y="2795203"/>
            <a:ext cx="426614" cy="556189"/>
          </a:xfrm>
          <a:prstGeom prst="rect">
            <a:avLst/>
          </a:prstGeom>
          <a:noFill/>
          <a:ln w="9525">
            <a:noFill/>
            <a:miter lim="800000"/>
            <a:headEnd/>
            <a:tailEnd/>
          </a:ln>
          <a:effectLst/>
        </p:spPr>
        <p:txBody>
          <a:bodyPr wrap="none" lIns="108850" tIns="54425" rIns="108850" bIns="54425">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r>
              <a:rPr kumimoji="1" lang="en-US" altLang="zh-CN" sz="2900" b="1">
                <a:solidFill>
                  <a:srgbClr val="333399"/>
                </a:solidFill>
                <a:effectLst>
                  <a:outerShdw blurRad="38100" dist="38100" dir="2700000" algn="tl">
                    <a:srgbClr val="C0C0C0"/>
                  </a:outerShdw>
                </a:effectLst>
                <a:ea typeface="黑体" pitchFamily="2" charset="-122"/>
              </a:rPr>
              <a:t>2</a:t>
            </a:r>
          </a:p>
        </p:txBody>
      </p:sp>
      <p:sp>
        <p:nvSpPr>
          <p:cNvPr id="13" name="Line 26">
            <a:extLst>
              <a:ext uri="{FF2B5EF4-FFF2-40B4-BE49-F238E27FC236}">
                <a16:creationId xmlns:a16="http://schemas.microsoft.com/office/drawing/2014/main" xmlns="" id="{DC86F81D-84A2-4773-903D-F3F05C518265}"/>
              </a:ext>
            </a:extLst>
          </p:cNvPr>
          <p:cNvSpPr>
            <a:spLocks noChangeShapeType="1"/>
          </p:cNvSpPr>
          <p:nvPr/>
        </p:nvSpPr>
        <p:spPr bwMode="auto">
          <a:xfrm flipH="1">
            <a:off x="5532246" y="1347069"/>
            <a:ext cx="1" cy="924139"/>
          </a:xfrm>
          <a:prstGeom prst="line">
            <a:avLst/>
          </a:prstGeom>
          <a:noFill/>
          <a:ln w="9525">
            <a:solidFill>
              <a:schemeClr val="tx1"/>
            </a:solidFill>
            <a:prstDash val="dash"/>
            <a:round/>
            <a:headEnd/>
            <a:tailEnd/>
          </a:ln>
          <a:effectLst/>
        </p:spPr>
        <p:txBody>
          <a:bodyPr wrap="none" lIns="108850" tIns="54425" rIns="108850" bIns="54425" anchor="ctr"/>
          <a:lstStyle/>
          <a:p>
            <a:pPr eaLnBrk="1" hangingPunct="1">
              <a:defRPr/>
            </a:pPr>
            <a:endParaRPr kumimoji="1" lang="zh-CN" altLang="en-US" sz="2900" b="1">
              <a:effectLst>
                <a:outerShdw blurRad="38100" dist="38100" dir="2700000" algn="tl">
                  <a:srgbClr val="000000">
                    <a:alpha val="43137"/>
                  </a:srgbClr>
                </a:outerShdw>
              </a:effectLst>
              <a:latin typeface="Times New Roman" pitchFamily="18" charset="0"/>
            </a:endParaRPr>
          </a:p>
        </p:txBody>
      </p:sp>
      <p:sp>
        <p:nvSpPr>
          <p:cNvPr id="14" name="Line 27">
            <a:extLst>
              <a:ext uri="{FF2B5EF4-FFF2-40B4-BE49-F238E27FC236}">
                <a16:creationId xmlns:a16="http://schemas.microsoft.com/office/drawing/2014/main" xmlns="" id="{67DEE902-55C4-46D4-9F79-39281F01B683}"/>
              </a:ext>
            </a:extLst>
          </p:cNvPr>
          <p:cNvSpPr>
            <a:spLocks noChangeShapeType="1"/>
          </p:cNvSpPr>
          <p:nvPr/>
        </p:nvSpPr>
        <p:spPr bwMode="auto">
          <a:xfrm>
            <a:off x="9396777" y="1347068"/>
            <a:ext cx="0" cy="889206"/>
          </a:xfrm>
          <a:prstGeom prst="line">
            <a:avLst/>
          </a:prstGeom>
          <a:noFill/>
          <a:ln w="9525">
            <a:solidFill>
              <a:schemeClr val="tx1"/>
            </a:solidFill>
            <a:prstDash val="dash"/>
            <a:round/>
            <a:headEnd/>
            <a:tailEnd/>
          </a:ln>
          <a:effectLst/>
        </p:spPr>
        <p:txBody>
          <a:bodyPr wrap="none" lIns="108850" tIns="54425" rIns="108850" bIns="54425" anchor="ctr"/>
          <a:lstStyle/>
          <a:p>
            <a:pPr eaLnBrk="1" hangingPunct="1">
              <a:defRPr/>
            </a:pPr>
            <a:endParaRPr kumimoji="1" lang="zh-CN" altLang="en-US" sz="2900" b="1">
              <a:effectLst>
                <a:outerShdw blurRad="38100" dist="38100" dir="2700000" algn="tl">
                  <a:srgbClr val="000000">
                    <a:alpha val="43137"/>
                  </a:srgbClr>
                </a:outerShdw>
              </a:effectLst>
              <a:latin typeface="Times New Roman" pitchFamily="18" charset="0"/>
            </a:endParaRPr>
          </a:p>
        </p:txBody>
      </p:sp>
      <p:sp>
        <p:nvSpPr>
          <p:cNvPr id="15" name="Text Box 31">
            <a:extLst>
              <a:ext uri="{FF2B5EF4-FFF2-40B4-BE49-F238E27FC236}">
                <a16:creationId xmlns:a16="http://schemas.microsoft.com/office/drawing/2014/main" xmlns="" id="{0CD1F0A8-7F1B-4E61-847B-EC7672A0C3B3}"/>
              </a:ext>
            </a:extLst>
          </p:cNvPr>
          <p:cNvSpPr txBox="1">
            <a:spLocks noChangeArrowheads="1"/>
          </p:cNvSpPr>
          <p:nvPr/>
        </p:nvSpPr>
        <p:spPr bwMode="auto">
          <a:xfrm>
            <a:off x="6014784" y="2795203"/>
            <a:ext cx="2614712" cy="479245"/>
          </a:xfrm>
          <a:prstGeom prst="rect">
            <a:avLst/>
          </a:prstGeom>
          <a:noFill/>
          <a:ln w="9525">
            <a:noFill/>
            <a:miter lim="800000"/>
            <a:headEnd/>
            <a:tailEnd/>
          </a:ln>
          <a:effectLst/>
        </p:spPr>
        <p:txBody>
          <a:bodyPr wrap="none" lIns="108850" tIns="54425" rIns="108850" bIns="54425">
            <a:spAutoFit/>
          </a:bodyPr>
          <a:lstStyle/>
          <a:p>
            <a:pPr eaLnBrk="1" hangingPunct="1">
              <a:defRPr/>
            </a:pPr>
            <a:r>
              <a:rPr kumimoji="1" lang="zh-CN" altLang="en-US" sz="2400" b="1" dirty="0">
                <a:solidFill>
                  <a:srgbClr val="333399"/>
                </a:solidFill>
                <a:effectLst>
                  <a:outerShdw blurRad="38100" dist="38100" dir="2700000" algn="tl">
                    <a:srgbClr val="000000">
                      <a:alpha val="43137"/>
                    </a:srgbClr>
                  </a:outerShdw>
                </a:effectLst>
                <a:ea typeface="黑体" pitchFamily="2" charset="-122"/>
              </a:rPr>
              <a:t>不超过 </a:t>
            </a:r>
            <a:r>
              <a:rPr kumimoji="1" lang="en-US" altLang="zh-CN" sz="2400" b="1" dirty="0">
                <a:solidFill>
                  <a:srgbClr val="333399"/>
                </a:solidFill>
                <a:effectLst>
                  <a:outerShdw blurRad="38100" dist="38100" dir="2700000" algn="tl">
                    <a:srgbClr val="000000">
                      <a:alpha val="43137"/>
                    </a:srgbClr>
                  </a:outerShdw>
                </a:effectLst>
                <a:ea typeface="黑体" pitchFamily="2" charset="-122"/>
              </a:rPr>
              <a:t>1500 </a:t>
            </a:r>
            <a:r>
              <a:rPr kumimoji="1" lang="zh-CN" altLang="en-US" sz="2400" b="1" dirty="0">
                <a:solidFill>
                  <a:srgbClr val="333399"/>
                </a:solidFill>
                <a:effectLst>
                  <a:outerShdw blurRad="38100" dist="38100" dir="2700000" algn="tl">
                    <a:srgbClr val="000000">
                      <a:alpha val="43137"/>
                    </a:srgbClr>
                  </a:outerShdw>
                </a:effectLst>
                <a:ea typeface="黑体" pitchFamily="2" charset="-122"/>
              </a:rPr>
              <a:t>字节</a:t>
            </a:r>
          </a:p>
        </p:txBody>
      </p:sp>
      <p:sp>
        <p:nvSpPr>
          <p:cNvPr id="16" name="Line 32">
            <a:extLst>
              <a:ext uri="{FF2B5EF4-FFF2-40B4-BE49-F238E27FC236}">
                <a16:creationId xmlns:a16="http://schemas.microsoft.com/office/drawing/2014/main" xmlns="" id="{5E294841-EF63-461D-AC3D-9062DCAF5D23}"/>
              </a:ext>
            </a:extLst>
          </p:cNvPr>
          <p:cNvSpPr>
            <a:spLocks noChangeShapeType="1"/>
          </p:cNvSpPr>
          <p:nvPr/>
        </p:nvSpPr>
        <p:spPr bwMode="auto">
          <a:xfrm>
            <a:off x="1930149" y="3527955"/>
            <a:ext cx="9779844" cy="0"/>
          </a:xfrm>
          <a:prstGeom prst="line">
            <a:avLst/>
          </a:prstGeom>
          <a:noFill/>
          <a:ln w="28575">
            <a:solidFill>
              <a:srgbClr val="333399"/>
            </a:solidFill>
            <a:round/>
            <a:headEnd type="triangle" w="med" len="lg"/>
            <a:tailEnd type="triangle" w="med" len="lg"/>
          </a:ln>
          <a:effectLst/>
        </p:spPr>
        <p:txBody>
          <a:bodyPr lIns="108850" tIns="54425" rIns="108850" bIns="54425"/>
          <a:lstStyle/>
          <a:p>
            <a:pPr eaLnBrk="1" hangingPunct="1">
              <a:defRPr/>
            </a:pPr>
            <a:endParaRPr kumimoji="1" lang="zh-CN" altLang="en-US" sz="2900" b="1">
              <a:effectLst>
                <a:outerShdw blurRad="38100" dist="38100" dir="2700000" algn="tl">
                  <a:srgbClr val="000000">
                    <a:alpha val="43137"/>
                  </a:srgbClr>
                </a:outerShdw>
              </a:effectLst>
              <a:latin typeface="Times New Roman" pitchFamily="18" charset="0"/>
            </a:endParaRPr>
          </a:p>
        </p:txBody>
      </p:sp>
      <p:sp>
        <p:nvSpPr>
          <p:cNvPr id="17" name="Text Box 33">
            <a:extLst>
              <a:ext uri="{FF2B5EF4-FFF2-40B4-BE49-F238E27FC236}">
                <a16:creationId xmlns:a16="http://schemas.microsoft.com/office/drawing/2014/main" xmlns="" id="{FAB66977-49A6-496E-951C-23019E2AB9B9}"/>
              </a:ext>
            </a:extLst>
          </p:cNvPr>
          <p:cNvSpPr txBox="1">
            <a:spLocks noChangeArrowheads="1"/>
          </p:cNvSpPr>
          <p:nvPr/>
        </p:nvSpPr>
        <p:spPr bwMode="auto">
          <a:xfrm>
            <a:off x="5963990" y="3233645"/>
            <a:ext cx="1432979" cy="556189"/>
          </a:xfrm>
          <a:prstGeom prst="rect">
            <a:avLst/>
          </a:prstGeom>
          <a:solidFill>
            <a:schemeClr val="bg1"/>
          </a:solidFill>
          <a:ln w="9525">
            <a:noFill/>
            <a:miter lim="800000"/>
            <a:headEnd/>
            <a:tailEnd/>
          </a:ln>
          <a:effectLst/>
        </p:spPr>
        <p:txBody>
          <a:bodyPr wrap="none" lIns="108850" tIns="54425" rIns="108850" bIns="54425">
            <a:spAutoFit/>
          </a:bodyPr>
          <a:lstStyle/>
          <a:p>
            <a:pPr eaLnBrk="1" hangingPunct="1">
              <a:defRPr/>
            </a:pPr>
            <a:r>
              <a:rPr kumimoji="1" lang="en-US" altLang="zh-CN" sz="2900" b="1" dirty="0">
                <a:solidFill>
                  <a:srgbClr val="333399"/>
                </a:solidFill>
                <a:effectLst>
                  <a:outerShdw blurRad="38100" dist="38100" dir="2700000" algn="tl">
                    <a:srgbClr val="000000">
                      <a:alpha val="43137"/>
                    </a:srgbClr>
                  </a:outerShdw>
                </a:effectLst>
                <a:ea typeface="黑体" pitchFamily="2" charset="-122"/>
              </a:rPr>
              <a:t>PPP </a:t>
            </a:r>
            <a:r>
              <a:rPr kumimoji="1" lang="zh-CN" altLang="en-US" sz="2900" b="1" dirty="0">
                <a:solidFill>
                  <a:srgbClr val="333399"/>
                </a:solidFill>
                <a:effectLst>
                  <a:outerShdw blurRad="38100" dist="38100" dir="2700000" algn="tl">
                    <a:srgbClr val="000000">
                      <a:alpha val="43137"/>
                    </a:srgbClr>
                  </a:outerShdw>
                </a:effectLst>
                <a:ea typeface="黑体" pitchFamily="2" charset="-122"/>
              </a:rPr>
              <a:t>帧</a:t>
            </a:r>
          </a:p>
        </p:txBody>
      </p:sp>
      <p:sp>
        <p:nvSpPr>
          <p:cNvPr id="18" name="Text Box 39">
            <a:extLst>
              <a:ext uri="{FF2B5EF4-FFF2-40B4-BE49-F238E27FC236}">
                <a16:creationId xmlns:a16="http://schemas.microsoft.com/office/drawing/2014/main" xmlns="" id="{BB488FC3-B19F-4446-859A-73545884F858}"/>
              </a:ext>
            </a:extLst>
          </p:cNvPr>
          <p:cNvSpPr txBox="1">
            <a:spLocks noChangeArrowheads="1"/>
          </p:cNvSpPr>
          <p:nvPr/>
        </p:nvSpPr>
        <p:spPr bwMode="auto">
          <a:xfrm>
            <a:off x="1208187" y="1198371"/>
            <a:ext cx="1335516" cy="556189"/>
          </a:xfrm>
          <a:prstGeom prst="rect">
            <a:avLst/>
          </a:prstGeom>
          <a:noFill/>
          <a:ln w="9525">
            <a:noFill/>
            <a:miter lim="800000"/>
            <a:headEnd/>
            <a:tailEnd/>
          </a:ln>
          <a:effectLst/>
        </p:spPr>
        <p:txBody>
          <a:bodyPr wrap="none" lIns="108850" tIns="54425" rIns="108850" bIns="54425">
            <a:spAutoFit/>
          </a:bodyPr>
          <a:lstStyle/>
          <a:p>
            <a:pPr eaLnBrk="1" hangingPunct="1">
              <a:defRPr/>
            </a:pPr>
            <a:r>
              <a:rPr kumimoji="1" lang="zh-CN" altLang="en-US" sz="2900" b="1" dirty="0">
                <a:solidFill>
                  <a:srgbClr val="333399"/>
                </a:solidFill>
                <a:effectLst>
                  <a:outerShdw blurRad="38100" dist="38100" dir="2700000" algn="tl">
                    <a:srgbClr val="000000">
                      <a:alpha val="43137"/>
                    </a:srgbClr>
                  </a:outerShdw>
                </a:effectLst>
                <a:ea typeface="黑体" pitchFamily="2" charset="-122"/>
              </a:rPr>
              <a:t>先发送</a:t>
            </a:r>
          </a:p>
        </p:txBody>
      </p:sp>
      <p:sp>
        <p:nvSpPr>
          <p:cNvPr id="19" name="Rectangle 5">
            <a:extLst>
              <a:ext uri="{FF2B5EF4-FFF2-40B4-BE49-F238E27FC236}">
                <a16:creationId xmlns:a16="http://schemas.microsoft.com/office/drawing/2014/main" xmlns="" id="{A32CB5C9-6ED9-44AB-A0E1-F477BEB55A7E}"/>
              </a:ext>
            </a:extLst>
          </p:cNvPr>
          <p:cNvSpPr>
            <a:spLocks noChangeArrowheads="1"/>
          </p:cNvSpPr>
          <p:nvPr/>
        </p:nvSpPr>
        <p:spPr bwMode="auto">
          <a:xfrm>
            <a:off x="1908985" y="2194990"/>
            <a:ext cx="9779844" cy="566868"/>
          </a:xfrm>
          <a:prstGeom prst="rect">
            <a:avLst/>
          </a:prstGeom>
          <a:solidFill>
            <a:srgbClr val="FFFFCC"/>
          </a:solidFill>
          <a:ln w="9525">
            <a:solidFill>
              <a:schemeClr val="folHlink"/>
            </a:solidFill>
            <a:miter lim="800000"/>
            <a:headEnd/>
            <a:tailEnd/>
          </a:ln>
          <a:effectLst>
            <a:outerShdw dist="35921" dir="2700000" algn="ctr" rotWithShape="0">
              <a:schemeClr val="bg2"/>
            </a:outerShdw>
          </a:effectLst>
        </p:spPr>
        <p:txBody>
          <a:bodyPr wrap="none" lIns="108850" tIns="54425" rIns="108850" bIns="54425" anchor="ctr"/>
          <a:lstStyle/>
          <a:p>
            <a:pPr algn="ctr" eaLnBrk="1" hangingPunct="1">
              <a:defRPr/>
            </a:pPr>
            <a:endParaRPr kumimoji="1" lang="zh-CN" altLang="zh-CN" sz="2900" b="1">
              <a:solidFill>
                <a:srgbClr val="333399"/>
              </a:solidFill>
              <a:effectLst>
                <a:outerShdw blurRad="38100" dist="38100" dir="2700000" algn="tl">
                  <a:srgbClr val="000000">
                    <a:alpha val="43137"/>
                  </a:srgbClr>
                </a:outerShdw>
              </a:effectLst>
              <a:ea typeface="黑体" pitchFamily="2" charset="-122"/>
            </a:endParaRPr>
          </a:p>
        </p:txBody>
      </p:sp>
      <p:sp>
        <p:nvSpPr>
          <p:cNvPr id="20" name="Line 6">
            <a:extLst>
              <a:ext uri="{FF2B5EF4-FFF2-40B4-BE49-F238E27FC236}">
                <a16:creationId xmlns:a16="http://schemas.microsoft.com/office/drawing/2014/main" xmlns="" id="{C959ABBB-1077-4324-9486-B32905E179EF}"/>
              </a:ext>
            </a:extLst>
          </p:cNvPr>
          <p:cNvSpPr>
            <a:spLocks noChangeShapeType="1"/>
          </p:cNvSpPr>
          <p:nvPr/>
        </p:nvSpPr>
        <p:spPr bwMode="auto">
          <a:xfrm>
            <a:off x="2634908" y="2194990"/>
            <a:ext cx="0" cy="566868"/>
          </a:xfrm>
          <a:prstGeom prst="line">
            <a:avLst/>
          </a:prstGeom>
          <a:noFill/>
          <a:ln w="9525">
            <a:solidFill>
              <a:schemeClr val="tx1"/>
            </a:solidFill>
            <a:round/>
            <a:headEnd/>
            <a:tailEnd/>
          </a:ln>
          <a:effectLst/>
        </p:spPr>
        <p:txBody>
          <a:bodyPr wrap="none" lIns="108850" tIns="54425" rIns="108850" bIns="54425" anchor="ctr"/>
          <a:lstStyle/>
          <a:p>
            <a:pPr eaLnBrk="1" hangingPunct="1">
              <a:defRPr/>
            </a:pPr>
            <a:endParaRPr kumimoji="1" lang="zh-CN" altLang="en-US" sz="2900" b="1">
              <a:effectLst>
                <a:outerShdw blurRad="38100" dist="38100" dir="2700000" algn="tl">
                  <a:srgbClr val="000000">
                    <a:alpha val="43137"/>
                  </a:srgbClr>
                </a:outerShdw>
              </a:effectLst>
              <a:latin typeface="Times New Roman" pitchFamily="18" charset="0"/>
            </a:endParaRPr>
          </a:p>
        </p:txBody>
      </p:sp>
      <p:sp>
        <p:nvSpPr>
          <p:cNvPr id="21" name="Line 7">
            <a:extLst>
              <a:ext uri="{FF2B5EF4-FFF2-40B4-BE49-F238E27FC236}">
                <a16:creationId xmlns:a16="http://schemas.microsoft.com/office/drawing/2014/main" xmlns="" id="{0BA25828-B256-48DC-B245-C80300D65272}"/>
              </a:ext>
            </a:extLst>
          </p:cNvPr>
          <p:cNvSpPr>
            <a:spLocks noChangeShapeType="1"/>
          </p:cNvSpPr>
          <p:nvPr/>
        </p:nvSpPr>
        <p:spPr bwMode="auto">
          <a:xfrm>
            <a:off x="10844388" y="2206104"/>
            <a:ext cx="0" cy="555754"/>
          </a:xfrm>
          <a:prstGeom prst="line">
            <a:avLst/>
          </a:prstGeom>
          <a:noFill/>
          <a:ln w="9525">
            <a:solidFill>
              <a:schemeClr val="tx1"/>
            </a:solidFill>
            <a:round/>
            <a:headEnd/>
            <a:tailEnd/>
          </a:ln>
          <a:effectLst/>
        </p:spPr>
        <p:txBody>
          <a:bodyPr wrap="none" lIns="108850" tIns="54425" rIns="108850" bIns="54425" anchor="ctr"/>
          <a:lstStyle/>
          <a:p>
            <a:pPr eaLnBrk="1" hangingPunct="1">
              <a:defRPr/>
            </a:pPr>
            <a:endParaRPr kumimoji="1" lang="zh-CN" altLang="en-US" sz="2900" b="1">
              <a:effectLst>
                <a:outerShdw blurRad="38100" dist="38100" dir="2700000" algn="tl">
                  <a:srgbClr val="000000">
                    <a:alpha val="43137"/>
                  </a:srgbClr>
                </a:outerShdw>
              </a:effectLst>
              <a:latin typeface="Times New Roman" pitchFamily="18" charset="0"/>
            </a:endParaRPr>
          </a:p>
        </p:txBody>
      </p:sp>
      <p:sp>
        <p:nvSpPr>
          <p:cNvPr id="22" name="Text Box 8">
            <a:extLst>
              <a:ext uri="{FF2B5EF4-FFF2-40B4-BE49-F238E27FC236}">
                <a16:creationId xmlns:a16="http://schemas.microsoft.com/office/drawing/2014/main" xmlns="" id="{E8FA93BB-428A-4F9C-A7CC-1C40C7726E9D}"/>
              </a:ext>
            </a:extLst>
          </p:cNvPr>
          <p:cNvSpPr txBox="1">
            <a:spLocks noChangeArrowheads="1"/>
          </p:cNvSpPr>
          <p:nvPr/>
        </p:nvSpPr>
        <p:spPr bwMode="auto">
          <a:xfrm>
            <a:off x="1958568" y="2430535"/>
            <a:ext cx="534015" cy="417690"/>
          </a:xfrm>
          <a:prstGeom prst="rect">
            <a:avLst/>
          </a:prstGeom>
          <a:noFill/>
          <a:ln w="9525">
            <a:noFill/>
            <a:miter lim="800000"/>
            <a:headEnd/>
            <a:tailEnd/>
          </a:ln>
          <a:effectLst/>
        </p:spPr>
        <p:txBody>
          <a:bodyPr wrap="none" lIns="108850" tIns="54425" rIns="108850" bIns="54425">
            <a:spAutoFit/>
          </a:bodyPr>
          <a:lstStyle/>
          <a:p>
            <a:pPr eaLnBrk="1" hangingPunct="1">
              <a:defRPr/>
            </a:pPr>
            <a:r>
              <a:rPr kumimoji="1" lang="en-US" altLang="zh-CN" sz="2000" b="1" dirty="0">
                <a:solidFill>
                  <a:schemeClr val="accent2"/>
                </a:solidFill>
                <a:effectLst>
                  <a:outerShdw blurRad="38100" dist="38100" dir="2700000" algn="tl">
                    <a:srgbClr val="C0C0C0"/>
                  </a:outerShdw>
                </a:effectLst>
                <a:ea typeface="黑体" pitchFamily="2" charset="-122"/>
              </a:rPr>
              <a:t>7E</a:t>
            </a:r>
          </a:p>
        </p:txBody>
      </p:sp>
      <p:sp>
        <p:nvSpPr>
          <p:cNvPr id="23" name="Line 14">
            <a:extLst>
              <a:ext uri="{FF2B5EF4-FFF2-40B4-BE49-F238E27FC236}">
                <a16:creationId xmlns:a16="http://schemas.microsoft.com/office/drawing/2014/main" xmlns="" id="{212340EE-5599-4118-8250-AC22CE961CEE}"/>
              </a:ext>
            </a:extLst>
          </p:cNvPr>
          <p:cNvSpPr>
            <a:spLocks noChangeShapeType="1"/>
          </p:cNvSpPr>
          <p:nvPr/>
        </p:nvSpPr>
        <p:spPr bwMode="auto">
          <a:xfrm>
            <a:off x="3358713" y="2206104"/>
            <a:ext cx="0" cy="555754"/>
          </a:xfrm>
          <a:prstGeom prst="line">
            <a:avLst/>
          </a:prstGeom>
          <a:noFill/>
          <a:ln w="9525">
            <a:solidFill>
              <a:schemeClr val="tx1"/>
            </a:solidFill>
            <a:round/>
            <a:headEnd/>
            <a:tailEnd/>
          </a:ln>
          <a:effectLst/>
        </p:spPr>
        <p:txBody>
          <a:bodyPr wrap="none" lIns="108850" tIns="54425" rIns="108850" bIns="54425" anchor="ctr"/>
          <a:lstStyle/>
          <a:p>
            <a:pPr eaLnBrk="1" hangingPunct="1">
              <a:defRPr/>
            </a:pPr>
            <a:endParaRPr kumimoji="1" lang="zh-CN" altLang="en-US" sz="2900" b="1">
              <a:effectLst>
                <a:outerShdw blurRad="38100" dist="38100" dir="2700000" algn="tl">
                  <a:srgbClr val="000000">
                    <a:alpha val="43137"/>
                  </a:srgbClr>
                </a:outerShdw>
              </a:effectLst>
              <a:latin typeface="Times New Roman" pitchFamily="18" charset="0"/>
            </a:endParaRPr>
          </a:p>
        </p:txBody>
      </p:sp>
      <p:sp>
        <p:nvSpPr>
          <p:cNvPr id="24" name="Line 15">
            <a:extLst>
              <a:ext uri="{FF2B5EF4-FFF2-40B4-BE49-F238E27FC236}">
                <a16:creationId xmlns:a16="http://schemas.microsoft.com/office/drawing/2014/main" xmlns="" id="{01BCC6C9-D921-411F-A0A4-920FFD77417B}"/>
              </a:ext>
            </a:extLst>
          </p:cNvPr>
          <p:cNvSpPr>
            <a:spLocks noChangeShapeType="1"/>
          </p:cNvSpPr>
          <p:nvPr/>
        </p:nvSpPr>
        <p:spPr bwMode="auto">
          <a:xfrm>
            <a:off x="4082519" y="2194990"/>
            <a:ext cx="0" cy="566868"/>
          </a:xfrm>
          <a:prstGeom prst="line">
            <a:avLst/>
          </a:prstGeom>
          <a:noFill/>
          <a:ln w="9525">
            <a:solidFill>
              <a:schemeClr val="tx1"/>
            </a:solidFill>
            <a:round/>
            <a:headEnd/>
            <a:tailEnd/>
          </a:ln>
          <a:effectLst/>
        </p:spPr>
        <p:txBody>
          <a:bodyPr wrap="none" lIns="108850" tIns="54425" rIns="108850" bIns="54425" anchor="ctr"/>
          <a:lstStyle/>
          <a:p>
            <a:pPr eaLnBrk="1" hangingPunct="1">
              <a:defRPr/>
            </a:pPr>
            <a:endParaRPr kumimoji="1" lang="zh-CN" altLang="en-US" sz="2900" b="1">
              <a:effectLst>
                <a:outerShdw blurRad="38100" dist="38100" dir="2700000" algn="tl">
                  <a:srgbClr val="000000">
                    <a:alpha val="43137"/>
                  </a:srgbClr>
                </a:outerShdw>
              </a:effectLst>
              <a:latin typeface="Times New Roman" pitchFamily="18" charset="0"/>
            </a:endParaRPr>
          </a:p>
        </p:txBody>
      </p:sp>
      <p:sp>
        <p:nvSpPr>
          <p:cNvPr id="25" name="Text Box 16">
            <a:extLst>
              <a:ext uri="{FF2B5EF4-FFF2-40B4-BE49-F238E27FC236}">
                <a16:creationId xmlns:a16="http://schemas.microsoft.com/office/drawing/2014/main" xmlns="" id="{85AFC74C-CEF5-4DEF-92BE-E939E22D1CCF}"/>
              </a:ext>
            </a:extLst>
          </p:cNvPr>
          <p:cNvSpPr txBox="1">
            <a:spLocks noChangeArrowheads="1"/>
          </p:cNvSpPr>
          <p:nvPr/>
        </p:nvSpPr>
        <p:spPr bwMode="auto">
          <a:xfrm>
            <a:off x="2682373" y="2430535"/>
            <a:ext cx="534015" cy="417690"/>
          </a:xfrm>
          <a:prstGeom prst="rect">
            <a:avLst/>
          </a:prstGeom>
          <a:noFill/>
          <a:ln w="9525">
            <a:noFill/>
            <a:miter lim="800000"/>
            <a:headEnd/>
            <a:tailEnd/>
          </a:ln>
          <a:effectLst/>
        </p:spPr>
        <p:txBody>
          <a:bodyPr wrap="none" lIns="108850" tIns="54425" rIns="108850" bIns="54425">
            <a:spAutoFit/>
          </a:bodyPr>
          <a:lstStyle/>
          <a:p>
            <a:pPr eaLnBrk="1" hangingPunct="1">
              <a:defRPr/>
            </a:pPr>
            <a:r>
              <a:rPr kumimoji="1" lang="en-US" altLang="zh-CN" sz="2000" b="1" dirty="0">
                <a:solidFill>
                  <a:schemeClr val="accent2"/>
                </a:solidFill>
                <a:effectLst>
                  <a:outerShdw blurRad="38100" dist="38100" dir="2700000" algn="tl">
                    <a:srgbClr val="000000">
                      <a:alpha val="43137"/>
                    </a:srgbClr>
                  </a:outerShdw>
                </a:effectLst>
                <a:ea typeface="黑体" pitchFamily="2" charset="-122"/>
              </a:rPr>
              <a:t>FF</a:t>
            </a:r>
          </a:p>
        </p:txBody>
      </p:sp>
      <p:sp>
        <p:nvSpPr>
          <p:cNvPr id="26" name="Text Box 17">
            <a:extLst>
              <a:ext uri="{FF2B5EF4-FFF2-40B4-BE49-F238E27FC236}">
                <a16:creationId xmlns:a16="http://schemas.microsoft.com/office/drawing/2014/main" xmlns="" id="{D37348A7-8DDE-4B14-B22E-9449526659D3}"/>
              </a:ext>
            </a:extLst>
          </p:cNvPr>
          <p:cNvSpPr txBox="1">
            <a:spLocks noChangeArrowheads="1"/>
          </p:cNvSpPr>
          <p:nvPr/>
        </p:nvSpPr>
        <p:spPr bwMode="auto">
          <a:xfrm>
            <a:off x="3397714" y="2430535"/>
            <a:ext cx="505160" cy="417690"/>
          </a:xfrm>
          <a:prstGeom prst="rect">
            <a:avLst/>
          </a:prstGeom>
          <a:noFill/>
          <a:ln w="9525">
            <a:noFill/>
            <a:miter lim="800000"/>
            <a:headEnd/>
            <a:tailEnd/>
          </a:ln>
          <a:effectLst/>
        </p:spPr>
        <p:txBody>
          <a:bodyPr wrap="none" lIns="108850" tIns="54425" rIns="108850" bIns="54425">
            <a:spAutoFit/>
          </a:bodyPr>
          <a:lstStyle/>
          <a:p>
            <a:pPr eaLnBrk="1" hangingPunct="1">
              <a:defRPr/>
            </a:pPr>
            <a:r>
              <a:rPr kumimoji="1" lang="en-US" altLang="zh-CN" sz="2000" b="1" dirty="0">
                <a:solidFill>
                  <a:schemeClr val="accent2"/>
                </a:solidFill>
                <a:effectLst>
                  <a:outerShdw blurRad="38100" dist="38100" dir="2700000" algn="tl">
                    <a:srgbClr val="000000">
                      <a:alpha val="43137"/>
                    </a:srgbClr>
                  </a:outerShdw>
                </a:effectLst>
                <a:ea typeface="黑体" pitchFamily="2" charset="-122"/>
              </a:rPr>
              <a:t>03</a:t>
            </a:r>
          </a:p>
        </p:txBody>
      </p:sp>
      <p:sp>
        <p:nvSpPr>
          <p:cNvPr id="27" name="Text Box 19">
            <a:extLst>
              <a:ext uri="{FF2B5EF4-FFF2-40B4-BE49-F238E27FC236}">
                <a16:creationId xmlns:a16="http://schemas.microsoft.com/office/drawing/2014/main" xmlns="" id="{DF63B6DB-3751-4FAB-B304-93A731381B5D}"/>
              </a:ext>
            </a:extLst>
          </p:cNvPr>
          <p:cNvSpPr txBox="1">
            <a:spLocks noChangeArrowheads="1"/>
          </p:cNvSpPr>
          <p:nvPr/>
        </p:nvSpPr>
        <p:spPr bwMode="auto">
          <a:xfrm>
            <a:off x="2006339" y="2081517"/>
            <a:ext cx="447452" cy="556189"/>
          </a:xfrm>
          <a:prstGeom prst="rect">
            <a:avLst/>
          </a:prstGeom>
          <a:noFill/>
          <a:ln w="9525">
            <a:noFill/>
            <a:miter lim="800000"/>
            <a:headEnd/>
            <a:tailEnd/>
          </a:ln>
          <a:effectLst/>
        </p:spPr>
        <p:txBody>
          <a:bodyPr wrap="none" lIns="108850" tIns="54425" rIns="108850" bIns="54425">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r>
              <a:rPr kumimoji="1" lang="en-US" altLang="zh-CN" sz="2900" b="1" dirty="0">
                <a:solidFill>
                  <a:srgbClr val="333399"/>
                </a:solidFill>
                <a:effectLst>
                  <a:outerShdw blurRad="38100" dist="38100" dir="2700000" algn="tl">
                    <a:srgbClr val="C0C0C0"/>
                  </a:outerShdw>
                </a:effectLst>
                <a:ea typeface="黑体" pitchFamily="2" charset="-122"/>
              </a:rPr>
              <a:t>F</a:t>
            </a:r>
          </a:p>
        </p:txBody>
      </p:sp>
      <p:sp>
        <p:nvSpPr>
          <p:cNvPr id="28" name="Text Box 20">
            <a:extLst>
              <a:ext uri="{FF2B5EF4-FFF2-40B4-BE49-F238E27FC236}">
                <a16:creationId xmlns:a16="http://schemas.microsoft.com/office/drawing/2014/main" xmlns="" id="{FFA1BB0B-AD44-4892-8952-9CD5C6C1CE93}"/>
              </a:ext>
            </a:extLst>
          </p:cNvPr>
          <p:cNvSpPr txBox="1">
            <a:spLocks noChangeArrowheads="1"/>
          </p:cNvSpPr>
          <p:nvPr/>
        </p:nvSpPr>
        <p:spPr bwMode="auto">
          <a:xfrm>
            <a:off x="2683584" y="2081517"/>
            <a:ext cx="489130" cy="556189"/>
          </a:xfrm>
          <a:prstGeom prst="rect">
            <a:avLst/>
          </a:prstGeom>
          <a:noFill/>
          <a:ln w="9525">
            <a:noFill/>
            <a:miter lim="800000"/>
            <a:headEnd/>
            <a:tailEnd/>
          </a:ln>
          <a:effectLst/>
        </p:spPr>
        <p:txBody>
          <a:bodyPr wrap="none" lIns="108850" tIns="54425" rIns="108850" bIns="54425">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r>
              <a:rPr kumimoji="1" lang="en-US" altLang="zh-CN" sz="2900" b="1" dirty="0">
                <a:solidFill>
                  <a:srgbClr val="333399"/>
                </a:solidFill>
                <a:effectLst>
                  <a:outerShdw blurRad="38100" dist="38100" dir="2700000" algn="tl">
                    <a:srgbClr val="C0C0C0"/>
                  </a:outerShdw>
                </a:effectLst>
                <a:ea typeface="黑体" pitchFamily="2" charset="-122"/>
              </a:rPr>
              <a:t>A</a:t>
            </a:r>
          </a:p>
        </p:txBody>
      </p:sp>
      <p:sp>
        <p:nvSpPr>
          <p:cNvPr id="29" name="Text Box 21">
            <a:extLst>
              <a:ext uri="{FF2B5EF4-FFF2-40B4-BE49-F238E27FC236}">
                <a16:creationId xmlns:a16="http://schemas.microsoft.com/office/drawing/2014/main" xmlns="" id="{2FACCD12-0F70-49FF-B44D-55854F3C75F6}"/>
              </a:ext>
            </a:extLst>
          </p:cNvPr>
          <p:cNvSpPr txBox="1">
            <a:spLocks noChangeArrowheads="1"/>
          </p:cNvSpPr>
          <p:nvPr/>
        </p:nvSpPr>
        <p:spPr bwMode="auto">
          <a:xfrm>
            <a:off x="3362946" y="2081517"/>
            <a:ext cx="489130" cy="556189"/>
          </a:xfrm>
          <a:prstGeom prst="rect">
            <a:avLst/>
          </a:prstGeom>
          <a:noFill/>
          <a:ln w="9525">
            <a:noFill/>
            <a:miter lim="800000"/>
            <a:headEnd/>
            <a:tailEnd/>
          </a:ln>
          <a:effectLst/>
        </p:spPr>
        <p:txBody>
          <a:bodyPr wrap="none" lIns="108850" tIns="54425" rIns="108850" bIns="54425">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r>
              <a:rPr kumimoji="1" lang="en-US" altLang="zh-CN" sz="2900" b="1" dirty="0">
                <a:solidFill>
                  <a:srgbClr val="333399"/>
                </a:solidFill>
                <a:effectLst>
                  <a:outerShdw blurRad="38100" dist="38100" dir="2700000" algn="tl">
                    <a:srgbClr val="C0C0C0"/>
                  </a:outerShdw>
                </a:effectLst>
                <a:ea typeface="黑体" pitchFamily="2" charset="-122"/>
              </a:rPr>
              <a:t>C</a:t>
            </a:r>
          </a:p>
        </p:txBody>
      </p:sp>
      <p:sp>
        <p:nvSpPr>
          <p:cNvPr id="30" name="Text Box 22">
            <a:extLst>
              <a:ext uri="{FF2B5EF4-FFF2-40B4-BE49-F238E27FC236}">
                <a16:creationId xmlns:a16="http://schemas.microsoft.com/office/drawing/2014/main" xmlns="" id="{91EFDE19-422A-4F53-A8F1-DF6F2A3F7E5E}"/>
              </a:ext>
            </a:extLst>
          </p:cNvPr>
          <p:cNvSpPr txBox="1">
            <a:spLocks noChangeArrowheads="1"/>
          </p:cNvSpPr>
          <p:nvPr/>
        </p:nvSpPr>
        <p:spPr bwMode="auto">
          <a:xfrm>
            <a:off x="9663442" y="2260091"/>
            <a:ext cx="965223" cy="556189"/>
          </a:xfrm>
          <a:prstGeom prst="rect">
            <a:avLst/>
          </a:prstGeom>
          <a:noFill/>
          <a:ln w="9525">
            <a:noFill/>
            <a:miter lim="800000"/>
            <a:headEnd/>
            <a:tailEnd/>
          </a:ln>
          <a:effectLst/>
        </p:spPr>
        <p:txBody>
          <a:bodyPr wrap="none" lIns="108850" tIns="54425" rIns="108850" bIns="54425">
            <a:spAutoFit/>
          </a:bodyPr>
          <a:lstStyle/>
          <a:p>
            <a:pPr eaLnBrk="1" hangingPunct="1">
              <a:defRPr/>
            </a:pPr>
            <a:r>
              <a:rPr kumimoji="1" lang="en-US" altLang="zh-CN" sz="2900" b="1" dirty="0">
                <a:solidFill>
                  <a:srgbClr val="333399"/>
                </a:solidFill>
                <a:effectLst>
                  <a:outerShdw blurRad="38100" dist="38100" dir="2700000" algn="tl">
                    <a:srgbClr val="000000">
                      <a:alpha val="43137"/>
                    </a:srgbClr>
                  </a:outerShdw>
                </a:effectLst>
                <a:ea typeface="黑体" pitchFamily="2" charset="-122"/>
              </a:rPr>
              <a:t>FCS</a:t>
            </a:r>
          </a:p>
        </p:txBody>
      </p:sp>
      <p:sp>
        <p:nvSpPr>
          <p:cNvPr id="31" name="Text Box 24">
            <a:extLst>
              <a:ext uri="{FF2B5EF4-FFF2-40B4-BE49-F238E27FC236}">
                <a16:creationId xmlns:a16="http://schemas.microsoft.com/office/drawing/2014/main" xmlns="" id="{90E0508B-940A-481F-AC6F-715C7AD01E0C}"/>
              </a:ext>
            </a:extLst>
          </p:cNvPr>
          <p:cNvSpPr txBox="1">
            <a:spLocks noChangeArrowheads="1"/>
          </p:cNvSpPr>
          <p:nvPr/>
        </p:nvSpPr>
        <p:spPr bwMode="auto">
          <a:xfrm>
            <a:off x="11001001" y="2081517"/>
            <a:ext cx="447452" cy="556189"/>
          </a:xfrm>
          <a:prstGeom prst="rect">
            <a:avLst/>
          </a:prstGeom>
          <a:noFill/>
          <a:ln w="9525">
            <a:noFill/>
            <a:miter lim="800000"/>
            <a:headEnd/>
            <a:tailEnd/>
          </a:ln>
          <a:effectLst/>
        </p:spPr>
        <p:txBody>
          <a:bodyPr wrap="none" lIns="108850" tIns="54425" rIns="108850" bIns="54425">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r>
              <a:rPr kumimoji="1" lang="en-US" altLang="zh-CN" sz="2900" b="1" dirty="0">
                <a:solidFill>
                  <a:srgbClr val="333399"/>
                </a:solidFill>
                <a:effectLst>
                  <a:outerShdw blurRad="38100" dist="38100" dir="2700000" algn="tl">
                    <a:srgbClr val="C0C0C0"/>
                  </a:outerShdw>
                </a:effectLst>
                <a:ea typeface="黑体" pitchFamily="2" charset="-122"/>
              </a:rPr>
              <a:t>F</a:t>
            </a:r>
          </a:p>
        </p:txBody>
      </p:sp>
      <p:sp>
        <p:nvSpPr>
          <p:cNvPr id="32" name="Text Box 25">
            <a:extLst>
              <a:ext uri="{FF2B5EF4-FFF2-40B4-BE49-F238E27FC236}">
                <a16:creationId xmlns:a16="http://schemas.microsoft.com/office/drawing/2014/main" xmlns="" id="{D0D5628C-F475-4B01-A613-FDF258E3A75C}"/>
              </a:ext>
            </a:extLst>
          </p:cNvPr>
          <p:cNvSpPr txBox="1">
            <a:spLocks noChangeArrowheads="1"/>
          </p:cNvSpPr>
          <p:nvPr/>
        </p:nvSpPr>
        <p:spPr bwMode="auto">
          <a:xfrm>
            <a:off x="10974394" y="2430535"/>
            <a:ext cx="534015" cy="417690"/>
          </a:xfrm>
          <a:prstGeom prst="rect">
            <a:avLst/>
          </a:prstGeom>
          <a:noFill/>
          <a:ln w="9525">
            <a:noFill/>
            <a:miter lim="800000"/>
            <a:headEnd/>
            <a:tailEnd/>
          </a:ln>
          <a:effectLst/>
        </p:spPr>
        <p:txBody>
          <a:bodyPr wrap="none" lIns="108850" tIns="54425" rIns="108850" bIns="54425">
            <a:spAutoFit/>
          </a:bodyPr>
          <a:lstStyle/>
          <a:p>
            <a:pPr eaLnBrk="1" hangingPunct="1">
              <a:defRPr/>
            </a:pPr>
            <a:r>
              <a:rPr kumimoji="1" lang="en-US" altLang="zh-CN" sz="2000" b="1" dirty="0">
                <a:solidFill>
                  <a:schemeClr val="accent2"/>
                </a:solidFill>
                <a:effectLst>
                  <a:outerShdw blurRad="38100" dist="38100" dir="2700000" algn="tl">
                    <a:srgbClr val="000000">
                      <a:alpha val="43137"/>
                    </a:srgbClr>
                  </a:outerShdw>
                </a:effectLst>
                <a:ea typeface="黑体" pitchFamily="2" charset="-122"/>
              </a:rPr>
              <a:t>7E</a:t>
            </a:r>
          </a:p>
        </p:txBody>
      </p:sp>
      <p:sp>
        <p:nvSpPr>
          <p:cNvPr id="33" name="Rectangle 28">
            <a:extLst>
              <a:ext uri="{FF2B5EF4-FFF2-40B4-BE49-F238E27FC236}">
                <a16:creationId xmlns:a16="http://schemas.microsoft.com/office/drawing/2014/main" xmlns="" id="{13A80D1E-08EC-4C53-99C7-038DC18811D7}"/>
              </a:ext>
            </a:extLst>
          </p:cNvPr>
          <p:cNvSpPr>
            <a:spLocks noChangeArrowheads="1"/>
          </p:cNvSpPr>
          <p:nvPr/>
        </p:nvSpPr>
        <p:spPr bwMode="auto">
          <a:xfrm>
            <a:off x="5532247" y="2221983"/>
            <a:ext cx="3864530" cy="519233"/>
          </a:xfrm>
          <a:prstGeom prst="rect">
            <a:avLst/>
          </a:prstGeom>
          <a:solidFill>
            <a:srgbClr val="FFCCFF"/>
          </a:solidFill>
          <a:ln w="9525">
            <a:noFill/>
            <a:miter lim="800000"/>
            <a:headEnd/>
            <a:tailEnd/>
          </a:ln>
          <a:effectLst/>
        </p:spPr>
        <p:txBody>
          <a:bodyPr wrap="none" lIns="108850" tIns="54425" rIns="108850" bIns="54425" anchor="ctr"/>
          <a:lstStyle/>
          <a:p>
            <a:pPr eaLnBrk="1" hangingPunct="1">
              <a:defRPr/>
            </a:pPr>
            <a:endParaRPr kumimoji="1" lang="zh-CN" altLang="en-US" sz="2900" b="1">
              <a:effectLst>
                <a:outerShdw blurRad="38100" dist="38100" dir="2700000" algn="tl">
                  <a:srgbClr val="000000">
                    <a:alpha val="43137"/>
                  </a:srgbClr>
                </a:outerShdw>
              </a:effectLst>
              <a:latin typeface="Times New Roman" pitchFamily="18" charset="0"/>
            </a:endParaRPr>
          </a:p>
        </p:txBody>
      </p:sp>
      <p:sp>
        <p:nvSpPr>
          <p:cNvPr id="34" name="Text Box 29">
            <a:extLst>
              <a:ext uri="{FF2B5EF4-FFF2-40B4-BE49-F238E27FC236}">
                <a16:creationId xmlns:a16="http://schemas.microsoft.com/office/drawing/2014/main" xmlns="" id="{6F3EF97C-E49F-48BB-B3C0-1665880B56E8}"/>
              </a:ext>
            </a:extLst>
          </p:cNvPr>
          <p:cNvSpPr txBox="1">
            <a:spLocks noChangeArrowheads="1"/>
          </p:cNvSpPr>
          <p:nvPr/>
        </p:nvSpPr>
        <p:spPr bwMode="auto">
          <a:xfrm>
            <a:off x="4279344" y="2244213"/>
            <a:ext cx="966825" cy="556189"/>
          </a:xfrm>
          <a:prstGeom prst="rect">
            <a:avLst/>
          </a:prstGeom>
          <a:noFill/>
          <a:ln w="9525">
            <a:noFill/>
            <a:miter lim="800000"/>
            <a:headEnd/>
            <a:tailEnd/>
          </a:ln>
          <a:effectLst/>
        </p:spPr>
        <p:txBody>
          <a:bodyPr wrap="none" lIns="108850" tIns="54425" rIns="108850" bIns="54425">
            <a:spAutoFit/>
          </a:bodyPr>
          <a:lstStyle/>
          <a:p>
            <a:pPr eaLnBrk="1" hangingPunct="1">
              <a:defRPr/>
            </a:pPr>
            <a:r>
              <a:rPr kumimoji="1" lang="zh-CN" altLang="en-US" sz="2900" b="1" dirty="0">
                <a:solidFill>
                  <a:srgbClr val="333399"/>
                </a:solidFill>
                <a:effectLst>
                  <a:outerShdw blurRad="38100" dist="38100" dir="2700000" algn="tl">
                    <a:srgbClr val="C0C0C0"/>
                  </a:outerShdw>
                </a:effectLst>
                <a:ea typeface="黑体" pitchFamily="2" charset="-122"/>
              </a:rPr>
              <a:t>协议</a:t>
            </a:r>
          </a:p>
        </p:txBody>
      </p:sp>
      <p:sp>
        <p:nvSpPr>
          <p:cNvPr id="35" name="Text Box 30">
            <a:extLst>
              <a:ext uri="{FF2B5EF4-FFF2-40B4-BE49-F238E27FC236}">
                <a16:creationId xmlns:a16="http://schemas.microsoft.com/office/drawing/2014/main" xmlns="" id="{B6073703-9981-4339-936B-E1A80EC93681}"/>
              </a:ext>
            </a:extLst>
          </p:cNvPr>
          <p:cNvSpPr txBox="1">
            <a:spLocks noChangeArrowheads="1"/>
          </p:cNvSpPr>
          <p:nvPr/>
        </p:nvSpPr>
        <p:spPr bwMode="auto">
          <a:xfrm>
            <a:off x="6014783" y="2268031"/>
            <a:ext cx="2938519" cy="556189"/>
          </a:xfrm>
          <a:prstGeom prst="rect">
            <a:avLst/>
          </a:prstGeom>
          <a:noFill/>
          <a:ln w="9525">
            <a:noFill/>
            <a:miter lim="800000"/>
            <a:headEnd/>
            <a:tailEnd/>
          </a:ln>
          <a:effectLst/>
        </p:spPr>
        <p:txBody>
          <a:bodyPr wrap="none" lIns="108850" tIns="54425" rIns="108850" bIns="54425">
            <a:spAutoFit/>
          </a:bodyPr>
          <a:lstStyle/>
          <a:p>
            <a:pPr eaLnBrk="1" hangingPunct="1">
              <a:defRPr/>
            </a:pPr>
            <a:r>
              <a:rPr kumimoji="1" lang="zh-CN" altLang="en-US" sz="2900" b="1" dirty="0">
                <a:solidFill>
                  <a:srgbClr val="333399"/>
                </a:solidFill>
                <a:effectLst>
                  <a:outerShdw blurRad="38100" dist="38100" dir="2700000" algn="tl">
                    <a:srgbClr val="000000">
                      <a:alpha val="43137"/>
                    </a:srgbClr>
                  </a:outerShdw>
                </a:effectLst>
                <a:ea typeface="黑体" pitchFamily="2" charset="-122"/>
              </a:rPr>
              <a:t>信    息    部    分</a:t>
            </a:r>
          </a:p>
        </p:txBody>
      </p:sp>
      <p:sp>
        <p:nvSpPr>
          <p:cNvPr id="36" name="AutoShape 34">
            <a:extLst>
              <a:ext uri="{FF2B5EF4-FFF2-40B4-BE49-F238E27FC236}">
                <a16:creationId xmlns:a16="http://schemas.microsoft.com/office/drawing/2014/main" xmlns="" id="{7DB7022E-2B93-4B56-AC39-4BBB4B36EFCA}"/>
              </a:ext>
            </a:extLst>
          </p:cNvPr>
          <p:cNvSpPr>
            <a:spLocks/>
          </p:cNvSpPr>
          <p:nvPr/>
        </p:nvSpPr>
        <p:spPr bwMode="auto">
          <a:xfrm rot="5400000">
            <a:off x="3632489" y="295232"/>
            <a:ext cx="176254" cy="3623262"/>
          </a:xfrm>
          <a:prstGeom prst="leftBrace">
            <a:avLst>
              <a:gd name="adj1" fmla="val 128528"/>
              <a:gd name="adj2" fmla="val 50069"/>
            </a:avLst>
          </a:prstGeom>
          <a:noFill/>
          <a:ln w="9525">
            <a:solidFill>
              <a:schemeClr val="folHlink"/>
            </a:solidFill>
            <a:round/>
            <a:headEnd/>
            <a:tailEnd/>
          </a:ln>
        </p:spPr>
        <p:txBody>
          <a:bodyPr rot="10800000" vert="eaVert" wrap="none" lIns="108850" tIns="54425" rIns="108850" bIns="54425" anchor="ctr"/>
          <a:lstStyle/>
          <a:p>
            <a:pPr eaLnBrk="1" hangingPunct="1">
              <a:defRPr/>
            </a:pPr>
            <a:endParaRPr kumimoji="1" lang="zh-CN" altLang="en-US" sz="2900" b="1">
              <a:effectLst>
                <a:outerShdw blurRad="38100" dist="38100" dir="2700000" algn="tl">
                  <a:srgbClr val="000000">
                    <a:alpha val="43137"/>
                  </a:srgbClr>
                </a:outerShdw>
              </a:effectLst>
              <a:latin typeface="Times New Roman" pitchFamily="18" charset="0"/>
            </a:endParaRPr>
          </a:p>
        </p:txBody>
      </p:sp>
      <p:sp>
        <p:nvSpPr>
          <p:cNvPr id="37" name="AutoShape 35">
            <a:extLst>
              <a:ext uri="{FF2B5EF4-FFF2-40B4-BE49-F238E27FC236}">
                <a16:creationId xmlns:a16="http://schemas.microsoft.com/office/drawing/2014/main" xmlns="" id="{78000972-D083-467C-B719-D5EC3BFBCA49}"/>
              </a:ext>
            </a:extLst>
          </p:cNvPr>
          <p:cNvSpPr>
            <a:spLocks/>
          </p:cNvSpPr>
          <p:nvPr/>
        </p:nvSpPr>
        <p:spPr bwMode="auto">
          <a:xfrm rot="5400000">
            <a:off x="10461822" y="967983"/>
            <a:ext cx="161962" cy="2292052"/>
          </a:xfrm>
          <a:prstGeom prst="leftBrace">
            <a:avLst>
              <a:gd name="adj1" fmla="val 88480"/>
              <a:gd name="adj2" fmla="val 50000"/>
            </a:avLst>
          </a:prstGeom>
          <a:noFill/>
          <a:ln w="9525">
            <a:solidFill>
              <a:schemeClr val="tx1"/>
            </a:solidFill>
            <a:round/>
            <a:headEnd/>
            <a:tailEnd/>
          </a:ln>
        </p:spPr>
        <p:txBody>
          <a:bodyPr rot="10800000" vert="eaVert" wrap="none" lIns="108850" tIns="54425" rIns="108850" bIns="54425" anchor="ctr"/>
          <a:lstStyle/>
          <a:p>
            <a:pPr eaLnBrk="1" hangingPunct="1">
              <a:defRPr/>
            </a:pPr>
            <a:endParaRPr kumimoji="1" lang="zh-CN" altLang="en-US" sz="2900" b="1">
              <a:effectLst>
                <a:outerShdw blurRad="38100" dist="38100" dir="2700000" algn="tl">
                  <a:srgbClr val="000000">
                    <a:alpha val="43137"/>
                  </a:srgbClr>
                </a:outerShdw>
              </a:effectLst>
              <a:latin typeface="Times New Roman" pitchFamily="18" charset="0"/>
            </a:endParaRPr>
          </a:p>
        </p:txBody>
      </p:sp>
      <p:sp>
        <p:nvSpPr>
          <p:cNvPr id="38" name="Text Box 36">
            <a:extLst>
              <a:ext uri="{FF2B5EF4-FFF2-40B4-BE49-F238E27FC236}">
                <a16:creationId xmlns:a16="http://schemas.microsoft.com/office/drawing/2014/main" xmlns="" id="{ACB18EE8-DE32-44CF-B8F9-A8B59079A482}"/>
              </a:ext>
            </a:extLst>
          </p:cNvPr>
          <p:cNvSpPr txBox="1">
            <a:spLocks noChangeArrowheads="1"/>
          </p:cNvSpPr>
          <p:nvPr/>
        </p:nvSpPr>
        <p:spPr bwMode="auto">
          <a:xfrm>
            <a:off x="3242518" y="1485772"/>
            <a:ext cx="963619" cy="556189"/>
          </a:xfrm>
          <a:prstGeom prst="rect">
            <a:avLst/>
          </a:prstGeom>
          <a:noFill/>
          <a:ln w="9525">
            <a:noFill/>
            <a:miter lim="800000"/>
            <a:headEnd/>
            <a:tailEnd/>
          </a:ln>
          <a:effectLst/>
        </p:spPr>
        <p:txBody>
          <a:bodyPr wrap="none" lIns="108850" tIns="54425" rIns="108850" bIns="54425">
            <a:spAutoFit/>
          </a:bodyPr>
          <a:lstStyle/>
          <a:p>
            <a:pPr eaLnBrk="1" hangingPunct="1">
              <a:defRPr/>
            </a:pPr>
            <a:r>
              <a:rPr kumimoji="1" lang="zh-CN" altLang="en-US" sz="2900" b="1" dirty="0">
                <a:solidFill>
                  <a:srgbClr val="333399"/>
                </a:solidFill>
                <a:effectLst>
                  <a:outerShdw blurRad="38100" dist="38100" dir="2700000" algn="tl">
                    <a:srgbClr val="000000">
                      <a:alpha val="43137"/>
                    </a:srgbClr>
                  </a:outerShdw>
                </a:effectLst>
                <a:ea typeface="黑体" pitchFamily="2" charset="-122"/>
              </a:rPr>
              <a:t>首部</a:t>
            </a:r>
          </a:p>
        </p:txBody>
      </p:sp>
      <p:sp>
        <p:nvSpPr>
          <p:cNvPr id="39" name="Text Box 37">
            <a:extLst>
              <a:ext uri="{FF2B5EF4-FFF2-40B4-BE49-F238E27FC236}">
                <a16:creationId xmlns:a16="http://schemas.microsoft.com/office/drawing/2014/main" xmlns="" id="{C622C9B6-8EC0-4959-AB57-05C19CE4DA97}"/>
              </a:ext>
            </a:extLst>
          </p:cNvPr>
          <p:cNvSpPr txBox="1">
            <a:spLocks noChangeArrowheads="1"/>
          </p:cNvSpPr>
          <p:nvPr/>
        </p:nvSpPr>
        <p:spPr bwMode="auto">
          <a:xfrm>
            <a:off x="10060993" y="1511155"/>
            <a:ext cx="963619" cy="556189"/>
          </a:xfrm>
          <a:prstGeom prst="rect">
            <a:avLst/>
          </a:prstGeom>
          <a:noFill/>
          <a:ln w="9525">
            <a:noFill/>
            <a:miter lim="800000"/>
            <a:headEnd/>
            <a:tailEnd/>
          </a:ln>
          <a:effectLst/>
        </p:spPr>
        <p:txBody>
          <a:bodyPr wrap="none" lIns="108850" tIns="54425" rIns="108850" bIns="54425">
            <a:spAutoFit/>
          </a:bodyPr>
          <a:lstStyle/>
          <a:p>
            <a:pPr eaLnBrk="1" hangingPunct="1">
              <a:defRPr/>
            </a:pPr>
            <a:r>
              <a:rPr kumimoji="1" lang="zh-CN" altLang="en-US" sz="2900" b="1" dirty="0">
                <a:solidFill>
                  <a:srgbClr val="333399"/>
                </a:solidFill>
                <a:effectLst>
                  <a:outerShdw blurRad="38100" dist="38100" dir="2700000" algn="tl">
                    <a:srgbClr val="000000">
                      <a:alpha val="43137"/>
                    </a:srgbClr>
                  </a:outerShdw>
                </a:effectLst>
                <a:ea typeface="黑体" pitchFamily="2" charset="-122"/>
              </a:rPr>
              <a:t>尾部</a:t>
            </a:r>
          </a:p>
        </p:txBody>
      </p:sp>
      <p:sp>
        <p:nvSpPr>
          <p:cNvPr id="40" name="Line 38">
            <a:extLst>
              <a:ext uri="{FF2B5EF4-FFF2-40B4-BE49-F238E27FC236}">
                <a16:creationId xmlns:a16="http://schemas.microsoft.com/office/drawing/2014/main" xmlns="" id="{081E6471-4C36-4761-9BA1-A4C518F3D2A3}"/>
              </a:ext>
            </a:extLst>
          </p:cNvPr>
          <p:cNvSpPr>
            <a:spLocks noChangeShapeType="1"/>
          </p:cNvSpPr>
          <p:nvPr/>
        </p:nvSpPr>
        <p:spPr bwMode="auto">
          <a:xfrm>
            <a:off x="1908985" y="1626534"/>
            <a:ext cx="0" cy="485887"/>
          </a:xfrm>
          <a:prstGeom prst="line">
            <a:avLst/>
          </a:prstGeom>
          <a:noFill/>
          <a:ln w="28575">
            <a:solidFill>
              <a:srgbClr val="333399"/>
            </a:solidFill>
            <a:round/>
            <a:headEnd/>
            <a:tailEnd type="triangle" w="med" len="lg"/>
          </a:ln>
          <a:effectLst/>
        </p:spPr>
        <p:txBody>
          <a:bodyPr lIns="108850" tIns="54425" rIns="108850" bIns="54425"/>
          <a:lstStyle/>
          <a:p>
            <a:pPr eaLnBrk="1" hangingPunct="1">
              <a:defRPr/>
            </a:pPr>
            <a:endParaRPr kumimoji="1" lang="zh-CN" altLang="en-US" sz="2900" b="1">
              <a:effectLst>
                <a:outerShdw blurRad="38100" dist="38100" dir="2700000" algn="tl">
                  <a:srgbClr val="000000">
                    <a:alpha val="43137"/>
                  </a:srgbClr>
                </a:outerShdw>
              </a:effectLst>
              <a:latin typeface="Times New Roman" pitchFamily="18" charset="0"/>
            </a:endParaRPr>
          </a:p>
        </p:txBody>
      </p:sp>
      <p:sp>
        <p:nvSpPr>
          <p:cNvPr id="41" name="Line 40">
            <a:extLst>
              <a:ext uri="{FF2B5EF4-FFF2-40B4-BE49-F238E27FC236}">
                <a16:creationId xmlns:a16="http://schemas.microsoft.com/office/drawing/2014/main" xmlns="" id="{DD39E14B-BC63-49AC-95A7-B403ACA8C347}"/>
              </a:ext>
            </a:extLst>
          </p:cNvPr>
          <p:cNvSpPr>
            <a:spLocks noChangeShapeType="1"/>
          </p:cNvSpPr>
          <p:nvPr/>
        </p:nvSpPr>
        <p:spPr bwMode="auto">
          <a:xfrm>
            <a:off x="9396777" y="2166408"/>
            <a:ext cx="0" cy="595450"/>
          </a:xfrm>
          <a:prstGeom prst="line">
            <a:avLst/>
          </a:prstGeom>
          <a:noFill/>
          <a:ln w="9525">
            <a:solidFill>
              <a:schemeClr val="tx1"/>
            </a:solidFill>
            <a:round/>
            <a:headEnd/>
            <a:tailEnd/>
          </a:ln>
          <a:effectLst/>
        </p:spPr>
        <p:txBody>
          <a:bodyPr wrap="none" lIns="108850" tIns="54425" rIns="108850" bIns="54425" anchor="ctr"/>
          <a:lstStyle/>
          <a:p>
            <a:pPr eaLnBrk="1" hangingPunct="1">
              <a:defRPr/>
            </a:pPr>
            <a:endParaRPr kumimoji="1" lang="zh-CN" altLang="en-US" sz="2900" b="1">
              <a:effectLst>
                <a:outerShdw blurRad="38100" dist="38100" dir="2700000" algn="tl">
                  <a:srgbClr val="000000">
                    <a:alpha val="43137"/>
                  </a:srgbClr>
                </a:outerShdw>
              </a:effectLst>
              <a:latin typeface="Times New Roman" pitchFamily="18" charset="0"/>
            </a:endParaRPr>
          </a:p>
        </p:txBody>
      </p:sp>
      <p:sp>
        <p:nvSpPr>
          <p:cNvPr id="42" name="Line 41">
            <a:extLst>
              <a:ext uri="{FF2B5EF4-FFF2-40B4-BE49-F238E27FC236}">
                <a16:creationId xmlns:a16="http://schemas.microsoft.com/office/drawing/2014/main" xmlns="" id="{736D9F1B-1DEC-4B7F-91CD-2E1B41079FAA}"/>
              </a:ext>
            </a:extLst>
          </p:cNvPr>
          <p:cNvSpPr>
            <a:spLocks noChangeShapeType="1"/>
          </p:cNvSpPr>
          <p:nvPr/>
        </p:nvSpPr>
        <p:spPr bwMode="auto">
          <a:xfrm>
            <a:off x="5532246" y="2206104"/>
            <a:ext cx="0" cy="555754"/>
          </a:xfrm>
          <a:prstGeom prst="line">
            <a:avLst/>
          </a:prstGeom>
          <a:noFill/>
          <a:ln w="9525">
            <a:solidFill>
              <a:schemeClr val="tx1"/>
            </a:solidFill>
            <a:round/>
            <a:headEnd/>
            <a:tailEnd/>
          </a:ln>
          <a:effectLst/>
        </p:spPr>
        <p:txBody>
          <a:bodyPr wrap="none" lIns="108850" tIns="54425" rIns="108850" bIns="54425" anchor="ctr"/>
          <a:lstStyle/>
          <a:p>
            <a:pPr eaLnBrk="1" hangingPunct="1">
              <a:defRPr/>
            </a:pPr>
            <a:endParaRPr kumimoji="1" lang="zh-CN" altLang="en-US" sz="2900" b="1">
              <a:effectLst>
                <a:outerShdw blurRad="38100" dist="38100" dir="2700000" algn="tl">
                  <a:srgbClr val="000000">
                    <a:alpha val="43137"/>
                  </a:srgbClr>
                </a:outerShdw>
              </a:effectLst>
              <a:latin typeface="Times New Roman" pitchFamily="18" charset="0"/>
            </a:endParaRPr>
          </a:p>
        </p:txBody>
      </p:sp>
      <p:sp>
        <p:nvSpPr>
          <p:cNvPr id="43" name="AutoShape 42">
            <a:extLst>
              <a:ext uri="{FF2B5EF4-FFF2-40B4-BE49-F238E27FC236}">
                <a16:creationId xmlns:a16="http://schemas.microsoft.com/office/drawing/2014/main" xmlns="" id="{A4A7DC4B-F4EE-4D49-BD4E-762B4A220CC0}"/>
              </a:ext>
            </a:extLst>
          </p:cNvPr>
          <p:cNvSpPr>
            <a:spLocks noChangeArrowheads="1"/>
          </p:cNvSpPr>
          <p:nvPr/>
        </p:nvSpPr>
        <p:spPr bwMode="auto">
          <a:xfrm>
            <a:off x="7223244" y="1763090"/>
            <a:ext cx="361902" cy="566868"/>
          </a:xfrm>
          <a:prstGeom prst="downArrow">
            <a:avLst>
              <a:gd name="adj1" fmla="val 50000"/>
              <a:gd name="adj2" fmla="val 78290"/>
            </a:avLst>
          </a:prstGeom>
          <a:solidFill>
            <a:schemeClr val="accent1"/>
          </a:solidFill>
          <a:ln w="19050">
            <a:solidFill>
              <a:schemeClr val="tx1"/>
            </a:solidFill>
            <a:miter lim="800000"/>
            <a:headEnd/>
            <a:tailEnd/>
          </a:ln>
          <a:effectLst/>
        </p:spPr>
        <p:txBody>
          <a:bodyPr vert="eaVert" wrap="none" lIns="108850" tIns="54425" rIns="108850" bIns="54425" anchor="ctr"/>
          <a:lstStyle/>
          <a:p>
            <a:pPr eaLnBrk="1" hangingPunct="1">
              <a:defRPr/>
            </a:pPr>
            <a:endParaRPr kumimoji="1" lang="zh-CN" altLang="en-US" sz="2900" b="1">
              <a:effectLst>
                <a:outerShdw blurRad="38100" dist="38100" dir="2700000" algn="tl">
                  <a:srgbClr val="000000">
                    <a:alpha val="43137"/>
                  </a:srgbClr>
                </a:outerShdw>
              </a:effectLst>
              <a:latin typeface="Times New Roman" pitchFamily="18" charset="0"/>
            </a:endParaRPr>
          </a:p>
        </p:txBody>
      </p:sp>
    </p:spTree>
    <p:extLst>
      <p:ext uri="{BB962C8B-B14F-4D97-AF65-F5344CB8AC3E}">
        <p14:creationId xmlns:p14="http://schemas.microsoft.com/office/powerpoint/2010/main" val="14237229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mj-ea"/>
              </a:rPr>
              <a:t>3.2.2 PPP</a:t>
            </a:r>
            <a:r>
              <a:rPr lang="zh-CN" altLang="en-US" dirty="0" smtClean="0">
                <a:latin typeface="+mj-ea"/>
              </a:rPr>
              <a:t>协议的帧格式</a:t>
            </a:r>
            <a:endParaRPr lang="zh-CN" altLang="en-US" dirty="0"/>
          </a:p>
        </p:txBody>
      </p:sp>
      <p:sp>
        <p:nvSpPr>
          <p:cNvPr id="4" name="Rectangle 3"/>
          <p:cNvSpPr txBox="1">
            <a:spLocks noChangeArrowheads="1"/>
          </p:cNvSpPr>
          <p:nvPr/>
        </p:nvSpPr>
        <p:spPr bwMode="auto">
          <a:xfrm>
            <a:off x="2134766" y="4011658"/>
            <a:ext cx="8339623" cy="2082432"/>
          </a:xfrm>
          <a:prstGeom prst="rect">
            <a:avLst/>
          </a:prstGeom>
          <a:noFill/>
          <a:ln w="952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lIns="108850" tIns="54425" rIns="108850" bIns="54425"/>
          <a:lstStyle>
            <a:lvl1pPr marL="365125" indent="-255588">
              <a:defRPr sz="1600" b="1">
                <a:solidFill>
                  <a:srgbClr val="1C1C1C"/>
                </a:solidFill>
                <a:latin typeface="黑体" pitchFamily="49" charset="-122"/>
                <a:ea typeface="黑体" pitchFamily="49" charset="-122"/>
              </a:defRPr>
            </a:lvl1pPr>
            <a:lvl2pPr marL="620713" indent="-22860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spcBef>
                <a:spcPts val="476"/>
              </a:spcBef>
              <a:buClr>
                <a:schemeClr val="accent1"/>
              </a:buClr>
              <a:buSzPct val="68000"/>
              <a:buFont typeface="Wingdings 3" pitchFamily="18" charset="2"/>
              <a:buChar char=""/>
            </a:pPr>
            <a:r>
              <a:rPr lang="zh-CN" altLang="en-US" sz="2800" dirty="0" smtClean="0">
                <a:solidFill>
                  <a:srgbClr val="4D4D4D"/>
                </a:solidFill>
                <a:latin typeface="微软雅黑" pitchFamily="34" charset="-122"/>
                <a:ea typeface="微软雅黑" pitchFamily="34" charset="-122"/>
              </a:rPr>
              <a:t>协议字段指明信息部分的类别，当协议字段</a:t>
            </a:r>
            <a:r>
              <a:rPr lang="zh-CN" altLang="en-US" sz="2800" dirty="0" smtClean="0">
                <a:solidFill>
                  <a:srgbClr val="4D4D4D"/>
                </a:solidFill>
                <a:latin typeface="微软雅黑" pitchFamily="34" charset="-122"/>
                <a:ea typeface="微软雅黑" pitchFamily="34" charset="-122"/>
              </a:rPr>
              <a:t>为 </a:t>
            </a:r>
            <a:r>
              <a:rPr lang="en-US" altLang="zh-CN" sz="2800" dirty="0" smtClean="0">
                <a:solidFill>
                  <a:srgbClr val="4D4D4D"/>
                </a:solidFill>
                <a:latin typeface="微软雅黑" pitchFamily="34" charset="-122"/>
                <a:ea typeface="微软雅黑" pitchFamily="34" charset="-122"/>
              </a:rPr>
              <a:t>0x0021 </a:t>
            </a:r>
            <a:r>
              <a:rPr lang="zh-CN" altLang="en-US" sz="2800" dirty="0" smtClean="0">
                <a:solidFill>
                  <a:srgbClr val="4D4D4D"/>
                </a:solidFill>
                <a:latin typeface="微软雅黑" pitchFamily="34" charset="-122"/>
                <a:ea typeface="微软雅黑" pitchFamily="34" charset="-122"/>
              </a:rPr>
              <a:t>时</a:t>
            </a:r>
            <a:r>
              <a:rPr lang="zh-CN" altLang="en-US" sz="2800" dirty="0" smtClean="0">
                <a:solidFill>
                  <a:srgbClr val="4D4D4D"/>
                </a:solidFill>
                <a:latin typeface="微软雅黑" pitchFamily="34" charset="-122"/>
                <a:ea typeface="微软雅黑" pitchFamily="34" charset="-122"/>
              </a:rPr>
              <a:t>，</a:t>
            </a:r>
            <a:r>
              <a:rPr lang="en-US" altLang="zh-CN" sz="2800" dirty="0" smtClean="0">
                <a:solidFill>
                  <a:srgbClr val="4D4D4D"/>
                </a:solidFill>
                <a:latin typeface="微软雅黑" pitchFamily="34" charset="-122"/>
                <a:ea typeface="微软雅黑" pitchFamily="34" charset="-122"/>
              </a:rPr>
              <a:t>PPP </a:t>
            </a:r>
            <a:r>
              <a:rPr lang="zh-CN" altLang="en-US" sz="2800" dirty="0">
                <a:solidFill>
                  <a:srgbClr val="4D4D4D"/>
                </a:solidFill>
                <a:latin typeface="微软雅黑" pitchFamily="34" charset="-122"/>
                <a:ea typeface="微软雅黑" pitchFamily="34" charset="-122"/>
              </a:rPr>
              <a:t>帧的信息字段</a:t>
            </a:r>
            <a:r>
              <a:rPr lang="zh-CN" altLang="en-US" sz="2800" dirty="0" smtClean="0">
                <a:solidFill>
                  <a:srgbClr val="4D4D4D"/>
                </a:solidFill>
                <a:latin typeface="微软雅黑" pitchFamily="34" charset="-122"/>
                <a:ea typeface="微软雅黑" pitchFamily="34" charset="-122"/>
              </a:rPr>
              <a:t>就是 </a:t>
            </a:r>
            <a:r>
              <a:rPr lang="en-US" altLang="zh-CN" sz="2800" dirty="0" smtClean="0">
                <a:solidFill>
                  <a:srgbClr val="4D4D4D"/>
                </a:solidFill>
                <a:latin typeface="微软雅黑" pitchFamily="34" charset="-122"/>
                <a:ea typeface="微软雅黑" pitchFamily="34" charset="-122"/>
              </a:rPr>
              <a:t>IP </a:t>
            </a:r>
            <a:r>
              <a:rPr lang="zh-CN" altLang="en-US" sz="2800" dirty="0">
                <a:solidFill>
                  <a:srgbClr val="4D4D4D"/>
                </a:solidFill>
                <a:latin typeface="微软雅黑" pitchFamily="34" charset="-122"/>
                <a:ea typeface="微软雅黑" pitchFamily="34" charset="-122"/>
              </a:rPr>
              <a:t>数据报</a:t>
            </a:r>
            <a:r>
              <a:rPr lang="zh-CN" altLang="en-US" sz="2800" dirty="0" smtClean="0">
                <a:solidFill>
                  <a:srgbClr val="4D4D4D"/>
                </a:solidFill>
                <a:latin typeface="微软雅黑" pitchFamily="34" charset="-122"/>
                <a:ea typeface="微软雅黑" pitchFamily="34" charset="-122"/>
              </a:rPr>
              <a:t>。</a:t>
            </a:r>
            <a:endParaRPr lang="en-US" altLang="zh-CN" sz="2800" dirty="0" smtClean="0">
              <a:solidFill>
                <a:srgbClr val="4D4D4D"/>
              </a:solidFill>
              <a:latin typeface="微软雅黑" pitchFamily="34" charset="-122"/>
              <a:ea typeface="微软雅黑" pitchFamily="34" charset="-122"/>
            </a:endParaRPr>
          </a:p>
          <a:p>
            <a:pPr eaLnBrk="1" hangingPunct="1">
              <a:spcBef>
                <a:spcPts val="476"/>
              </a:spcBef>
              <a:buClr>
                <a:schemeClr val="accent1"/>
              </a:buClr>
              <a:buSzPct val="68000"/>
              <a:buFont typeface="Wingdings 3" pitchFamily="18" charset="2"/>
              <a:buChar char=""/>
            </a:pPr>
            <a:r>
              <a:rPr lang="zh-CN" altLang="en-US" sz="2800" dirty="0" smtClean="0">
                <a:solidFill>
                  <a:srgbClr val="4D4D4D"/>
                </a:solidFill>
                <a:latin typeface="微软雅黑" pitchFamily="34" charset="-122"/>
                <a:ea typeface="微软雅黑" pitchFamily="34" charset="-122"/>
              </a:rPr>
              <a:t>信息字段长度可变，不</a:t>
            </a:r>
            <a:r>
              <a:rPr lang="zh-CN" altLang="en-US" sz="2800" dirty="0" smtClean="0">
                <a:solidFill>
                  <a:srgbClr val="4D4D4D"/>
                </a:solidFill>
                <a:latin typeface="微软雅黑" pitchFamily="34" charset="-122"/>
                <a:ea typeface="微软雅黑" pitchFamily="34" charset="-122"/>
              </a:rPr>
              <a:t>超过 </a:t>
            </a:r>
            <a:r>
              <a:rPr lang="en-US" altLang="zh-CN" sz="2800" dirty="0" smtClean="0">
                <a:solidFill>
                  <a:srgbClr val="4D4D4D"/>
                </a:solidFill>
                <a:latin typeface="微软雅黑" pitchFamily="34" charset="-122"/>
                <a:ea typeface="微软雅黑" pitchFamily="34" charset="-122"/>
              </a:rPr>
              <a:t>1500 </a:t>
            </a:r>
            <a:r>
              <a:rPr lang="zh-CN" altLang="en-US" sz="2800" dirty="0" smtClean="0">
                <a:solidFill>
                  <a:srgbClr val="4D4D4D"/>
                </a:solidFill>
                <a:latin typeface="微软雅黑" pitchFamily="34" charset="-122"/>
                <a:ea typeface="微软雅黑" pitchFamily="34" charset="-122"/>
              </a:rPr>
              <a:t>字节</a:t>
            </a:r>
            <a:r>
              <a:rPr lang="zh-CN" altLang="en-US" sz="2800" dirty="0" smtClean="0">
                <a:solidFill>
                  <a:srgbClr val="4D4D4D"/>
                </a:solidFill>
                <a:latin typeface="微软雅黑" pitchFamily="34" charset="-122"/>
                <a:ea typeface="微软雅黑" pitchFamily="34" charset="-122"/>
              </a:rPr>
              <a:t>。</a:t>
            </a:r>
            <a:endParaRPr lang="en-US" altLang="zh-CN" sz="2800" dirty="0" smtClean="0">
              <a:solidFill>
                <a:srgbClr val="4D4D4D"/>
              </a:solidFill>
              <a:latin typeface="微软雅黑" pitchFamily="34" charset="-122"/>
              <a:ea typeface="微软雅黑" pitchFamily="34" charset="-122"/>
            </a:endParaRPr>
          </a:p>
          <a:p>
            <a:pPr eaLnBrk="1" hangingPunct="1">
              <a:spcBef>
                <a:spcPts val="476"/>
              </a:spcBef>
              <a:buClr>
                <a:schemeClr val="accent1"/>
              </a:buClr>
              <a:buSzPct val="68000"/>
              <a:buFont typeface="Wingdings 3" pitchFamily="18" charset="2"/>
              <a:buChar char=""/>
            </a:pPr>
            <a:r>
              <a:rPr lang="zh-CN" altLang="en-US" sz="2800" dirty="0" smtClean="0">
                <a:solidFill>
                  <a:srgbClr val="4D4D4D"/>
                </a:solidFill>
                <a:latin typeface="微软雅黑" pitchFamily="34" charset="-122"/>
                <a:ea typeface="微软雅黑" pitchFamily="34" charset="-122"/>
              </a:rPr>
              <a:t>尾部的第一个字段是</a:t>
            </a:r>
            <a:r>
              <a:rPr lang="zh-CN" altLang="en-US" sz="2800" dirty="0" smtClean="0">
                <a:solidFill>
                  <a:srgbClr val="4D4D4D"/>
                </a:solidFill>
                <a:latin typeface="微软雅黑" pitchFamily="34" charset="-122"/>
                <a:ea typeface="微软雅黑" pitchFamily="34" charset="-122"/>
              </a:rPr>
              <a:t>使用 </a:t>
            </a:r>
            <a:r>
              <a:rPr lang="en-US" altLang="zh-CN" sz="2800" dirty="0" smtClean="0">
                <a:solidFill>
                  <a:srgbClr val="4D4D4D"/>
                </a:solidFill>
                <a:latin typeface="微软雅黑" pitchFamily="34" charset="-122"/>
                <a:ea typeface="微软雅黑" pitchFamily="34" charset="-122"/>
              </a:rPr>
              <a:t>CRC </a:t>
            </a:r>
            <a:r>
              <a:rPr lang="zh-CN" altLang="en-US" sz="2800" dirty="0" smtClean="0">
                <a:solidFill>
                  <a:srgbClr val="4D4D4D"/>
                </a:solidFill>
                <a:latin typeface="微软雅黑" pitchFamily="34" charset="-122"/>
                <a:ea typeface="微软雅黑" pitchFamily="34" charset="-122"/>
              </a:rPr>
              <a:t>的帧检验序列 </a:t>
            </a:r>
            <a:r>
              <a:rPr lang="en-US" altLang="zh-CN" sz="2800" dirty="0" smtClean="0">
                <a:solidFill>
                  <a:srgbClr val="4D4D4D"/>
                </a:solidFill>
                <a:latin typeface="微软雅黑" pitchFamily="34" charset="-122"/>
                <a:ea typeface="微软雅黑" pitchFamily="34" charset="-122"/>
              </a:rPr>
              <a:t>FCS</a:t>
            </a:r>
            <a:r>
              <a:rPr lang="zh-CN" altLang="en-US" sz="2800" dirty="0" smtClean="0">
                <a:solidFill>
                  <a:srgbClr val="4D4D4D"/>
                </a:solidFill>
                <a:latin typeface="微软雅黑" pitchFamily="34" charset="-122"/>
                <a:ea typeface="微软雅黑" pitchFamily="34" charset="-122"/>
              </a:rPr>
              <a:t>。</a:t>
            </a:r>
            <a:endParaRPr lang="zh-CN" altLang="en-US" sz="2800" dirty="0">
              <a:solidFill>
                <a:srgbClr val="4D4D4D"/>
              </a:solidFill>
              <a:latin typeface="微软雅黑" pitchFamily="34" charset="-122"/>
              <a:ea typeface="微软雅黑" pitchFamily="34" charset="-122"/>
            </a:endParaRPr>
          </a:p>
        </p:txBody>
      </p:sp>
      <p:sp>
        <p:nvSpPr>
          <p:cNvPr id="5" name="Rectangle 4">
            <a:extLst>
              <a:ext uri="{FF2B5EF4-FFF2-40B4-BE49-F238E27FC236}">
                <a16:creationId xmlns:a16="http://schemas.microsoft.com/office/drawing/2014/main" xmlns="" id="{7129732B-40EA-42FC-987F-DFC5511454BD}"/>
              </a:ext>
            </a:extLst>
          </p:cNvPr>
          <p:cNvSpPr>
            <a:spLocks noChangeArrowheads="1"/>
          </p:cNvSpPr>
          <p:nvPr/>
        </p:nvSpPr>
        <p:spPr bwMode="auto">
          <a:xfrm>
            <a:off x="5532247" y="1359771"/>
            <a:ext cx="3864530" cy="465245"/>
          </a:xfrm>
          <a:prstGeom prst="rect">
            <a:avLst/>
          </a:prstGeom>
          <a:solidFill>
            <a:srgbClr val="FFCCFF"/>
          </a:solidFill>
          <a:ln w="9525">
            <a:solidFill>
              <a:schemeClr val="folHlink"/>
            </a:solidFill>
            <a:miter lim="800000"/>
            <a:headEnd/>
            <a:tailEnd/>
          </a:ln>
          <a:effectLst>
            <a:outerShdw dist="35921" dir="2700000" algn="ctr" rotWithShape="0">
              <a:schemeClr val="bg2"/>
            </a:outerShdw>
          </a:effectLst>
        </p:spPr>
        <p:txBody>
          <a:bodyPr wrap="none" lIns="108850" tIns="54425" rIns="108850" bIns="54425" anchor="ctr"/>
          <a:lstStyle/>
          <a:p>
            <a:pPr algn="ctr" eaLnBrk="1" hangingPunct="1">
              <a:defRPr/>
            </a:pPr>
            <a:r>
              <a:rPr kumimoji="1" lang="en-US" altLang="zh-CN" sz="2900" b="1" dirty="0">
                <a:solidFill>
                  <a:srgbClr val="333399"/>
                </a:solidFill>
                <a:effectLst>
                  <a:outerShdw blurRad="38100" dist="38100" dir="2700000" algn="tl">
                    <a:srgbClr val="000000">
                      <a:alpha val="43137"/>
                    </a:srgbClr>
                  </a:outerShdw>
                </a:effectLst>
                <a:ea typeface="黑体" pitchFamily="2" charset="-122"/>
              </a:rPr>
              <a:t>IP </a:t>
            </a:r>
            <a:r>
              <a:rPr kumimoji="1" lang="zh-CN" altLang="en-US" sz="2900" b="1" dirty="0">
                <a:solidFill>
                  <a:srgbClr val="333399"/>
                </a:solidFill>
                <a:effectLst>
                  <a:outerShdw blurRad="38100" dist="38100" dir="2700000" algn="tl">
                    <a:srgbClr val="000000">
                      <a:alpha val="43137"/>
                    </a:srgbClr>
                  </a:outerShdw>
                </a:effectLst>
                <a:ea typeface="黑体" pitchFamily="2" charset="-122"/>
              </a:rPr>
              <a:t>数据报</a:t>
            </a:r>
          </a:p>
        </p:txBody>
      </p:sp>
      <p:sp>
        <p:nvSpPr>
          <p:cNvPr id="6" name="Text Box 9">
            <a:extLst>
              <a:ext uri="{FF2B5EF4-FFF2-40B4-BE49-F238E27FC236}">
                <a16:creationId xmlns:a16="http://schemas.microsoft.com/office/drawing/2014/main" xmlns="" id="{44E3B202-230D-414E-9870-6286636A5CBC}"/>
              </a:ext>
            </a:extLst>
          </p:cNvPr>
          <p:cNvSpPr txBox="1">
            <a:spLocks noChangeArrowheads="1"/>
          </p:cNvSpPr>
          <p:nvPr/>
        </p:nvSpPr>
        <p:spPr bwMode="auto">
          <a:xfrm>
            <a:off x="2029620" y="2795203"/>
            <a:ext cx="426614" cy="556189"/>
          </a:xfrm>
          <a:prstGeom prst="rect">
            <a:avLst/>
          </a:prstGeom>
          <a:noFill/>
          <a:ln w="9525">
            <a:noFill/>
            <a:miter lim="800000"/>
            <a:headEnd/>
            <a:tailEnd/>
          </a:ln>
          <a:effectLst/>
        </p:spPr>
        <p:txBody>
          <a:bodyPr wrap="none" lIns="108850" tIns="54425" rIns="108850" bIns="54425">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r>
              <a:rPr kumimoji="1" lang="en-US" altLang="zh-CN" sz="2900" b="1">
                <a:solidFill>
                  <a:srgbClr val="333399"/>
                </a:solidFill>
                <a:effectLst>
                  <a:outerShdw blurRad="38100" dist="38100" dir="2700000" algn="tl">
                    <a:srgbClr val="C0C0C0"/>
                  </a:outerShdw>
                </a:effectLst>
                <a:ea typeface="黑体" pitchFamily="2" charset="-122"/>
              </a:rPr>
              <a:t>1</a:t>
            </a:r>
          </a:p>
        </p:txBody>
      </p:sp>
      <p:sp>
        <p:nvSpPr>
          <p:cNvPr id="7" name="Text Box 10">
            <a:extLst>
              <a:ext uri="{FF2B5EF4-FFF2-40B4-BE49-F238E27FC236}">
                <a16:creationId xmlns:a16="http://schemas.microsoft.com/office/drawing/2014/main" xmlns="" id="{32BA1757-E2E0-4C17-98F0-184583F6BBD1}"/>
              </a:ext>
            </a:extLst>
          </p:cNvPr>
          <p:cNvSpPr txBox="1">
            <a:spLocks noChangeArrowheads="1"/>
          </p:cNvSpPr>
          <p:nvPr/>
        </p:nvSpPr>
        <p:spPr bwMode="auto">
          <a:xfrm>
            <a:off x="4687807" y="2795203"/>
            <a:ext cx="426614" cy="556189"/>
          </a:xfrm>
          <a:prstGeom prst="rect">
            <a:avLst/>
          </a:prstGeom>
          <a:noFill/>
          <a:ln w="9525">
            <a:noFill/>
            <a:miter lim="800000"/>
            <a:headEnd/>
            <a:tailEnd/>
          </a:ln>
          <a:effectLst/>
        </p:spPr>
        <p:txBody>
          <a:bodyPr wrap="none" lIns="108850" tIns="54425" rIns="108850" bIns="54425">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r>
              <a:rPr kumimoji="1" lang="en-US" altLang="zh-CN" sz="2900" b="1">
                <a:solidFill>
                  <a:srgbClr val="333399"/>
                </a:solidFill>
                <a:effectLst>
                  <a:outerShdw blurRad="38100" dist="38100" dir="2700000" algn="tl">
                    <a:srgbClr val="C0C0C0"/>
                  </a:outerShdw>
                </a:effectLst>
                <a:ea typeface="黑体" pitchFamily="2" charset="-122"/>
              </a:rPr>
              <a:t>2</a:t>
            </a:r>
          </a:p>
        </p:txBody>
      </p:sp>
      <p:sp>
        <p:nvSpPr>
          <p:cNvPr id="8" name="Text Box 11">
            <a:extLst>
              <a:ext uri="{FF2B5EF4-FFF2-40B4-BE49-F238E27FC236}">
                <a16:creationId xmlns:a16="http://schemas.microsoft.com/office/drawing/2014/main" xmlns="" id="{F93FC488-6B42-41AB-BC26-C1C75FE66B14}"/>
              </a:ext>
            </a:extLst>
          </p:cNvPr>
          <p:cNvSpPr txBox="1">
            <a:spLocks noChangeArrowheads="1"/>
          </p:cNvSpPr>
          <p:nvPr/>
        </p:nvSpPr>
        <p:spPr bwMode="auto">
          <a:xfrm>
            <a:off x="2755542" y="2795203"/>
            <a:ext cx="426614" cy="556189"/>
          </a:xfrm>
          <a:prstGeom prst="rect">
            <a:avLst/>
          </a:prstGeom>
          <a:noFill/>
          <a:ln w="9525">
            <a:noFill/>
            <a:miter lim="800000"/>
            <a:headEnd/>
            <a:tailEnd/>
          </a:ln>
          <a:effectLst/>
        </p:spPr>
        <p:txBody>
          <a:bodyPr wrap="none" lIns="108850" tIns="54425" rIns="108850" bIns="54425">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r>
              <a:rPr kumimoji="1" lang="en-US" altLang="zh-CN" sz="2900" b="1">
                <a:solidFill>
                  <a:srgbClr val="333399"/>
                </a:solidFill>
                <a:effectLst>
                  <a:outerShdw blurRad="38100" dist="38100" dir="2700000" algn="tl">
                    <a:srgbClr val="C0C0C0"/>
                  </a:outerShdw>
                </a:effectLst>
                <a:ea typeface="黑体" pitchFamily="2" charset="-122"/>
              </a:rPr>
              <a:t>1</a:t>
            </a:r>
          </a:p>
        </p:txBody>
      </p:sp>
      <p:sp>
        <p:nvSpPr>
          <p:cNvPr id="9" name="Text Box 12">
            <a:extLst>
              <a:ext uri="{FF2B5EF4-FFF2-40B4-BE49-F238E27FC236}">
                <a16:creationId xmlns:a16="http://schemas.microsoft.com/office/drawing/2014/main" xmlns="" id="{571C7F68-3E68-4439-90F7-23EEA147286D}"/>
              </a:ext>
            </a:extLst>
          </p:cNvPr>
          <p:cNvSpPr txBox="1">
            <a:spLocks noChangeArrowheads="1"/>
          </p:cNvSpPr>
          <p:nvPr/>
        </p:nvSpPr>
        <p:spPr bwMode="auto">
          <a:xfrm>
            <a:off x="11085657" y="2795203"/>
            <a:ext cx="426614" cy="556189"/>
          </a:xfrm>
          <a:prstGeom prst="rect">
            <a:avLst/>
          </a:prstGeom>
          <a:noFill/>
          <a:ln w="9525">
            <a:noFill/>
            <a:miter lim="800000"/>
            <a:headEnd/>
            <a:tailEnd/>
          </a:ln>
          <a:effectLst/>
        </p:spPr>
        <p:txBody>
          <a:bodyPr wrap="none" lIns="108850" tIns="54425" rIns="108850" bIns="54425">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r>
              <a:rPr kumimoji="1" lang="en-US" altLang="zh-CN" sz="2900" b="1">
                <a:solidFill>
                  <a:srgbClr val="333399"/>
                </a:solidFill>
                <a:effectLst>
                  <a:outerShdw blurRad="38100" dist="38100" dir="2700000" algn="tl">
                    <a:srgbClr val="C0C0C0"/>
                  </a:outerShdw>
                </a:effectLst>
                <a:ea typeface="黑体" pitchFamily="2" charset="-122"/>
              </a:rPr>
              <a:t>1</a:t>
            </a:r>
          </a:p>
        </p:txBody>
      </p:sp>
      <p:sp>
        <p:nvSpPr>
          <p:cNvPr id="10" name="Text Box 13">
            <a:extLst>
              <a:ext uri="{FF2B5EF4-FFF2-40B4-BE49-F238E27FC236}">
                <a16:creationId xmlns:a16="http://schemas.microsoft.com/office/drawing/2014/main" xmlns="" id="{8BFEBAF6-7669-4773-ACA5-BD3004C1D071}"/>
              </a:ext>
            </a:extLst>
          </p:cNvPr>
          <p:cNvSpPr txBox="1">
            <a:spLocks noChangeArrowheads="1"/>
          </p:cNvSpPr>
          <p:nvPr/>
        </p:nvSpPr>
        <p:spPr bwMode="auto">
          <a:xfrm>
            <a:off x="943910" y="2795203"/>
            <a:ext cx="963619" cy="556189"/>
          </a:xfrm>
          <a:prstGeom prst="rect">
            <a:avLst/>
          </a:prstGeom>
          <a:noFill/>
          <a:ln w="9525">
            <a:noFill/>
            <a:miter lim="800000"/>
            <a:headEnd/>
            <a:tailEnd/>
          </a:ln>
          <a:effectLst/>
        </p:spPr>
        <p:txBody>
          <a:bodyPr wrap="none" lIns="108850" tIns="54425" rIns="108850" bIns="54425">
            <a:spAutoFit/>
          </a:bodyPr>
          <a:lstStyle/>
          <a:p>
            <a:pPr eaLnBrk="1" hangingPunct="1">
              <a:defRPr/>
            </a:pPr>
            <a:r>
              <a:rPr kumimoji="1" lang="zh-CN" altLang="en-US" sz="2900" b="1">
                <a:solidFill>
                  <a:srgbClr val="333399"/>
                </a:solidFill>
                <a:effectLst>
                  <a:outerShdw blurRad="38100" dist="38100" dir="2700000" algn="tl">
                    <a:srgbClr val="000000">
                      <a:alpha val="43137"/>
                    </a:srgbClr>
                  </a:outerShdw>
                </a:effectLst>
                <a:ea typeface="黑体" pitchFamily="2" charset="-122"/>
              </a:rPr>
              <a:t>字节</a:t>
            </a:r>
          </a:p>
        </p:txBody>
      </p:sp>
      <p:sp>
        <p:nvSpPr>
          <p:cNvPr id="11" name="Text Box 18">
            <a:extLst>
              <a:ext uri="{FF2B5EF4-FFF2-40B4-BE49-F238E27FC236}">
                <a16:creationId xmlns:a16="http://schemas.microsoft.com/office/drawing/2014/main" xmlns="" id="{EADBF807-4809-4F6E-AC08-2C3498392D80}"/>
              </a:ext>
            </a:extLst>
          </p:cNvPr>
          <p:cNvSpPr txBox="1">
            <a:spLocks noChangeArrowheads="1"/>
          </p:cNvSpPr>
          <p:nvPr/>
        </p:nvSpPr>
        <p:spPr bwMode="auto">
          <a:xfrm>
            <a:off x="3479348" y="2795203"/>
            <a:ext cx="426614" cy="556189"/>
          </a:xfrm>
          <a:prstGeom prst="rect">
            <a:avLst/>
          </a:prstGeom>
          <a:noFill/>
          <a:ln w="9525">
            <a:noFill/>
            <a:miter lim="800000"/>
            <a:headEnd/>
            <a:tailEnd/>
          </a:ln>
          <a:effectLst/>
        </p:spPr>
        <p:txBody>
          <a:bodyPr wrap="none" lIns="108850" tIns="54425" rIns="108850" bIns="54425">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r>
              <a:rPr kumimoji="1" lang="en-US" altLang="zh-CN" sz="2900" b="1">
                <a:solidFill>
                  <a:srgbClr val="333399"/>
                </a:solidFill>
                <a:effectLst>
                  <a:outerShdw blurRad="38100" dist="38100" dir="2700000" algn="tl">
                    <a:srgbClr val="C0C0C0"/>
                  </a:outerShdw>
                </a:effectLst>
                <a:ea typeface="黑体" pitchFamily="2" charset="-122"/>
              </a:rPr>
              <a:t>1</a:t>
            </a:r>
          </a:p>
        </p:txBody>
      </p:sp>
      <p:sp>
        <p:nvSpPr>
          <p:cNvPr id="12" name="Text Box 23">
            <a:extLst>
              <a:ext uri="{FF2B5EF4-FFF2-40B4-BE49-F238E27FC236}">
                <a16:creationId xmlns:a16="http://schemas.microsoft.com/office/drawing/2014/main" xmlns="" id="{F2D3C52B-B17D-49FF-A3F1-DD14EC44AB01}"/>
              </a:ext>
            </a:extLst>
          </p:cNvPr>
          <p:cNvSpPr txBox="1">
            <a:spLocks noChangeArrowheads="1"/>
          </p:cNvSpPr>
          <p:nvPr/>
        </p:nvSpPr>
        <p:spPr bwMode="auto">
          <a:xfrm>
            <a:off x="9879314" y="2795203"/>
            <a:ext cx="426614" cy="556189"/>
          </a:xfrm>
          <a:prstGeom prst="rect">
            <a:avLst/>
          </a:prstGeom>
          <a:noFill/>
          <a:ln w="9525">
            <a:noFill/>
            <a:miter lim="800000"/>
            <a:headEnd/>
            <a:tailEnd/>
          </a:ln>
          <a:effectLst/>
        </p:spPr>
        <p:txBody>
          <a:bodyPr wrap="none" lIns="108850" tIns="54425" rIns="108850" bIns="54425">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r>
              <a:rPr kumimoji="1" lang="en-US" altLang="zh-CN" sz="2900" b="1">
                <a:solidFill>
                  <a:srgbClr val="333399"/>
                </a:solidFill>
                <a:effectLst>
                  <a:outerShdw blurRad="38100" dist="38100" dir="2700000" algn="tl">
                    <a:srgbClr val="C0C0C0"/>
                  </a:outerShdw>
                </a:effectLst>
                <a:ea typeface="黑体" pitchFamily="2" charset="-122"/>
              </a:rPr>
              <a:t>2</a:t>
            </a:r>
          </a:p>
        </p:txBody>
      </p:sp>
      <p:sp>
        <p:nvSpPr>
          <p:cNvPr id="13" name="Line 26">
            <a:extLst>
              <a:ext uri="{FF2B5EF4-FFF2-40B4-BE49-F238E27FC236}">
                <a16:creationId xmlns:a16="http://schemas.microsoft.com/office/drawing/2014/main" xmlns="" id="{DC86F81D-84A2-4773-903D-F3F05C518265}"/>
              </a:ext>
            </a:extLst>
          </p:cNvPr>
          <p:cNvSpPr>
            <a:spLocks noChangeShapeType="1"/>
          </p:cNvSpPr>
          <p:nvPr/>
        </p:nvSpPr>
        <p:spPr bwMode="auto">
          <a:xfrm flipH="1">
            <a:off x="5532246" y="1347069"/>
            <a:ext cx="1" cy="924139"/>
          </a:xfrm>
          <a:prstGeom prst="line">
            <a:avLst/>
          </a:prstGeom>
          <a:noFill/>
          <a:ln w="9525">
            <a:solidFill>
              <a:schemeClr val="tx1"/>
            </a:solidFill>
            <a:prstDash val="dash"/>
            <a:round/>
            <a:headEnd/>
            <a:tailEnd/>
          </a:ln>
          <a:effectLst/>
        </p:spPr>
        <p:txBody>
          <a:bodyPr wrap="none" lIns="108850" tIns="54425" rIns="108850" bIns="54425" anchor="ctr"/>
          <a:lstStyle/>
          <a:p>
            <a:pPr eaLnBrk="1" hangingPunct="1">
              <a:defRPr/>
            </a:pPr>
            <a:endParaRPr kumimoji="1" lang="zh-CN" altLang="en-US" sz="2900" b="1">
              <a:effectLst>
                <a:outerShdw blurRad="38100" dist="38100" dir="2700000" algn="tl">
                  <a:srgbClr val="000000">
                    <a:alpha val="43137"/>
                  </a:srgbClr>
                </a:outerShdw>
              </a:effectLst>
              <a:latin typeface="Times New Roman" pitchFamily="18" charset="0"/>
            </a:endParaRPr>
          </a:p>
        </p:txBody>
      </p:sp>
      <p:sp>
        <p:nvSpPr>
          <p:cNvPr id="14" name="Line 27">
            <a:extLst>
              <a:ext uri="{FF2B5EF4-FFF2-40B4-BE49-F238E27FC236}">
                <a16:creationId xmlns:a16="http://schemas.microsoft.com/office/drawing/2014/main" xmlns="" id="{67DEE902-55C4-46D4-9F79-39281F01B683}"/>
              </a:ext>
            </a:extLst>
          </p:cNvPr>
          <p:cNvSpPr>
            <a:spLocks noChangeShapeType="1"/>
          </p:cNvSpPr>
          <p:nvPr/>
        </p:nvSpPr>
        <p:spPr bwMode="auto">
          <a:xfrm>
            <a:off x="9396777" y="1347068"/>
            <a:ext cx="0" cy="889206"/>
          </a:xfrm>
          <a:prstGeom prst="line">
            <a:avLst/>
          </a:prstGeom>
          <a:noFill/>
          <a:ln w="9525">
            <a:solidFill>
              <a:schemeClr val="tx1"/>
            </a:solidFill>
            <a:prstDash val="dash"/>
            <a:round/>
            <a:headEnd/>
            <a:tailEnd/>
          </a:ln>
          <a:effectLst/>
        </p:spPr>
        <p:txBody>
          <a:bodyPr wrap="none" lIns="108850" tIns="54425" rIns="108850" bIns="54425" anchor="ctr"/>
          <a:lstStyle/>
          <a:p>
            <a:pPr eaLnBrk="1" hangingPunct="1">
              <a:defRPr/>
            </a:pPr>
            <a:endParaRPr kumimoji="1" lang="zh-CN" altLang="en-US" sz="2900" b="1">
              <a:effectLst>
                <a:outerShdw blurRad="38100" dist="38100" dir="2700000" algn="tl">
                  <a:srgbClr val="000000">
                    <a:alpha val="43137"/>
                  </a:srgbClr>
                </a:outerShdw>
              </a:effectLst>
              <a:latin typeface="Times New Roman" pitchFamily="18" charset="0"/>
            </a:endParaRPr>
          </a:p>
        </p:txBody>
      </p:sp>
      <p:sp>
        <p:nvSpPr>
          <p:cNvPr id="15" name="Text Box 31">
            <a:extLst>
              <a:ext uri="{FF2B5EF4-FFF2-40B4-BE49-F238E27FC236}">
                <a16:creationId xmlns:a16="http://schemas.microsoft.com/office/drawing/2014/main" xmlns="" id="{0CD1F0A8-7F1B-4E61-847B-EC7672A0C3B3}"/>
              </a:ext>
            </a:extLst>
          </p:cNvPr>
          <p:cNvSpPr txBox="1">
            <a:spLocks noChangeArrowheads="1"/>
          </p:cNvSpPr>
          <p:nvPr/>
        </p:nvSpPr>
        <p:spPr bwMode="auto">
          <a:xfrm>
            <a:off x="6014784" y="2795203"/>
            <a:ext cx="2614712" cy="479245"/>
          </a:xfrm>
          <a:prstGeom prst="rect">
            <a:avLst/>
          </a:prstGeom>
          <a:noFill/>
          <a:ln w="9525">
            <a:noFill/>
            <a:miter lim="800000"/>
            <a:headEnd/>
            <a:tailEnd/>
          </a:ln>
          <a:effectLst/>
        </p:spPr>
        <p:txBody>
          <a:bodyPr wrap="none" lIns="108850" tIns="54425" rIns="108850" bIns="54425">
            <a:spAutoFit/>
          </a:bodyPr>
          <a:lstStyle/>
          <a:p>
            <a:pPr eaLnBrk="1" hangingPunct="1">
              <a:defRPr/>
            </a:pPr>
            <a:r>
              <a:rPr kumimoji="1" lang="zh-CN" altLang="en-US" sz="2400" b="1" dirty="0">
                <a:solidFill>
                  <a:srgbClr val="333399"/>
                </a:solidFill>
                <a:effectLst>
                  <a:outerShdw blurRad="38100" dist="38100" dir="2700000" algn="tl">
                    <a:srgbClr val="000000">
                      <a:alpha val="43137"/>
                    </a:srgbClr>
                  </a:outerShdw>
                </a:effectLst>
                <a:ea typeface="黑体" pitchFamily="2" charset="-122"/>
              </a:rPr>
              <a:t>不超过 </a:t>
            </a:r>
            <a:r>
              <a:rPr kumimoji="1" lang="en-US" altLang="zh-CN" sz="2400" b="1" dirty="0">
                <a:solidFill>
                  <a:srgbClr val="333399"/>
                </a:solidFill>
                <a:effectLst>
                  <a:outerShdw blurRad="38100" dist="38100" dir="2700000" algn="tl">
                    <a:srgbClr val="000000">
                      <a:alpha val="43137"/>
                    </a:srgbClr>
                  </a:outerShdw>
                </a:effectLst>
                <a:ea typeface="黑体" pitchFamily="2" charset="-122"/>
              </a:rPr>
              <a:t>1500 </a:t>
            </a:r>
            <a:r>
              <a:rPr kumimoji="1" lang="zh-CN" altLang="en-US" sz="2400" b="1" dirty="0">
                <a:solidFill>
                  <a:srgbClr val="333399"/>
                </a:solidFill>
                <a:effectLst>
                  <a:outerShdw blurRad="38100" dist="38100" dir="2700000" algn="tl">
                    <a:srgbClr val="000000">
                      <a:alpha val="43137"/>
                    </a:srgbClr>
                  </a:outerShdw>
                </a:effectLst>
                <a:ea typeface="黑体" pitchFamily="2" charset="-122"/>
              </a:rPr>
              <a:t>字节</a:t>
            </a:r>
          </a:p>
        </p:txBody>
      </p:sp>
      <p:sp>
        <p:nvSpPr>
          <p:cNvPr id="16" name="Line 32">
            <a:extLst>
              <a:ext uri="{FF2B5EF4-FFF2-40B4-BE49-F238E27FC236}">
                <a16:creationId xmlns:a16="http://schemas.microsoft.com/office/drawing/2014/main" xmlns="" id="{5E294841-EF63-461D-AC3D-9062DCAF5D23}"/>
              </a:ext>
            </a:extLst>
          </p:cNvPr>
          <p:cNvSpPr>
            <a:spLocks noChangeShapeType="1"/>
          </p:cNvSpPr>
          <p:nvPr/>
        </p:nvSpPr>
        <p:spPr bwMode="auto">
          <a:xfrm>
            <a:off x="1930149" y="3527955"/>
            <a:ext cx="9779844" cy="0"/>
          </a:xfrm>
          <a:prstGeom prst="line">
            <a:avLst/>
          </a:prstGeom>
          <a:noFill/>
          <a:ln w="28575">
            <a:solidFill>
              <a:srgbClr val="333399"/>
            </a:solidFill>
            <a:round/>
            <a:headEnd type="triangle" w="med" len="lg"/>
            <a:tailEnd type="triangle" w="med" len="lg"/>
          </a:ln>
          <a:effectLst/>
        </p:spPr>
        <p:txBody>
          <a:bodyPr lIns="108850" tIns="54425" rIns="108850" bIns="54425"/>
          <a:lstStyle/>
          <a:p>
            <a:pPr eaLnBrk="1" hangingPunct="1">
              <a:defRPr/>
            </a:pPr>
            <a:endParaRPr kumimoji="1" lang="zh-CN" altLang="en-US" sz="2900" b="1">
              <a:effectLst>
                <a:outerShdw blurRad="38100" dist="38100" dir="2700000" algn="tl">
                  <a:srgbClr val="000000">
                    <a:alpha val="43137"/>
                  </a:srgbClr>
                </a:outerShdw>
              </a:effectLst>
              <a:latin typeface="Times New Roman" pitchFamily="18" charset="0"/>
            </a:endParaRPr>
          </a:p>
        </p:txBody>
      </p:sp>
      <p:sp>
        <p:nvSpPr>
          <p:cNvPr id="17" name="Text Box 33">
            <a:extLst>
              <a:ext uri="{FF2B5EF4-FFF2-40B4-BE49-F238E27FC236}">
                <a16:creationId xmlns:a16="http://schemas.microsoft.com/office/drawing/2014/main" xmlns="" id="{FAB66977-49A6-496E-951C-23019E2AB9B9}"/>
              </a:ext>
            </a:extLst>
          </p:cNvPr>
          <p:cNvSpPr txBox="1">
            <a:spLocks noChangeArrowheads="1"/>
          </p:cNvSpPr>
          <p:nvPr/>
        </p:nvSpPr>
        <p:spPr bwMode="auto">
          <a:xfrm>
            <a:off x="5963990" y="3233645"/>
            <a:ext cx="1432979" cy="556189"/>
          </a:xfrm>
          <a:prstGeom prst="rect">
            <a:avLst/>
          </a:prstGeom>
          <a:solidFill>
            <a:schemeClr val="bg1"/>
          </a:solidFill>
          <a:ln w="9525">
            <a:noFill/>
            <a:miter lim="800000"/>
            <a:headEnd/>
            <a:tailEnd/>
          </a:ln>
          <a:effectLst/>
        </p:spPr>
        <p:txBody>
          <a:bodyPr wrap="none" lIns="108850" tIns="54425" rIns="108850" bIns="54425">
            <a:spAutoFit/>
          </a:bodyPr>
          <a:lstStyle/>
          <a:p>
            <a:pPr eaLnBrk="1" hangingPunct="1">
              <a:defRPr/>
            </a:pPr>
            <a:r>
              <a:rPr kumimoji="1" lang="en-US" altLang="zh-CN" sz="2900" b="1" dirty="0">
                <a:solidFill>
                  <a:srgbClr val="333399"/>
                </a:solidFill>
                <a:effectLst>
                  <a:outerShdw blurRad="38100" dist="38100" dir="2700000" algn="tl">
                    <a:srgbClr val="000000">
                      <a:alpha val="43137"/>
                    </a:srgbClr>
                  </a:outerShdw>
                </a:effectLst>
                <a:ea typeface="黑体" pitchFamily="2" charset="-122"/>
              </a:rPr>
              <a:t>PPP </a:t>
            </a:r>
            <a:r>
              <a:rPr kumimoji="1" lang="zh-CN" altLang="en-US" sz="2900" b="1" dirty="0">
                <a:solidFill>
                  <a:srgbClr val="333399"/>
                </a:solidFill>
                <a:effectLst>
                  <a:outerShdw blurRad="38100" dist="38100" dir="2700000" algn="tl">
                    <a:srgbClr val="000000">
                      <a:alpha val="43137"/>
                    </a:srgbClr>
                  </a:outerShdw>
                </a:effectLst>
                <a:ea typeface="黑体" pitchFamily="2" charset="-122"/>
              </a:rPr>
              <a:t>帧</a:t>
            </a:r>
          </a:p>
        </p:txBody>
      </p:sp>
      <p:sp>
        <p:nvSpPr>
          <p:cNvPr id="18" name="Text Box 39">
            <a:extLst>
              <a:ext uri="{FF2B5EF4-FFF2-40B4-BE49-F238E27FC236}">
                <a16:creationId xmlns:a16="http://schemas.microsoft.com/office/drawing/2014/main" xmlns="" id="{BB488FC3-B19F-4446-859A-73545884F858}"/>
              </a:ext>
            </a:extLst>
          </p:cNvPr>
          <p:cNvSpPr txBox="1">
            <a:spLocks noChangeArrowheads="1"/>
          </p:cNvSpPr>
          <p:nvPr/>
        </p:nvSpPr>
        <p:spPr bwMode="auto">
          <a:xfrm>
            <a:off x="1208187" y="1198371"/>
            <a:ext cx="1335516" cy="556189"/>
          </a:xfrm>
          <a:prstGeom prst="rect">
            <a:avLst/>
          </a:prstGeom>
          <a:noFill/>
          <a:ln w="9525">
            <a:noFill/>
            <a:miter lim="800000"/>
            <a:headEnd/>
            <a:tailEnd/>
          </a:ln>
          <a:effectLst/>
        </p:spPr>
        <p:txBody>
          <a:bodyPr wrap="none" lIns="108850" tIns="54425" rIns="108850" bIns="54425">
            <a:spAutoFit/>
          </a:bodyPr>
          <a:lstStyle/>
          <a:p>
            <a:pPr eaLnBrk="1" hangingPunct="1">
              <a:defRPr/>
            </a:pPr>
            <a:r>
              <a:rPr kumimoji="1" lang="zh-CN" altLang="en-US" sz="2900" b="1" dirty="0">
                <a:solidFill>
                  <a:srgbClr val="333399"/>
                </a:solidFill>
                <a:effectLst>
                  <a:outerShdw blurRad="38100" dist="38100" dir="2700000" algn="tl">
                    <a:srgbClr val="000000">
                      <a:alpha val="43137"/>
                    </a:srgbClr>
                  </a:outerShdw>
                </a:effectLst>
                <a:ea typeface="黑体" pitchFamily="2" charset="-122"/>
              </a:rPr>
              <a:t>先发送</a:t>
            </a:r>
          </a:p>
        </p:txBody>
      </p:sp>
      <p:sp>
        <p:nvSpPr>
          <p:cNvPr id="19" name="Rectangle 5">
            <a:extLst>
              <a:ext uri="{FF2B5EF4-FFF2-40B4-BE49-F238E27FC236}">
                <a16:creationId xmlns:a16="http://schemas.microsoft.com/office/drawing/2014/main" xmlns="" id="{A32CB5C9-6ED9-44AB-A0E1-F477BEB55A7E}"/>
              </a:ext>
            </a:extLst>
          </p:cNvPr>
          <p:cNvSpPr>
            <a:spLocks noChangeArrowheads="1"/>
          </p:cNvSpPr>
          <p:nvPr/>
        </p:nvSpPr>
        <p:spPr bwMode="auto">
          <a:xfrm>
            <a:off x="1908985" y="2194990"/>
            <a:ext cx="9779844" cy="566868"/>
          </a:xfrm>
          <a:prstGeom prst="rect">
            <a:avLst/>
          </a:prstGeom>
          <a:solidFill>
            <a:srgbClr val="FFFFCC"/>
          </a:solidFill>
          <a:ln w="9525">
            <a:solidFill>
              <a:schemeClr val="folHlink"/>
            </a:solidFill>
            <a:miter lim="800000"/>
            <a:headEnd/>
            <a:tailEnd/>
          </a:ln>
          <a:effectLst>
            <a:outerShdw dist="35921" dir="2700000" algn="ctr" rotWithShape="0">
              <a:schemeClr val="bg2"/>
            </a:outerShdw>
          </a:effectLst>
        </p:spPr>
        <p:txBody>
          <a:bodyPr wrap="none" lIns="108850" tIns="54425" rIns="108850" bIns="54425" anchor="ctr"/>
          <a:lstStyle/>
          <a:p>
            <a:pPr algn="ctr" eaLnBrk="1" hangingPunct="1">
              <a:defRPr/>
            </a:pPr>
            <a:endParaRPr kumimoji="1" lang="zh-CN" altLang="zh-CN" sz="2900" b="1">
              <a:solidFill>
                <a:srgbClr val="333399"/>
              </a:solidFill>
              <a:effectLst>
                <a:outerShdw blurRad="38100" dist="38100" dir="2700000" algn="tl">
                  <a:srgbClr val="000000">
                    <a:alpha val="43137"/>
                  </a:srgbClr>
                </a:outerShdw>
              </a:effectLst>
              <a:ea typeface="黑体" pitchFamily="2" charset="-122"/>
            </a:endParaRPr>
          </a:p>
        </p:txBody>
      </p:sp>
      <p:sp>
        <p:nvSpPr>
          <p:cNvPr id="20" name="Line 6">
            <a:extLst>
              <a:ext uri="{FF2B5EF4-FFF2-40B4-BE49-F238E27FC236}">
                <a16:creationId xmlns:a16="http://schemas.microsoft.com/office/drawing/2014/main" xmlns="" id="{C959ABBB-1077-4324-9486-B32905E179EF}"/>
              </a:ext>
            </a:extLst>
          </p:cNvPr>
          <p:cNvSpPr>
            <a:spLocks noChangeShapeType="1"/>
          </p:cNvSpPr>
          <p:nvPr/>
        </p:nvSpPr>
        <p:spPr bwMode="auto">
          <a:xfrm>
            <a:off x="2634908" y="2194990"/>
            <a:ext cx="0" cy="566868"/>
          </a:xfrm>
          <a:prstGeom prst="line">
            <a:avLst/>
          </a:prstGeom>
          <a:noFill/>
          <a:ln w="9525">
            <a:solidFill>
              <a:schemeClr val="tx1"/>
            </a:solidFill>
            <a:round/>
            <a:headEnd/>
            <a:tailEnd/>
          </a:ln>
          <a:effectLst/>
        </p:spPr>
        <p:txBody>
          <a:bodyPr wrap="none" lIns="108850" tIns="54425" rIns="108850" bIns="54425" anchor="ctr"/>
          <a:lstStyle/>
          <a:p>
            <a:pPr eaLnBrk="1" hangingPunct="1">
              <a:defRPr/>
            </a:pPr>
            <a:endParaRPr kumimoji="1" lang="zh-CN" altLang="en-US" sz="2900" b="1">
              <a:effectLst>
                <a:outerShdw blurRad="38100" dist="38100" dir="2700000" algn="tl">
                  <a:srgbClr val="000000">
                    <a:alpha val="43137"/>
                  </a:srgbClr>
                </a:outerShdw>
              </a:effectLst>
              <a:latin typeface="Times New Roman" pitchFamily="18" charset="0"/>
            </a:endParaRPr>
          </a:p>
        </p:txBody>
      </p:sp>
      <p:sp>
        <p:nvSpPr>
          <p:cNvPr id="21" name="Line 7">
            <a:extLst>
              <a:ext uri="{FF2B5EF4-FFF2-40B4-BE49-F238E27FC236}">
                <a16:creationId xmlns:a16="http://schemas.microsoft.com/office/drawing/2014/main" xmlns="" id="{0BA25828-B256-48DC-B245-C80300D65272}"/>
              </a:ext>
            </a:extLst>
          </p:cNvPr>
          <p:cNvSpPr>
            <a:spLocks noChangeShapeType="1"/>
          </p:cNvSpPr>
          <p:nvPr/>
        </p:nvSpPr>
        <p:spPr bwMode="auto">
          <a:xfrm>
            <a:off x="10844388" y="2206104"/>
            <a:ext cx="0" cy="555754"/>
          </a:xfrm>
          <a:prstGeom prst="line">
            <a:avLst/>
          </a:prstGeom>
          <a:noFill/>
          <a:ln w="9525">
            <a:solidFill>
              <a:schemeClr val="tx1"/>
            </a:solidFill>
            <a:round/>
            <a:headEnd/>
            <a:tailEnd/>
          </a:ln>
          <a:effectLst/>
        </p:spPr>
        <p:txBody>
          <a:bodyPr wrap="none" lIns="108850" tIns="54425" rIns="108850" bIns="54425" anchor="ctr"/>
          <a:lstStyle/>
          <a:p>
            <a:pPr eaLnBrk="1" hangingPunct="1">
              <a:defRPr/>
            </a:pPr>
            <a:endParaRPr kumimoji="1" lang="zh-CN" altLang="en-US" sz="2900" b="1">
              <a:effectLst>
                <a:outerShdw blurRad="38100" dist="38100" dir="2700000" algn="tl">
                  <a:srgbClr val="000000">
                    <a:alpha val="43137"/>
                  </a:srgbClr>
                </a:outerShdw>
              </a:effectLst>
              <a:latin typeface="Times New Roman" pitchFamily="18" charset="0"/>
            </a:endParaRPr>
          </a:p>
        </p:txBody>
      </p:sp>
      <p:sp>
        <p:nvSpPr>
          <p:cNvPr id="22" name="Text Box 8">
            <a:extLst>
              <a:ext uri="{FF2B5EF4-FFF2-40B4-BE49-F238E27FC236}">
                <a16:creationId xmlns:a16="http://schemas.microsoft.com/office/drawing/2014/main" xmlns="" id="{E8FA93BB-428A-4F9C-A7CC-1C40C7726E9D}"/>
              </a:ext>
            </a:extLst>
          </p:cNvPr>
          <p:cNvSpPr txBox="1">
            <a:spLocks noChangeArrowheads="1"/>
          </p:cNvSpPr>
          <p:nvPr/>
        </p:nvSpPr>
        <p:spPr bwMode="auto">
          <a:xfrm>
            <a:off x="1958568" y="2430535"/>
            <a:ext cx="534015" cy="417690"/>
          </a:xfrm>
          <a:prstGeom prst="rect">
            <a:avLst/>
          </a:prstGeom>
          <a:noFill/>
          <a:ln w="9525">
            <a:noFill/>
            <a:miter lim="800000"/>
            <a:headEnd/>
            <a:tailEnd/>
          </a:ln>
          <a:effectLst/>
        </p:spPr>
        <p:txBody>
          <a:bodyPr wrap="none" lIns="108850" tIns="54425" rIns="108850" bIns="54425">
            <a:spAutoFit/>
          </a:bodyPr>
          <a:lstStyle/>
          <a:p>
            <a:pPr eaLnBrk="1" hangingPunct="1">
              <a:defRPr/>
            </a:pPr>
            <a:r>
              <a:rPr kumimoji="1" lang="en-US" altLang="zh-CN" sz="2000" b="1" dirty="0">
                <a:solidFill>
                  <a:schemeClr val="accent2"/>
                </a:solidFill>
                <a:effectLst>
                  <a:outerShdw blurRad="38100" dist="38100" dir="2700000" algn="tl">
                    <a:srgbClr val="C0C0C0"/>
                  </a:outerShdw>
                </a:effectLst>
                <a:ea typeface="黑体" pitchFamily="2" charset="-122"/>
              </a:rPr>
              <a:t>7E</a:t>
            </a:r>
          </a:p>
        </p:txBody>
      </p:sp>
      <p:sp>
        <p:nvSpPr>
          <p:cNvPr id="23" name="Line 14">
            <a:extLst>
              <a:ext uri="{FF2B5EF4-FFF2-40B4-BE49-F238E27FC236}">
                <a16:creationId xmlns:a16="http://schemas.microsoft.com/office/drawing/2014/main" xmlns="" id="{212340EE-5599-4118-8250-AC22CE961CEE}"/>
              </a:ext>
            </a:extLst>
          </p:cNvPr>
          <p:cNvSpPr>
            <a:spLocks noChangeShapeType="1"/>
          </p:cNvSpPr>
          <p:nvPr/>
        </p:nvSpPr>
        <p:spPr bwMode="auto">
          <a:xfrm>
            <a:off x="3358713" y="2206104"/>
            <a:ext cx="0" cy="555754"/>
          </a:xfrm>
          <a:prstGeom prst="line">
            <a:avLst/>
          </a:prstGeom>
          <a:noFill/>
          <a:ln w="9525">
            <a:solidFill>
              <a:schemeClr val="tx1"/>
            </a:solidFill>
            <a:round/>
            <a:headEnd/>
            <a:tailEnd/>
          </a:ln>
          <a:effectLst/>
        </p:spPr>
        <p:txBody>
          <a:bodyPr wrap="none" lIns="108850" tIns="54425" rIns="108850" bIns="54425" anchor="ctr"/>
          <a:lstStyle/>
          <a:p>
            <a:pPr eaLnBrk="1" hangingPunct="1">
              <a:defRPr/>
            </a:pPr>
            <a:endParaRPr kumimoji="1" lang="zh-CN" altLang="en-US" sz="2900" b="1">
              <a:effectLst>
                <a:outerShdw blurRad="38100" dist="38100" dir="2700000" algn="tl">
                  <a:srgbClr val="000000">
                    <a:alpha val="43137"/>
                  </a:srgbClr>
                </a:outerShdw>
              </a:effectLst>
              <a:latin typeface="Times New Roman" pitchFamily="18" charset="0"/>
            </a:endParaRPr>
          </a:p>
        </p:txBody>
      </p:sp>
      <p:sp>
        <p:nvSpPr>
          <p:cNvPr id="24" name="Line 15">
            <a:extLst>
              <a:ext uri="{FF2B5EF4-FFF2-40B4-BE49-F238E27FC236}">
                <a16:creationId xmlns:a16="http://schemas.microsoft.com/office/drawing/2014/main" xmlns="" id="{01BCC6C9-D921-411F-A0A4-920FFD77417B}"/>
              </a:ext>
            </a:extLst>
          </p:cNvPr>
          <p:cNvSpPr>
            <a:spLocks noChangeShapeType="1"/>
          </p:cNvSpPr>
          <p:nvPr/>
        </p:nvSpPr>
        <p:spPr bwMode="auto">
          <a:xfrm>
            <a:off x="4082519" y="2194990"/>
            <a:ext cx="0" cy="566868"/>
          </a:xfrm>
          <a:prstGeom prst="line">
            <a:avLst/>
          </a:prstGeom>
          <a:noFill/>
          <a:ln w="9525">
            <a:solidFill>
              <a:schemeClr val="tx1"/>
            </a:solidFill>
            <a:round/>
            <a:headEnd/>
            <a:tailEnd/>
          </a:ln>
          <a:effectLst/>
        </p:spPr>
        <p:txBody>
          <a:bodyPr wrap="none" lIns="108850" tIns="54425" rIns="108850" bIns="54425" anchor="ctr"/>
          <a:lstStyle/>
          <a:p>
            <a:pPr eaLnBrk="1" hangingPunct="1">
              <a:defRPr/>
            </a:pPr>
            <a:endParaRPr kumimoji="1" lang="zh-CN" altLang="en-US" sz="2900" b="1">
              <a:effectLst>
                <a:outerShdw blurRad="38100" dist="38100" dir="2700000" algn="tl">
                  <a:srgbClr val="000000">
                    <a:alpha val="43137"/>
                  </a:srgbClr>
                </a:outerShdw>
              </a:effectLst>
              <a:latin typeface="Times New Roman" pitchFamily="18" charset="0"/>
            </a:endParaRPr>
          </a:p>
        </p:txBody>
      </p:sp>
      <p:sp>
        <p:nvSpPr>
          <p:cNvPr id="25" name="Text Box 16">
            <a:extLst>
              <a:ext uri="{FF2B5EF4-FFF2-40B4-BE49-F238E27FC236}">
                <a16:creationId xmlns:a16="http://schemas.microsoft.com/office/drawing/2014/main" xmlns="" id="{85AFC74C-CEF5-4DEF-92BE-E939E22D1CCF}"/>
              </a:ext>
            </a:extLst>
          </p:cNvPr>
          <p:cNvSpPr txBox="1">
            <a:spLocks noChangeArrowheads="1"/>
          </p:cNvSpPr>
          <p:nvPr/>
        </p:nvSpPr>
        <p:spPr bwMode="auto">
          <a:xfrm>
            <a:off x="2682373" y="2430535"/>
            <a:ext cx="534015" cy="417690"/>
          </a:xfrm>
          <a:prstGeom prst="rect">
            <a:avLst/>
          </a:prstGeom>
          <a:noFill/>
          <a:ln w="9525">
            <a:noFill/>
            <a:miter lim="800000"/>
            <a:headEnd/>
            <a:tailEnd/>
          </a:ln>
          <a:effectLst/>
        </p:spPr>
        <p:txBody>
          <a:bodyPr wrap="none" lIns="108850" tIns="54425" rIns="108850" bIns="54425">
            <a:spAutoFit/>
          </a:bodyPr>
          <a:lstStyle/>
          <a:p>
            <a:pPr eaLnBrk="1" hangingPunct="1">
              <a:defRPr/>
            </a:pPr>
            <a:r>
              <a:rPr kumimoji="1" lang="en-US" altLang="zh-CN" sz="2000" b="1" dirty="0">
                <a:solidFill>
                  <a:schemeClr val="accent2"/>
                </a:solidFill>
                <a:effectLst>
                  <a:outerShdw blurRad="38100" dist="38100" dir="2700000" algn="tl">
                    <a:srgbClr val="000000">
                      <a:alpha val="43137"/>
                    </a:srgbClr>
                  </a:outerShdw>
                </a:effectLst>
                <a:ea typeface="黑体" pitchFamily="2" charset="-122"/>
              </a:rPr>
              <a:t>FF</a:t>
            </a:r>
          </a:p>
        </p:txBody>
      </p:sp>
      <p:sp>
        <p:nvSpPr>
          <p:cNvPr id="26" name="Text Box 17">
            <a:extLst>
              <a:ext uri="{FF2B5EF4-FFF2-40B4-BE49-F238E27FC236}">
                <a16:creationId xmlns:a16="http://schemas.microsoft.com/office/drawing/2014/main" xmlns="" id="{D37348A7-8DDE-4B14-B22E-9449526659D3}"/>
              </a:ext>
            </a:extLst>
          </p:cNvPr>
          <p:cNvSpPr txBox="1">
            <a:spLocks noChangeArrowheads="1"/>
          </p:cNvSpPr>
          <p:nvPr/>
        </p:nvSpPr>
        <p:spPr bwMode="auto">
          <a:xfrm>
            <a:off x="3397714" y="2430535"/>
            <a:ext cx="505160" cy="417690"/>
          </a:xfrm>
          <a:prstGeom prst="rect">
            <a:avLst/>
          </a:prstGeom>
          <a:noFill/>
          <a:ln w="9525">
            <a:noFill/>
            <a:miter lim="800000"/>
            <a:headEnd/>
            <a:tailEnd/>
          </a:ln>
          <a:effectLst/>
        </p:spPr>
        <p:txBody>
          <a:bodyPr wrap="none" lIns="108850" tIns="54425" rIns="108850" bIns="54425">
            <a:spAutoFit/>
          </a:bodyPr>
          <a:lstStyle/>
          <a:p>
            <a:pPr eaLnBrk="1" hangingPunct="1">
              <a:defRPr/>
            </a:pPr>
            <a:r>
              <a:rPr kumimoji="1" lang="en-US" altLang="zh-CN" sz="2000" b="1" dirty="0">
                <a:solidFill>
                  <a:schemeClr val="accent2"/>
                </a:solidFill>
                <a:effectLst>
                  <a:outerShdw blurRad="38100" dist="38100" dir="2700000" algn="tl">
                    <a:srgbClr val="000000">
                      <a:alpha val="43137"/>
                    </a:srgbClr>
                  </a:outerShdw>
                </a:effectLst>
                <a:ea typeface="黑体" pitchFamily="2" charset="-122"/>
              </a:rPr>
              <a:t>03</a:t>
            </a:r>
          </a:p>
        </p:txBody>
      </p:sp>
      <p:sp>
        <p:nvSpPr>
          <p:cNvPr id="27" name="Text Box 19">
            <a:extLst>
              <a:ext uri="{FF2B5EF4-FFF2-40B4-BE49-F238E27FC236}">
                <a16:creationId xmlns:a16="http://schemas.microsoft.com/office/drawing/2014/main" xmlns="" id="{DF63B6DB-3751-4FAB-B304-93A731381B5D}"/>
              </a:ext>
            </a:extLst>
          </p:cNvPr>
          <p:cNvSpPr txBox="1">
            <a:spLocks noChangeArrowheads="1"/>
          </p:cNvSpPr>
          <p:nvPr/>
        </p:nvSpPr>
        <p:spPr bwMode="auto">
          <a:xfrm>
            <a:off x="2006339" y="2081517"/>
            <a:ext cx="447452" cy="556189"/>
          </a:xfrm>
          <a:prstGeom prst="rect">
            <a:avLst/>
          </a:prstGeom>
          <a:noFill/>
          <a:ln w="9525">
            <a:noFill/>
            <a:miter lim="800000"/>
            <a:headEnd/>
            <a:tailEnd/>
          </a:ln>
          <a:effectLst/>
        </p:spPr>
        <p:txBody>
          <a:bodyPr wrap="none" lIns="108850" tIns="54425" rIns="108850" bIns="54425">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r>
              <a:rPr kumimoji="1" lang="en-US" altLang="zh-CN" sz="2900" b="1" dirty="0">
                <a:solidFill>
                  <a:srgbClr val="333399"/>
                </a:solidFill>
                <a:effectLst>
                  <a:outerShdw blurRad="38100" dist="38100" dir="2700000" algn="tl">
                    <a:srgbClr val="C0C0C0"/>
                  </a:outerShdw>
                </a:effectLst>
                <a:ea typeface="黑体" pitchFamily="2" charset="-122"/>
              </a:rPr>
              <a:t>F</a:t>
            </a:r>
          </a:p>
        </p:txBody>
      </p:sp>
      <p:sp>
        <p:nvSpPr>
          <p:cNvPr id="28" name="Text Box 20">
            <a:extLst>
              <a:ext uri="{FF2B5EF4-FFF2-40B4-BE49-F238E27FC236}">
                <a16:creationId xmlns:a16="http://schemas.microsoft.com/office/drawing/2014/main" xmlns="" id="{FFA1BB0B-AD44-4892-8952-9CD5C6C1CE93}"/>
              </a:ext>
            </a:extLst>
          </p:cNvPr>
          <p:cNvSpPr txBox="1">
            <a:spLocks noChangeArrowheads="1"/>
          </p:cNvSpPr>
          <p:nvPr/>
        </p:nvSpPr>
        <p:spPr bwMode="auto">
          <a:xfrm>
            <a:off x="2683584" y="2081517"/>
            <a:ext cx="489130" cy="556189"/>
          </a:xfrm>
          <a:prstGeom prst="rect">
            <a:avLst/>
          </a:prstGeom>
          <a:noFill/>
          <a:ln w="9525">
            <a:noFill/>
            <a:miter lim="800000"/>
            <a:headEnd/>
            <a:tailEnd/>
          </a:ln>
          <a:effectLst/>
        </p:spPr>
        <p:txBody>
          <a:bodyPr wrap="none" lIns="108850" tIns="54425" rIns="108850" bIns="54425">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r>
              <a:rPr kumimoji="1" lang="en-US" altLang="zh-CN" sz="2900" b="1" dirty="0">
                <a:solidFill>
                  <a:srgbClr val="333399"/>
                </a:solidFill>
                <a:effectLst>
                  <a:outerShdw blurRad="38100" dist="38100" dir="2700000" algn="tl">
                    <a:srgbClr val="C0C0C0"/>
                  </a:outerShdw>
                </a:effectLst>
                <a:ea typeface="黑体" pitchFamily="2" charset="-122"/>
              </a:rPr>
              <a:t>A</a:t>
            </a:r>
          </a:p>
        </p:txBody>
      </p:sp>
      <p:sp>
        <p:nvSpPr>
          <p:cNvPr id="29" name="Text Box 21">
            <a:extLst>
              <a:ext uri="{FF2B5EF4-FFF2-40B4-BE49-F238E27FC236}">
                <a16:creationId xmlns:a16="http://schemas.microsoft.com/office/drawing/2014/main" xmlns="" id="{2FACCD12-0F70-49FF-B44D-55854F3C75F6}"/>
              </a:ext>
            </a:extLst>
          </p:cNvPr>
          <p:cNvSpPr txBox="1">
            <a:spLocks noChangeArrowheads="1"/>
          </p:cNvSpPr>
          <p:nvPr/>
        </p:nvSpPr>
        <p:spPr bwMode="auto">
          <a:xfrm>
            <a:off x="3362946" y="2081517"/>
            <a:ext cx="489130" cy="556189"/>
          </a:xfrm>
          <a:prstGeom prst="rect">
            <a:avLst/>
          </a:prstGeom>
          <a:noFill/>
          <a:ln w="9525">
            <a:noFill/>
            <a:miter lim="800000"/>
            <a:headEnd/>
            <a:tailEnd/>
          </a:ln>
          <a:effectLst/>
        </p:spPr>
        <p:txBody>
          <a:bodyPr wrap="none" lIns="108850" tIns="54425" rIns="108850" bIns="54425">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r>
              <a:rPr kumimoji="1" lang="en-US" altLang="zh-CN" sz="2900" b="1" dirty="0">
                <a:solidFill>
                  <a:srgbClr val="333399"/>
                </a:solidFill>
                <a:effectLst>
                  <a:outerShdw blurRad="38100" dist="38100" dir="2700000" algn="tl">
                    <a:srgbClr val="C0C0C0"/>
                  </a:outerShdw>
                </a:effectLst>
                <a:ea typeface="黑体" pitchFamily="2" charset="-122"/>
              </a:rPr>
              <a:t>C</a:t>
            </a:r>
          </a:p>
        </p:txBody>
      </p:sp>
      <p:sp>
        <p:nvSpPr>
          <p:cNvPr id="30" name="Text Box 22">
            <a:extLst>
              <a:ext uri="{FF2B5EF4-FFF2-40B4-BE49-F238E27FC236}">
                <a16:creationId xmlns:a16="http://schemas.microsoft.com/office/drawing/2014/main" xmlns="" id="{91EFDE19-422A-4F53-A8F1-DF6F2A3F7E5E}"/>
              </a:ext>
            </a:extLst>
          </p:cNvPr>
          <p:cNvSpPr txBox="1">
            <a:spLocks noChangeArrowheads="1"/>
          </p:cNvSpPr>
          <p:nvPr/>
        </p:nvSpPr>
        <p:spPr bwMode="auto">
          <a:xfrm>
            <a:off x="9663442" y="2260091"/>
            <a:ext cx="965223" cy="556189"/>
          </a:xfrm>
          <a:prstGeom prst="rect">
            <a:avLst/>
          </a:prstGeom>
          <a:noFill/>
          <a:ln w="9525">
            <a:noFill/>
            <a:miter lim="800000"/>
            <a:headEnd/>
            <a:tailEnd/>
          </a:ln>
          <a:effectLst/>
        </p:spPr>
        <p:txBody>
          <a:bodyPr wrap="none" lIns="108850" tIns="54425" rIns="108850" bIns="54425">
            <a:spAutoFit/>
          </a:bodyPr>
          <a:lstStyle/>
          <a:p>
            <a:pPr eaLnBrk="1" hangingPunct="1">
              <a:defRPr/>
            </a:pPr>
            <a:r>
              <a:rPr kumimoji="1" lang="en-US" altLang="zh-CN" sz="2900" b="1" dirty="0">
                <a:solidFill>
                  <a:srgbClr val="333399"/>
                </a:solidFill>
                <a:effectLst>
                  <a:outerShdw blurRad="38100" dist="38100" dir="2700000" algn="tl">
                    <a:srgbClr val="000000">
                      <a:alpha val="43137"/>
                    </a:srgbClr>
                  </a:outerShdw>
                </a:effectLst>
                <a:ea typeface="黑体" pitchFamily="2" charset="-122"/>
              </a:rPr>
              <a:t>FCS</a:t>
            </a:r>
          </a:p>
        </p:txBody>
      </p:sp>
      <p:sp>
        <p:nvSpPr>
          <p:cNvPr id="31" name="Text Box 24">
            <a:extLst>
              <a:ext uri="{FF2B5EF4-FFF2-40B4-BE49-F238E27FC236}">
                <a16:creationId xmlns:a16="http://schemas.microsoft.com/office/drawing/2014/main" xmlns="" id="{90E0508B-940A-481F-AC6F-715C7AD01E0C}"/>
              </a:ext>
            </a:extLst>
          </p:cNvPr>
          <p:cNvSpPr txBox="1">
            <a:spLocks noChangeArrowheads="1"/>
          </p:cNvSpPr>
          <p:nvPr/>
        </p:nvSpPr>
        <p:spPr bwMode="auto">
          <a:xfrm>
            <a:off x="11001001" y="2081517"/>
            <a:ext cx="447452" cy="556189"/>
          </a:xfrm>
          <a:prstGeom prst="rect">
            <a:avLst/>
          </a:prstGeom>
          <a:noFill/>
          <a:ln w="9525">
            <a:noFill/>
            <a:miter lim="800000"/>
            <a:headEnd/>
            <a:tailEnd/>
          </a:ln>
          <a:effectLst/>
        </p:spPr>
        <p:txBody>
          <a:bodyPr wrap="none" lIns="108850" tIns="54425" rIns="108850" bIns="54425">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r>
              <a:rPr kumimoji="1" lang="en-US" altLang="zh-CN" sz="2900" b="1" dirty="0">
                <a:solidFill>
                  <a:srgbClr val="333399"/>
                </a:solidFill>
                <a:effectLst>
                  <a:outerShdw blurRad="38100" dist="38100" dir="2700000" algn="tl">
                    <a:srgbClr val="C0C0C0"/>
                  </a:outerShdw>
                </a:effectLst>
                <a:ea typeface="黑体" pitchFamily="2" charset="-122"/>
              </a:rPr>
              <a:t>F</a:t>
            </a:r>
          </a:p>
        </p:txBody>
      </p:sp>
      <p:sp>
        <p:nvSpPr>
          <p:cNvPr id="32" name="Text Box 25">
            <a:extLst>
              <a:ext uri="{FF2B5EF4-FFF2-40B4-BE49-F238E27FC236}">
                <a16:creationId xmlns:a16="http://schemas.microsoft.com/office/drawing/2014/main" xmlns="" id="{D0D5628C-F475-4B01-A613-FDF258E3A75C}"/>
              </a:ext>
            </a:extLst>
          </p:cNvPr>
          <p:cNvSpPr txBox="1">
            <a:spLocks noChangeArrowheads="1"/>
          </p:cNvSpPr>
          <p:nvPr/>
        </p:nvSpPr>
        <p:spPr bwMode="auto">
          <a:xfrm>
            <a:off x="10974394" y="2430535"/>
            <a:ext cx="534015" cy="417690"/>
          </a:xfrm>
          <a:prstGeom prst="rect">
            <a:avLst/>
          </a:prstGeom>
          <a:noFill/>
          <a:ln w="9525">
            <a:noFill/>
            <a:miter lim="800000"/>
            <a:headEnd/>
            <a:tailEnd/>
          </a:ln>
          <a:effectLst/>
        </p:spPr>
        <p:txBody>
          <a:bodyPr wrap="none" lIns="108850" tIns="54425" rIns="108850" bIns="54425">
            <a:spAutoFit/>
          </a:bodyPr>
          <a:lstStyle/>
          <a:p>
            <a:pPr eaLnBrk="1" hangingPunct="1">
              <a:defRPr/>
            </a:pPr>
            <a:r>
              <a:rPr kumimoji="1" lang="en-US" altLang="zh-CN" sz="2000" b="1" dirty="0">
                <a:solidFill>
                  <a:schemeClr val="accent2"/>
                </a:solidFill>
                <a:effectLst>
                  <a:outerShdw blurRad="38100" dist="38100" dir="2700000" algn="tl">
                    <a:srgbClr val="000000">
                      <a:alpha val="43137"/>
                    </a:srgbClr>
                  </a:outerShdw>
                </a:effectLst>
                <a:ea typeface="黑体" pitchFamily="2" charset="-122"/>
              </a:rPr>
              <a:t>7E</a:t>
            </a:r>
          </a:p>
        </p:txBody>
      </p:sp>
      <p:sp>
        <p:nvSpPr>
          <p:cNvPr id="33" name="Rectangle 28">
            <a:extLst>
              <a:ext uri="{FF2B5EF4-FFF2-40B4-BE49-F238E27FC236}">
                <a16:creationId xmlns:a16="http://schemas.microsoft.com/office/drawing/2014/main" xmlns="" id="{13A80D1E-08EC-4C53-99C7-038DC18811D7}"/>
              </a:ext>
            </a:extLst>
          </p:cNvPr>
          <p:cNvSpPr>
            <a:spLocks noChangeArrowheads="1"/>
          </p:cNvSpPr>
          <p:nvPr/>
        </p:nvSpPr>
        <p:spPr bwMode="auto">
          <a:xfrm>
            <a:off x="5532247" y="2221983"/>
            <a:ext cx="3864530" cy="519233"/>
          </a:xfrm>
          <a:prstGeom prst="rect">
            <a:avLst/>
          </a:prstGeom>
          <a:solidFill>
            <a:srgbClr val="FFCCFF"/>
          </a:solidFill>
          <a:ln w="9525">
            <a:noFill/>
            <a:miter lim="800000"/>
            <a:headEnd/>
            <a:tailEnd/>
          </a:ln>
          <a:effectLst/>
        </p:spPr>
        <p:txBody>
          <a:bodyPr wrap="none" lIns="108850" tIns="54425" rIns="108850" bIns="54425" anchor="ctr"/>
          <a:lstStyle/>
          <a:p>
            <a:pPr eaLnBrk="1" hangingPunct="1">
              <a:defRPr/>
            </a:pPr>
            <a:endParaRPr kumimoji="1" lang="zh-CN" altLang="en-US" sz="2900" b="1">
              <a:effectLst>
                <a:outerShdw blurRad="38100" dist="38100" dir="2700000" algn="tl">
                  <a:srgbClr val="000000">
                    <a:alpha val="43137"/>
                  </a:srgbClr>
                </a:outerShdw>
              </a:effectLst>
              <a:latin typeface="Times New Roman" pitchFamily="18" charset="0"/>
            </a:endParaRPr>
          </a:p>
        </p:txBody>
      </p:sp>
      <p:sp>
        <p:nvSpPr>
          <p:cNvPr id="34" name="Text Box 29">
            <a:extLst>
              <a:ext uri="{FF2B5EF4-FFF2-40B4-BE49-F238E27FC236}">
                <a16:creationId xmlns:a16="http://schemas.microsoft.com/office/drawing/2014/main" xmlns="" id="{6F3EF97C-E49F-48BB-B3C0-1665880B56E8}"/>
              </a:ext>
            </a:extLst>
          </p:cNvPr>
          <p:cNvSpPr txBox="1">
            <a:spLocks noChangeArrowheads="1"/>
          </p:cNvSpPr>
          <p:nvPr/>
        </p:nvSpPr>
        <p:spPr bwMode="auto">
          <a:xfrm>
            <a:off x="4279344" y="2244213"/>
            <a:ext cx="966825" cy="556189"/>
          </a:xfrm>
          <a:prstGeom prst="rect">
            <a:avLst/>
          </a:prstGeom>
          <a:noFill/>
          <a:ln w="9525">
            <a:noFill/>
            <a:miter lim="800000"/>
            <a:headEnd/>
            <a:tailEnd/>
          </a:ln>
          <a:effectLst/>
        </p:spPr>
        <p:txBody>
          <a:bodyPr wrap="none" lIns="108850" tIns="54425" rIns="108850" bIns="54425">
            <a:spAutoFit/>
          </a:bodyPr>
          <a:lstStyle/>
          <a:p>
            <a:pPr eaLnBrk="1" hangingPunct="1">
              <a:defRPr/>
            </a:pPr>
            <a:r>
              <a:rPr kumimoji="1" lang="zh-CN" altLang="en-US" sz="2900" b="1" dirty="0">
                <a:solidFill>
                  <a:srgbClr val="333399"/>
                </a:solidFill>
                <a:effectLst>
                  <a:outerShdw blurRad="38100" dist="38100" dir="2700000" algn="tl">
                    <a:srgbClr val="C0C0C0"/>
                  </a:outerShdw>
                </a:effectLst>
                <a:ea typeface="黑体" pitchFamily="2" charset="-122"/>
              </a:rPr>
              <a:t>协议</a:t>
            </a:r>
          </a:p>
        </p:txBody>
      </p:sp>
      <p:sp>
        <p:nvSpPr>
          <p:cNvPr id="35" name="Text Box 30">
            <a:extLst>
              <a:ext uri="{FF2B5EF4-FFF2-40B4-BE49-F238E27FC236}">
                <a16:creationId xmlns:a16="http://schemas.microsoft.com/office/drawing/2014/main" xmlns="" id="{B6073703-9981-4339-936B-E1A80EC93681}"/>
              </a:ext>
            </a:extLst>
          </p:cNvPr>
          <p:cNvSpPr txBox="1">
            <a:spLocks noChangeArrowheads="1"/>
          </p:cNvSpPr>
          <p:nvPr/>
        </p:nvSpPr>
        <p:spPr bwMode="auto">
          <a:xfrm>
            <a:off x="6014783" y="2268031"/>
            <a:ext cx="2938519" cy="556189"/>
          </a:xfrm>
          <a:prstGeom prst="rect">
            <a:avLst/>
          </a:prstGeom>
          <a:noFill/>
          <a:ln w="9525">
            <a:noFill/>
            <a:miter lim="800000"/>
            <a:headEnd/>
            <a:tailEnd/>
          </a:ln>
          <a:effectLst/>
        </p:spPr>
        <p:txBody>
          <a:bodyPr wrap="none" lIns="108850" tIns="54425" rIns="108850" bIns="54425">
            <a:spAutoFit/>
          </a:bodyPr>
          <a:lstStyle/>
          <a:p>
            <a:pPr eaLnBrk="1" hangingPunct="1">
              <a:defRPr/>
            </a:pPr>
            <a:r>
              <a:rPr kumimoji="1" lang="zh-CN" altLang="en-US" sz="2900" b="1" dirty="0">
                <a:solidFill>
                  <a:srgbClr val="333399"/>
                </a:solidFill>
                <a:effectLst>
                  <a:outerShdw blurRad="38100" dist="38100" dir="2700000" algn="tl">
                    <a:srgbClr val="000000">
                      <a:alpha val="43137"/>
                    </a:srgbClr>
                  </a:outerShdw>
                </a:effectLst>
                <a:ea typeface="黑体" pitchFamily="2" charset="-122"/>
              </a:rPr>
              <a:t>信    息    部    分</a:t>
            </a:r>
          </a:p>
        </p:txBody>
      </p:sp>
      <p:sp>
        <p:nvSpPr>
          <p:cNvPr id="36" name="AutoShape 34">
            <a:extLst>
              <a:ext uri="{FF2B5EF4-FFF2-40B4-BE49-F238E27FC236}">
                <a16:creationId xmlns:a16="http://schemas.microsoft.com/office/drawing/2014/main" xmlns="" id="{7DB7022E-2B93-4B56-AC39-4BBB4B36EFCA}"/>
              </a:ext>
            </a:extLst>
          </p:cNvPr>
          <p:cNvSpPr>
            <a:spLocks/>
          </p:cNvSpPr>
          <p:nvPr/>
        </p:nvSpPr>
        <p:spPr bwMode="auto">
          <a:xfrm rot="5400000">
            <a:off x="3632489" y="295232"/>
            <a:ext cx="176254" cy="3623262"/>
          </a:xfrm>
          <a:prstGeom prst="leftBrace">
            <a:avLst>
              <a:gd name="adj1" fmla="val 128528"/>
              <a:gd name="adj2" fmla="val 50069"/>
            </a:avLst>
          </a:prstGeom>
          <a:noFill/>
          <a:ln w="9525">
            <a:solidFill>
              <a:schemeClr val="folHlink"/>
            </a:solidFill>
            <a:round/>
            <a:headEnd/>
            <a:tailEnd/>
          </a:ln>
        </p:spPr>
        <p:txBody>
          <a:bodyPr rot="10800000" vert="eaVert" wrap="none" lIns="108850" tIns="54425" rIns="108850" bIns="54425" anchor="ctr"/>
          <a:lstStyle/>
          <a:p>
            <a:pPr eaLnBrk="1" hangingPunct="1">
              <a:defRPr/>
            </a:pPr>
            <a:endParaRPr kumimoji="1" lang="zh-CN" altLang="en-US" sz="2900" b="1">
              <a:effectLst>
                <a:outerShdw blurRad="38100" dist="38100" dir="2700000" algn="tl">
                  <a:srgbClr val="000000">
                    <a:alpha val="43137"/>
                  </a:srgbClr>
                </a:outerShdw>
              </a:effectLst>
              <a:latin typeface="Times New Roman" pitchFamily="18" charset="0"/>
            </a:endParaRPr>
          </a:p>
        </p:txBody>
      </p:sp>
      <p:sp>
        <p:nvSpPr>
          <p:cNvPr id="37" name="AutoShape 35">
            <a:extLst>
              <a:ext uri="{FF2B5EF4-FFF2-40B4-BE49-F238E27FC236}">
                <a16:creationId xmlns:a16="http://schemas.microsoft.com/office/drawing/2014/main" xmlns="" id="{78000972-D083-467C-B719-D5EC3BFBCA49}"/>
              </a:ext>
            </a:extLst>
          </p:cNvPr>
          <p:cNvSpPr>
            <a:spLocks/>
          </p:cNvSpPr>
          <p:nvPr/>
        </p:nvSpPr>
        <p:spPr bwMode="auto">
          <a:xfrm rot="5400000">
            <a:off x="10461822" y="967983"/>
            <a:ext cx="161962" cy="2292052"/>
          </a:xfrm>
          <a:prstGeom prst="leftBrace">
            <a:avLst>
              <a:gd name="adj1" fmla="val 88480"/>
              <a:gd name="adj2" fmla="val 50000"/>
            </a:avLst>
          </a:prstGeom>
          <a:noFill/>
          <a:ln w="9525">
            <a:solidFill>
              <a:schemeClr val="tx1"/>
            </a:solidFill>
            <a:round/>
            <a:headEnd/>
            <a:tailEnd/>
          </a:ln>
        </p:spPr>
        <p:txBody>
          <a:bodyPr rot="10800000" vert="eaVert" wrap="none" lIns="108850" tIns="54425" rIns="108850" bIns="54425" anchor="ctr"/>
          <a:lstStyle/>
          <a:p>
            <a:pPr eaLnBrk="1" hangingPunct="1">
              <a:defRPr/>
            </a:pPr>
            <a:endParaRPr kumimoji="1" lang="zh-CN" altLang="en-US" sz="2900" b="1">
              <a:effectLst>
                <a:outerShdw blurRad="38100" dist="38100" dir="2700000" algn="tl">
                  <a:srgbClr val="000000">
                    <a:alpha val="43137"/>
                  </a:srgbClr>
                </a:outerShdw>
              </a:effectLst>
              <a:latin typeface="Times New Roman" pitchFamily="18" charset="0"/>
            </a:endParaRPr>
          </a:p>
        </p:txBody>
      </p:sp>
      <p:sp>
        <p:nvSpPr>
          <p:cNvPr id="38" name="Text Box 36">
            <a:extLst>
              <a:ext uri="{FF2B5EF4-FFF2-40B4-BE49-F238E27FC236}">
                <a16:creationId xmlns:a16="http://schemas.microsoft.com/office/drawing/2014/main" xmlns="" id="{ACB18EE8-DE32-44CF-B8F9-A8B59079A482}"/>
              </a:ext>
            </a:extLst>
          </p:cNvPr>
          <p:cNvSpPr txBox="1">
            <a:spLocks noChangeArrowheads="1"/>
          </p:cNvSpPr>
          <p:nvPr/>
        </p:nvSpPr>
        <p:spPr bwMode="auto">
          <a:xfrm>
            <a:off x="3242518" y="1485772"/>
            <a:ext cx="963619" cy="556189"/>
          </a:xfrm>
          <a:prstGeom prst="rect">
            <a:avLst/>
          </a:prstGeom>
          <a:noFill/>
          <a:ln w="9525">
            <a:noFill/>
            <a:miter lim="800000"/>
            <a:headEnd/>
            <a:tailEnd/>
          </a:ln>
          <a:effectLst/>
        </p:spPr>
        <p:txBody>
          <a:bodyPr wrap="none" lIns="108850" tIns="54425" rIns="108850" bIns="54425">
            <a:spAutoFit/>
          </a:bodyPr>
          <a:lstStyle/>
          <a:p>
            <a:pPr eaLnBrk="1" hangingPunct="1">
              <a:defRPr/>
            </a:pPr>
            <a:r>
              <a:rPr kumimoji="1" lang="zh-CN" altLang="en-US" sz="2900" b="1" dirty="0">
                <a:solidFill>
                  <a:srgbClr val="333399"/>
                </a:solidFill>
                <a:effectLst>
                  <a:outerShdw blurRad="38100" dist="38100" dir="2700000" algn="tl">
                    <a:srgbClr val="000000">
                      <a:alpha val="43137"/>
                    </a:srgbClr>
                  </a:outerShdw>
                </a:effectLst>
                <a:ea typeface="黑体" pitchFamily="2" charset="-122"/>
              </a:rPr>
              <a:t>首部</a:t>
            </a:r>
          </a:p>
        </p:txBody>
      </p:sp>
      <p:sp>
        <p:nvSpPr>
          <p:cNvPr id="39" name="Text Box 37">
            <a:extLst>
              <a:ext uri="{FF2B5EF4-FFF2-40B4-BE49-F238E27FC236}">
                <a16:creationId xmlns:a16="http://schemas.microsoft.com/office/drawing/2014/main" xmlns="" id="{C622C9B6-8EC0-4959-AB57-05C19CE4DA97}"/>
              </a:ext>
            </a:extLst>
          </p:cNvPr>
          <p:cNvSpPr txBox="1">
            <a:spLocks noChangeArrowheads="1"/>
          </p:cNvSpPr>
          <p:nvPr/>
        </p:nvSpPr>
        <p:spPr bwMode="auto">
          <a:xfrm>
            <a:off x="10060993" y="1511155"/>
            <a:ext cx="963619" cy="556189"/>
          </a:xfrm>
          <a:prstGeom prst="rect">
            <a:avLst/>
          </a:prstGeom>
          <a:noFill/>
          <a:ln w="9525">
            <a:noFill/>
            <a:miter lim="800000"/>
            <a:headEnd/>
            <a:tailEnd/>
          </a:ln>
          <a:effectLst/>
        </p:spPr>
        <p:txBody>
          <a:bodyPr wrap="none" lIns="108850" tIns="54425" rIns="108850" bIns="54425">
            <a:spAutoFit/>
          </a:bodyPr>
          <a:lstStyle/>
          <a:p>
            <a:pPr eaLnBrk="1" hangingPunct="1">
              <a:defRPr/>
            </a:pPr>
            <a:r>
              <a:rPr kumimoji="1" lang="zh-CN" altLang="en-US" sz="2900" b="1" dirty="0">
                <a:solidFill>
                  <a:srgbClr val="333399"/>
                </a:solidFill>
                <a:effectLst>
                  <a:outerShdw blurRad="38100" dist="38100" dir="2700000" algn="tl">
                    <a:srgbClr val="000000">
                      <a:alpha val="43137"/>
                    </a:srgbClr>
                  </a:outerShdw>
                </a:effectLst>
                <a:ea typeface="黑体" pitchFamily="2" charset="-122"/>
              </a:rPr>
              <a:t>尾部</a:t>
            </a:r>
          </a:p>
        </p:txBody>
      </p:sp>
      <p:sp>
        <p:nvSpPr>
          <p:cNvPr id="40" name="Line 38">
            <a:extLst>
              <a:ext uri="{FF2B5EF4-FFF2-40B4-BE49-F238E27FC236}">
                <a16:creationId xmlns:a16="http://schemas.microsoft.com/office/drawing/2014/main" xmlns="" id="{081E6471-4C36-4761-9BA1-A4C518F3D2A3}"/>
              </a:ext>
            </a:extLst>
          </p:cNvPr>
          <p:cNvSpPr>
            <a:spLocks noChangeShapeType="1"/>
          </p:cNvSpPr>
          <p:nvPr/>
        </p:nvSpPr>
        <p:spPr bwMode="auto">
          <a:xfrm>
            <a:off x="1908985" y="1626534"/>
            <a:ext cx="0" cy="485887"/>
          </a:xfrm>
          <a:prstGeom prst="line">
            <a:avLst/>
          </a:prstGeom>
          <a:noFill/>
          <a:ln w="28575">
            <a:solidFill>
              <a:srgbClr val="333399"/>
            </a:solidFill>
            <a:round/>
            <a:headEnd/>
            <a:tailEnd type="triangle" w="med" len="lg"/>
          </a:ln>
          <a:effectLst/>
        </p:spPr>
        <p:txBody>
          <a:bodyPr lIns="108850" tIns="54425" rIns="108850" bIns="54425"/>
          <a:lstStyle/>
          <a:p>
            <a:pPr eaLnBrk="1" hangingPunct="1">
              <a:defRPr/>
            </a:pPr>
            <a:endParaRPr kumimoji="1" lang="zh-CN" altLang="en-US" sz="2900" b="1">
              <a:effectLst>
                <a:outerShdw blurRad="38100" dist="38100" dir="2700000" algn="tl">
                  <a:srgbClr val="000000">
                    <a:alpha val="43137"/>
                  </a:srgbClr>
                </a:outerShdw>
              </a:effectLst>
              <a:latin typeface="Times New Roman" pitchFamily="18" charset="0"/>
            </a:endParaRPr>
          </a:p>
        </p:txBody>
      </p:sp>
      <p:sp>
        <p:nvSpPr>
          <p:cNvPr id="41" name="Line 40">
            <a:extLst>
              <a:ext uri="{FF2B5EF4-FFF2-40B4-BE49-F238E27FC236}">
                <a16:creationId xmlns:a16="http://schemas.microsoft.com/office/drawing/2014/main" xmlns="" id="{DD39E14B-BC63-49AC-95A7-B403ACA8C347}"/>
              </a:ext>
            </a:extLst>
          </p:cNvPr>
          <p:cNvSpPr>
            <a:spLocks noChangeShapeType="1"/>
          </p:cNvSpPr>
          <p:nvPr/>
        </p:nvSpPr>
        <p:spPr bwMode="auto">
          <a:xfrm>
            <a:off x="9396777" y="2166408"/>
            <a:ext cx="0" cy="595450"/>
          </a:xfrm>
          <a:prstGeom prst="line">
            <a:avLst/>
          </a:prstGeom>
          <a:noFill/>
          <a:ln w="9525">
            <a:solidFill>
              <a:schemeClr val="tx1"/>
            </a:solidFill>
            <a:round/>
            <a:headEnd/>
            <a:tailEnd/>
          </a:ln>
          <a:effectLst/>
        </p:spPr>
        <p:txBody>
          <a:bodyPr wrap="none" lIns="108850" tIns="54425" rIns="108850" bIns="54425" anchor="ctr"/>
          <a:lstStyle/>
          <a:p>
            <a:pPr eaLnBrk="1" hangingPunct="1">
              <a:defRPr/>
            </a:pPr>
            <a:endParaRPr kumimoji="1" lang="zh-CN" altLang="en-US" sz="2900" b="1">
              <a:effectLst>
                <a:outerShdw blurRad="38100" dist="38100" dir="2700000" algn="tl">
                  <a:srgbClr val="000000">
                    <a:alpha val="43137"/>
                  </a:srgbClr>
                </a:outerShdw>
              </a:effectLst>
              <a:latin typeface="Times New Roman" pitchFamily="18" charset="0"/>
            </a:endParaRPr>
          </a:p>
        </p:txBody>
      </p:sp>
      <p:sp>
        <p:nvSpPr>
          <p:cNvPr id="42" name="Line 41">
            <a:extLst>
              <a:ext uri="{FF2B5EF4-FFF2-40B4-BE49-F238E27FC236}">
                <a16:creationId xmlns:a16="http://schemas.microsoft.com/office/drawing/2014/main" xmlns="" id="{736D9F1B-1DEC-4B7F-91CD-2E1B41079FAA}"/>
              </a:ext>
            </a:extLst>
          </p:cNvPr>
          <p:cNvSpPr>
            <a:spLocks noChangeShapeType="1"/>
          </p:cNvSpPr>
          <p:nvPr/>
        </p:nvSpPr>
        <p:spPr bwMode="auto">
          <a:xfrm>
            <a:off x="5532246" y="2206104"/>
            <a:ext cx="0" cy="555754"/>
          </a:xfrm>
          <a:prstGeom prst="line">
            <a:avLst/>
          </a:prstGeom>
          <a:noFill/>
          <a:ln w="9525">
            <a:solidFill>
              <a:schemeClr val="tx1"/>
            </a:solidFill>
            <a:round/>
            <a:headEnd/>
            <a:tailEnd/>
          </a:ln>
          <a:effectLst/>
        </p:spPr>
        <p:txBody>
          <a:bodyPr wrap="none" lIns="108850" tIns="54425" rIns="108850" bIns="54425" anchor="ctr"/>
          <a:lstStyle/>
          <a:p>
            <a:pPr eaLnBrk="1" hangingPunct="1">
              <a:defRPr/>
            </a:pPr>
            <a:endParaRPr kumimoji="1" lang="zh-CN" altLang="en-US" sz="2900" b="1">
              <a:effectLst>
                <a:outerShdw blurRad="38100" dist="38100" dir="2700000" algn="tl">
                  <a:srgbClr val="000000">
                    <a:alpha val="43137"/>
                  </a:srgbClr>
                </a:outerShdw>
              </a:effectLst>
              <a:latin typeface="Times New Roman" pitchFamily="18" charset="0"/>
            </a:endParaRPr>
          </a:p>
        </p:txBody>
      </p:sp>
      <p:sp>
        <p:nvSpPr>
          <p:cNvPr id="43" name="AutoShape 42">
            <a:extLst>
              <a:ext uri="{FF2B5EF4-FFF2-40B4-BE49-F238E27FC236}">
                <a16:creationId xmlns:a16="http://schemas.microsoft.com/office/drawing/2014/main" xmlns="" id="{A4A7DC4B-F4EE-4D49-BD4E-762B4A220CC0}"/>
              </a:ext>
            </a:extLst>
          </p:cNvPr>
          <p:cNvSpPr>
            <a:spLocks noChangeArrowheads="1"/>
          </p:cNvSpPr>
          <p:nvPr/>
        </p:nvSpPr>
        <p:spPr bwMode="auto">
          <a:xfrm>
            <a:off x="7223244" y="1763090"/>
            <a:ext cx="361902" cy="566868"/>
          </a:xfrm>
          <a:prstGeom prst="downArrow">
            <a:avLst>
              <a:gd name="adj1" fmla="val 50000"/>
              <a:gd name="adj2" fmla="val 78290"/>
            </a:avLst>
          </a:prstGeom>
          <a:solidFill>
            <a:schemeClr val="accent1"/>
          </a:solidFill>
          <a:ln w="19050">
            <a:solidFill>
              <a:schemeClr val="tx1"/>
            </a:solidFill>
            <a:miter lim="800000"/>
            <a:headEnd/>
            <a:tailEnd/>
          </a:ln>
          <a:effectLst/>
        </p:spPr>
        <p:txBody>
          <a:bodyPr vert="eaVert" wrap="none" lIns="108850" tIns="54425" rIns="108850" bIns="54425" anchor="ctr"/>
          <a:lstStyle/>
          <a:p>
            <a:pPr eaLnBrk="1" hangingPunct="1">
              <a:defRPr/>
            </a:pPr>
            <a:endParaRPr kumimoji="1" lang="zh-CN" altLang="en-US" sz="2900" b="1">
              <a:effectLst>
                <a:outerShdw blurRad="38100" dist="38100" dir="2700000" algn="tl">
                  <a:srgbClr val="000000">
                    <a:alpha val="43137"/>
                  </a:srgbClr>
                </a:outerShdw>
              </a:effectLst>
              <a:latin typeface="Times New Roman" pitchFamily="18" charset="0"/>
            </a:endParaRPr>
          </a:p>
        </p:txBody>
      </p:sp>
    </p:spTree>
    <p:extLst>
      <p:ext uri="{BB962C8B-B14F-4D97-AF65-F5344CB8AC3E}">
        <p14:creationId xmlns:p14="http://schemas.microsoft.com/office/powerpoint/2010/main" val="36843496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idx="1"/>
          </p:nvPr>
        </p:nvSpPr>
        <p:spPr>
          <a:xfrm>
            <a:off x="442800" y="1267198"/>
            <a:ext cx="11304000" cy="5402955"/>
          </a:xfrm>
        </p:spPr>
        <p:txBody>
          <a:bodyPr/>
          <a:lstStyle/>
          <a:p>
            <a:r>
              <a:rPr lang="zh-CN" altLang="en-US" b="1" dirty="0" smtClean="0"/>
              <a:t>如果信息字段</a:t>
            </a:r>
            <a:r>
              <a:rPr lang="zh-CN" altLang="en-US" b="1" dirty="0"/>
              <a:t>中</a:t>
            </a:r>
            <a:r>
              <a:rPr lang="zh-CN" altLang="en-US" b="1" dirty="0" smtClean="0"/>
              <a:t>出现 </a:t>
            </a:r>
            <a:r>
              <a:rPr lang="en-US" altLang="zh-CN" b="1" dirty="0" smtClean="0"/>
              <a:t>0x7E </a:t>
            </a:r>
            <a:r>
              <a:rPr lang="zh-CN" altLang="en-US" b="1" dirty="0" smtClean="0"/>
              <a:t>这样的比特序列，会</a:t>
            </a:r>
            <a:r>
              <a:rPr lang="zh-CN" altLang="en-US" b="1" dirty="0"/>
              <a:t>被误认为是</a:t>
            </a:r>
            <a:r>
              <a:rPr lang="zh-CN" altLang="en-US" b="1" dirty="0" smtClean="0"/>
              <a:t>“标志”字段，必须采取一定的方法解决这个问题。</a:t>
            </a:r>
            <a:endParaRPr lang="en-US" altLang="zh-CN" b="1" dirty="0" smtClean="0"/>
          </a:p>
          <a:p>
            <a:r>
              <a:rPr lang="zh-CN" altLang="en-US" b="1" dirty="0" smtClean="0"/>
              <a:t>当 </a:t>
            </a:r>
            <a:r>
              <a:rPr lang="en-US" altLang="zh-CN" b="1" dirty="0" smtClean="0"/>
              <a:t>PPP </a:t>
            </a:r>
            <a:r>
              <a:rPr lang="zh-CN" altLang="en-US" b="1" dirty="0" smtClean="0"/>
              <a:t>使用</a:t>
            </a:r>
            <a:r>
              <a:rPr lang="zh-CN" altLang="en-US" b="1" dirty="0" smtClean="0">
                <a:solidFill>
                  <a:srgbClr val="C00000"/>
                </a:solidFill>
              </a:rPr>
              <a:t>异步传输</a:t>
            </a:r>
            <a:r>
              <a:rPr lang="zh-CN" altLang="en-US" b="1" dirty="0" smtClean="0"/>
              <a:t>（</a:t>
            </a:r>
            <a:r>
              <a:rPr lang="zh-CN" altLang="en-US" b="1" dirty="0"/>
              <a:t>以</a:t>
            </a:r>
            <a:r>
              <a:rPr lang="zh-CN" altLang="en-US" b="1" dirty="0" smtClean="0"/>
              <a:t>字节为单位）时</a:t>
            </a:r>
            <a:r>
              <a:rPr lang="zh-CN" altLang="en-US" b="1" dirty="0"/>
              <a:t>，采用</a:t>
            </a:r>
            <a:r>
              <a:rPr lang="zh-CN" altLang="en-US" b="1" dirty="0">
                <a:solidFill>
                  <a:srgbClr val="C00000"/>
                </a:solidFill>
              </a:rPr>
              <a:t>字节填充</a:t>
            </a:r>
            <a:r>
              <a:rPr lang="zh-CN" altLang="en-US" b="1" dirty="0"/>
              <a:t>的方法实现透明</a:t>
            </a:r>
            <a:r>
              <a:rPr lang="zh-CN" altLang="en-US" b="1" dirty="0" smtClean="0"/>
              <a:t>传输，转义符定义为 </a:t>
            </a:r>
            <a:r>
              <a:rPr lang="en-US" altLang="zh-CN" b="1" dirty="0" smtClean="0"/>
              <a:t>0x7D</a:t>
            </a:r>
            <a:r>
              <a:rPr lang="zh-CN" altLang="en-US" b="1" dirty="0" smtClean="0"/>
              <a:t>：</a:t>
            </a:r>
            <a:endParaRPr lang="zh-CN" altLang="en-US" b="1" dirty="0"/>
          </a:p>
          <a:p>
            <a:pPr lvl="1"/>
            <a:r>
              <a:rPr lang="zh-CN" altLang="en-US" sz="2400" b="1" dirty="0"/>
              <a:t>将信息字段中出现的</a:t>
            </a:r>
            <a:r>
              <a:rPr lang="zh-CN" altLang="en-US" sz="2400" b="1" dirty="0" smtClean="0"/>
              <a:t>每一个 </a:t>
            </a:r>
            <a:r>
              <a:rPr lang="en-US" altLang="zh-CN" sz="2400" b="1" dirty="0"/>
              <a:t>0x7E </a:t>
            </a:r>
            <a:r>
              <a:rPr lang="zh-CN" altLang="en-US" sz="2400" b="1" dirty="0"/>
              <a:t>字节</a:t>
            </a:r>
            <a:r>
              <a:rPr lang="zh-CN" altLang="en-US" sz="2400" b="1" dirty="0" smtClean="0"/>
              <a:t>转变为 </a:t>
            </a:r>
            <a:r>
              <a:rPr lang="en-US" altLang="zh-CN" sz="2400" b="1" dirty="0"/>
              <a:t>2 </a:t>
            </a:r>
            <a:r>
              <a:rPr lang="zh-CN" altLang="en-US" sz="2400" b="1" dirty="0"/>
              <a:t>字节</a:t>
            </a:r>
            <a:r>
              <a:rPr lang="zh-CN" altLang="en-US" sz="2400" b="1" dirty="0" smtClean="0"/>
              <a:t>序列：</a:t>
            </a:r>
            <a:r>
              <a:rPr lang="en-US" altLang="zh-CN" sz="2400" b="1" dirty="0" smtClean="0"/>
              <a:t>0x7D 0x5E</a:t>
            </a:r>
            <a:r>
              <a:rPr lang="zh-CN" altLang="en-US" sz="2400" b="1" dirty="0" smtClean="0"/>
              <a:t>。 </a:t>
            </a:r>
            <a:endParaRPr lang="zh-CN" altLang="en-US" sz="2400" b="1" dirty="0"/>
          </a:p>
          <a:p>
            <a:pPr lvl="1"/>
            <a:r>
              <a:rPr lang="zh-CN" altLang="en-US" sz="2400" b="1" dirty="0"/>
              <a:t>若信息字段中</a:t>
            </a:r>
            <a:r>
              <a:rPr lang="zh-CN" altLang="en-US" sz="2400" b="1" dirty="0" smtClean="0"/>
              <a:t>出现 </a:t>
            </a:r>
            <a:r>
              <a:rPr lang="en-US" altLang="zh-CN" sz="2400" b="1" dirty="0" smtClean="0"/>
              <a:t>0x7D </a:t>
            </a:r>
            <a:r>
              <a:rPr lang="zh-CN" altLang="en-US" sz="2400" b="1" dirty="0" smtClean="0"/>
              <a:t>字节</a:t>
            </a:r>
            <a:r>
              <a:rPr lang="en-US" altLang="zh-CN" sz="2400" b="1" dirty="0"/>
              <a:t>, </a:t>
            </a:r>
            <a:r>
              <a:rPr lang="zh-CN" altLang="en-US" sz="2400" b="1" dirty="0"/>
              <a:t>则将其</a:t>
            </a:r>
            <a:r>
              <a:rPr lang="zh-CN" altLang="en-US" sz="2400" b="1" dirty="0" smtClean="0"/>
              <a:t>转变为 </a:t>
            </a:r>
            <a:r>
              <a:rPr lang="en-US" altLang="zh-CN" sz="2400" b="1" dirty="0"/>
              <a:t>2 </a:t>
            </a:r>
            <a:r>
              <a:rPr lang="zh-CN" altLang="en-US" sz="2400" b="1" dirty="0"/>
              <a:t>字节</a:t>
            </a:r>
            <a:r>
              <a:rPr lang="zh-CN" altLang="en-US" sz="2400" b="1" dirty="0" smtClean="0"/>
              <a:t>序列</a:t>
            </a:r>
            <a:r>
              <a:rPr lang="zh-CN" altLang="en-US" sz="2400" b="1" dirty="0"/>
              <a:t>：</a:t>
            </a:r>
            <a:r>
              <a:rPr lang="en-US" altLang="zh-CN" sz="2400" b="1" dirty="0" smtClean="0"/>
              <a:t>0x7D 0x5D</a:t>
            </a:r>
            <a:r>
              <a:rPr lang="zh-CN" altLang="en-US" sz="2400" b="1" dirty="0" smtClean="0"/>
              <a:t>。</a:t>
            </a:r>
            <a:endParaRPr lang="zh-CN" altLang="en-US" sz="2400" b="1" dirty="0"/>
          </a:p>
          <a:p>
            <a:pPr lvl="1"/>
            <a:r>
              <a:rPr lang="zh-CN" altLang="en-US" sz="2400" b="1" dirty="0"/>
              <a:t>若信息字段中出现 </a:t>
            </a:r>
            <a:r>
              <a:rPr lang="en-US" altLang="zh-CN" sz="2400" b="1" dirty="0"/>
              <a:t>ASCII </a:t>
            </a:r>
            <a:r>
              <a:rPr lang="zh-CN" altLang="en-US" sz="2400" b="1" dirty="0"/>
              <a:t>码的控制字符（即数值小于 </a:t>
            </a:r>
            <a:r>
              <a:rPr lang="en-US" altLang="zh-CN" sz="2400" b="1" dirty="0"/>
              <a:t>0x20 </a:t>
            </a:r>
            <a:r>
              <a:rPr lang="zh-CN" altLang="en-US" sz="2400" b="1" dirty="0"/>
              <a:t>的字符），则在该字符</a:t>
            </a:r>
            <a:r>
              <a:rPr lang="zh-CN" altLang="en-US" sz="2400" b="1" dirty="0" smtClean="0"/>
              <a:t>前面加入</a:t>
            </a:r>
            <a:r>
              <a:rPr lang="zh-CN" altLang="en-US" sz="2400" b="1" dirty="0"/>
              <a:t>一个 </a:t>
            </a:r>
            <a:r>
              <a:rPr lang="en-US" altLang="zh-CN" sz="2400" b="1" dirty="0"/>
              <a:t>0x7D </a:t>
            </a:r>
            <a:r>
              <a:rPr lang="zh-CN" altLang="en-US" sz="2400" b="1" dirty="0"/>
              <a:t>字节，同时将该字符</a:t>
            </a:r>
            <a:r>
              <a:rPr lang="zh-CN" altLang="en-US" sz="2400" b="1" dirty="0" smtClean="0"/>
              <a:t>的第 </a:t>
            </a:r>
            <a:r>
              <a:rPr lang="en-US" altLang="zh-CN" sz="2400" b="1" dirty="0" smtClean="0"/>
              <a:t>5 </a:t>
            </a:r>
            <a:r>
              <a:rPr lang="zh-CN" altLang="en-US" sz="2400" b="1" dirty="0" smtClean="0"/>
              <a:t>位取反。</a:t>
            </a:r>
            <a:endParaRPr lang="zh-CN" altLang="en-US" sz="2400" b="1" dirty="0"/>
          </a:p>
        </p:txBody>
      </p:sp>
      <p:sp>
        <p:nvSpPr>
          <p:cNvPr id="40962" name="Rectangle 2"/>
          <p:cNvSpPr>
            <a:spLocks noGrp="1" noChangeArrowheads="1"/>
          </p:cNvSpPr>
          <p:nvPr>
            <p:ph type="title"/>
          </p:nvPr>
        </p:nvSpPr>
        <p:spPr/>
        <p:txBody>
          <a:bodyPr/>
          <a:lstStyle/>
          <a:p>
            <a:r>
              <a:rPr lang="en-US" altLang="zh-CN" dirty="0">
                <a:latin typeface="+mj-ea"/>
              </a:rPr>
              <a:t>3.2.2 PPP</a:t>
            </a:r>
            <a:r>
              <a:rPr lang="zh-CN" altLang="en-US" dirty="0">
                <a:latin typeface="+mj-ea"/>
              </a:rPr>
              <a:t>协议的帧格式</a:t>
            </a:r>
            <a:endParaRPr lang="zh-CN" altLang="en-US" sz="4000" dirty="0">
              <a:solidFill>
                <a:srgbClr val="FFFFFF"/>
              </a:solidFill>
            </a:endParaRPr>
          </a:p>
        </p:txBody>
      </p:sp>
    </p:spTree>
    <p:extLst>
      <p:ext uri="{BB962C8B-B14F-4D97-AF65-F5344CB8AC3E}">
        <p14:creationId xmlns:p14="http://schemas.microsoft.com/office/powerpoint/2010/main" val="15696954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963">
                                            <p:txEl>
                                              <p:pRg st="1" end="1"/>
                                            </p:txEl>
                                          </p:spTgt>
                                        </p:tgtEl>
                                        <p:attrNameLst>
                                          <p:attrName>style.visibility</p:attrName>
                                        </p:attrNameLst>
                                      </p:cBhvr>
                                      <p:to>
                                        <p:strVal val="visible"/>
                                      </p:to>
                                    </p:set>
                                    <p:anim calcmode="lin" valueType="num">
                                      <p:cBhvr additive="base">
                                        <p:cTn id="7" dur="500" fill="hold"/>
                                        <p:tgtEl>
                                          <p:spTgt spid="4096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9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0963">
                                            <p:txEl>
                                              <p:pRg st="2" end="2"/>
                                            </p:txEl>
                                          </p:spTgt>
                                        </p:tgtEl>
                                        <p:attrNameLst>
                                          <p:attrName>style.visibility</p:attrName>
                                        </p:attrNameLst>
                                      </p:cBhvr>
                                      <p:to>
                                        <p:strVal val="visible"/>
                                      </p:to>
                                    </p:set>
                                    <p:anim calcmode="lin" valueType="num">
                                      <p:cBhvr additive="base">
                                        <p:cTn id="13" dur="500" fill="hold"/>
                                        <p:tgtEl>
                                          <p:spTgt spid="4096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096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0963">
                                            <p:txEl>
                                              <p:pRg st="3" end="3"/>
                                            </p:txEl>
                                          </p:spTgt>
                                        </p:tgtEl>
                                        <p:attrNameLst>
                                          <p:attrName>style.visibility</p:attrName>
                                        </p:attrNameLst>
                                      </p:cBhvr>
                                      <p:to>
                                        <p:strVal val="visible"/>
                                      </p:to>
                                    </p:set>
                                    <p:anim calcmode="lin" valueType="num">
                                      <p:cBhvr additive="base">
                                        <p:cTn id="19" dur="500" fill="hold"/>
                                        <p:tgtEl>
                                          <p:spTgt spid="4096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096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0963">
                                            <p:txEl>
                                              <p:pRg st="4" end="4"/>
                                            </p:txEl>
                                          </p:spTgt>
                                        </p:tgtEl>
                                        <p:attrNameLst>
                                          <p:attrName>style.visibility</p:attrName>
                                        </p:attrNameLst>
                                      </p:cBhvr>
                                      <p:to>
                                        <p:strVal val="visible"/>
                                      </p:to>
                                    </p:set>
                                    <p:anim calcmode="lin" valueType="num">
                                      <p:cBhvr additive="base">
                                        <p:cTn id="25" dur="500" fill="hold"/>
                                        <p:tgtEl>
                                          <p:spTgt spid="4096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096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idx="1"/>
          </p:nvPr>
        </p:nvSpPr>
        <p:spPr/>
        <p:txBody>
          <a:bodyPr/>
          <a:lstStyle/>
          <a:p>
            <a:r>
              <a:rPr lang="zh-CN" altLang="en-US" b="1" dirty="0" smtClean="0"/>
              <a:t>总结：发送</a:t>
            </a:r>
            <a:r>
              <a:rPr lang="zh-CN" altLang="en-US" b="1" dirty="0"/>
              <a:t>数据时在需要转义的</a:t>
            </a:r>
            <a:r>
              <a:rPr lang="zh-CN" altLang="en-US" b="1" dirty="0" smtClean="0"/>
              <a:t>字节前面</a:t>
            </a:r>
            <a:r>
              <a:rPr lang="zh-CN" altLang="en-US" b="1" dirty="0"/>
              <a:t>插入转义</a:t>
            </a:r>
            <a:r>
              <a:rPr lang="zh-CN" altLang="en-US" b="1" dirty="0" smtClean="0"/>
              <a:t>符 </a:t>
            </a:r>
            <a:r>
              <a:rPr lang="en-US" altLang="zh-CN" b="1" dirty="0" smtClean="0"/>
              <a:t>0x7D</a:t>
            </a:r>
            <a:r>
              <a:rPr lang="zh-CN" altLang="en-US" b="1" dirty="0"/>
              <a:t>，并把需要转义</a:t>
            </a:r>
            <a:r>
              <a:rPr lang="zh-CN" altLang="en-US" b="1" dirty="0" smtClean="0"/>
              <a:t>的字节的第 </a:t>
            </a:r>
            <a:r>
              <a:rPr lang="en-US" altLang="zh-CN" b="1" dirty="0"/>
              <a:t>5</a:t>
            </a:r>
            <a:r>
              <a:rPr lang="en-US" altLang="zh-CN" b="1" dirty="0" smtClean="0"/>
              <a:t> </a:t>
            </a:r>
            <a:r>
              <a:rPr lang="zh-CN" altLang="en-US" b="1" dirty="0" smtClean="0"/>
              <a:t>位取</a:t>
            </a:r>
            <a:r>
              <a:rPr lang="zh-CN" altLang="en-US" b="1" dirty="0"/>
              <a:t>反。</a:t>
            </a:r>
            <a:endParaRPr lang="en-US" altLang="zh-CN" b="1" dirty="0" smtClean="0"/>
          </a:p>
          <a:p>
            <a:r>
              <a:rPr lang="zh-CN" altLang="en-US" b="1" dirty="0" smtClean="0"/>
              <a:t>在接收端，每检测到一个 </a:t>
            </a:r>
            <a:r>
              <a:rPr lang="en-US" altLang="zh-CN" b="1" dirty="0" smtClean="0"/>
              <a:t>0x7D </a:t>
            </a:r>
            <a:r>
              <a:rPr lang="zh-CN" altLang="en-US" b="1" dirty="0" smtClean="0"/>
              <a:t>字节，就把它删掉，并把紧接着的下一</a:t>
            </a:r>
            <a:r>
              <a:rPr lang="zh-CN" altLang="en-US" b="1" dirty="0"/>
              <a:t>个</a:t>
            </a:r>
            <a:r>
              <a:rPr lang="zh-CN" altLang="en-US" b="1" dirty="0" smtClean="0"/>
              <a:t>字节的第 </a:t>
            </a:r>
            <a:r>
              <a:rPr lang="en-US" altLang="zh-CN" b="1" dirty="0"/>
              <a:t>5</a:t>
            </a:r>
            <a:r>
              <a:rPr lang="en-US" altLang="zh-CN" b="1" dirty="0" smtClean="0"/>
              <a:t> </a:t>
            </a:r>
            <a:r>
              <a:rPr lang="zh-CN" altLang="en-US" b="1" dirty="0" smtClean="0"/>
              <a:t>位取</a:t>
            </a:r>
            <a:r>
              <a:rPr lang="zh-CN" altLang="en-US" b="1" dirty="0"/>
              <a:t>反即可还原出原来的数据。</a:t>
            </a:r>
            <a:endParaRPr lang="zh-CN" altLang="en-US" sz="2400" b="1" dirty="0"/>
          </a:p>
        </p:txBody>
      </p:sp>
      <p:sp>
        <p:nvSpPr>
          <p:cNvPr id="40962" name="Rectangle 2"/>
          <p:cNvSpPr>
            <a:spLocks noGrp="1" noChangeArrowheads="1"/>
          </p:cNvSpPr>
          <p:nvPr>
            <p:ph type="title"/>
          </p:nvPr>
        </p:nvSpPr>
        <p:spPr/>
        <p:txBody>
          <a:bodyPr/>
          <a:lstStyle/>
          <a:p>
            <a:r>
              <a:rPr lang="en-US" altLang="zh-CN" dirty="0">
                <a:latin typeface="+mj-ea"/>
              </a:rPr>
              <a:t>3.2.2 PPP</a:t>
            </a:r>
            <a:r>
              <a:rPr lang="zh-CN" altLang="en-US" dirty="0">
                <a:latin typeface="+mj-ea"/>
              </a:rPr>
              <a:t>协议的帧格式</a:t>
            </a:r>
            <a:endParaRPr lang="zh-CN" altLang="en-US" sz="4000" dirty="0">
              <a:solidFill>
                <a:srgbClr val="FFFFFF"/>
              </a:solidFill>
            </a:endParaRPr>
          </a:p>
        </p:txBody>
      </p:sp>
    </p:spTree>
    <p:extLst>
      <p:ext uri="{BB962C8B-B14F-4D97-AF65-F5344CB8AC3E}">
        <p14:creationId xmlns:p14="http://schemas.microsoft.com/office/powerpoint/2010/main" val="6227965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0963">
                                            <p:txEl>
                                              <p:pRg st="1" end="1"/>
                                            </p:txEl>
                                          </p:spTgt>
                                        </p:tgtEl>
                                        <p:attrNameLst>
                                          <p:attrName>style.visibility</p:attrName>
                                        </p:attrNameLst>
                                      </p:cBhvr>
                                      <p:to>
                                        <p:strVal val="visible"/>
                                      </p:to>
                                    </p:set>
                                    <p:animEffect transition="in" filter="fade">
                                      <p:cBhvr>
                                        <p:cTn id="7" dur="1000"/>
                                        <p:tgtEl>
                                          <p:spTgt spid="40963">
                                            <p:txEl>
                                              <p:pRg st="1" end="1"/>
                                            </p:txEl>
                                          </p:spTgt>
                                        </p:tgtEl>
                                      </p:cBhvr>
                                    </p:animEffect>
                                    <p:anim calcmode="lin" valueType="num">
                                      <p:cBhvr>
                                        <p:cTn id="8" dur="1000" fill="hold"/>
                                        <p:tgtEl>
                                          <p:spTgt spid="4096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096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idx="1"/>
          </p:nvPr>
        </p:nvSpPr>
        <p:spPr/>
        <p:txBody>
          <a:bodyPr/>
          <a:lstStyle/>
          <a:p>
            <a:r>
              <a:rPr lang="zh-CN" altLang="en-US" sz="3200" b="1" dirty="0" smtClean="0">
                <a:solidFill>
                  <a:srgbClr val="4D4D4D"/>
                </a:solidFill>
              </a:rPr>
              <a:t>当 </a:t>
            </a:r>
            <a:r>
              <a:rPr lang="en-US" altLang="zh-CN" sz="3200" b="1" dirty="0" smtClean="0">
                <a:solidFill>
                  <a:srgbClr val="4D4D4D"/>
                </a:solidFill>
              </a:rPr>
              <a:t>PPP </a:t>
            </a:r>
            <a:r>
              <a:rPr lang="zh-CN" altLang="en-US" sz="3200" b="1" dirty="0" smtClean="0">
                <a:solidFill>
                  <a:srgbClr val="4D4D4D"/>
                </a:solidFill>
              </a:rPr>
              <a:t>使用</a:t>
            </a:r>
            <a:r>
              <a:rPr lang="zh-CN" altLang="en-US" sz="3200" b="1" dirty="0">
                <a:solidFill>
                  <a:srgbClr val="C00000"/>
                </a:solidFill>
              </a:rPr>
              <a:t>同步传输</a:t>
            </a:r>
            <a:r>
              <a:rPr lang="zh-CN" altLang="en-US" sz="3200" b="1" dirty="0" smtClean="0">
                <a:solidFill>
                  <a:srgbClr val="4D4D4D"/>
                </a:solidFill>
              </a:rPr>
              <a:t>（</a:t>
            </a:r>
            <a:r>
              <a:rPr lang="zh-CN" altLang="en-US" b="1" dirty="0" smtClean="0"/>
              <a:t>连续比特流传送</a:t>
            </a:r>
            <a:r>
              <a:rPr lang="zh-CN" altLang="en-US" sz="3200" b="1" dirty="0" smtClean="0">
                <a:solidFill>
                  <a:srgbClr val="4D4D4D"/>
                </a:solidFill>
              </a:rPr>
              <a:t>）时，采用</a:t>
            </a:r>
            <a:r>
              <a:rPr lang="zh-CN" altLang="en-US" sz="3200" b="1" dirty="0">
                <a:solidFill>
                  <a:srgbClr val="C00000"/>
                </a:solidFill>
              </a:rPr>
              <a:t>零比特</a:t>
            </a:r>
            <a:r>
              <a:rPr lang="zh-CN" altLang="en-US" sz="3200" b="1" dirty="0" smtClean="0">
                <a:solidFill>
                  <a:srgbClr val="C00000"/>
                </a:solidFill>
              </a:rPr>
              <a:t>填充</a:t>
            </a:r>
            <a:r>
              <a:rPr lang="zh-CN" altLang="en-US" sz="3200" b="1" dirty="0" smtClean="0"/>
              <a:t>的</a:t>
            </a:r>
            <a:r>
              <a:rPr lang="zh-CN" altLang="en-US" sz="3200" b="1" dirty="0" smtClean="0">
                <a:solidFill>
                  <a:srgbClr val="4D4D4D"/>
                </a:solidFill>
              </a:rPr>
              <a:t>方法实现</a:t>
            </a:r>
            <a:r>
              <a:rPr lang="zh-CN" altLang="en-US" sz="3200" b="1" dirty="0">
                <a:solidFill>
                  <a:srgbClr val="4D4D4D"/>
                </a:solidFill>
              </a:rPr>
              <a:t>透明</a:t>
            </a:r>
            <a:r>
              <a:rPr lang="zh-CN" altLang="en-US" sz="3200" b="1" dirty="0" smtClean="0">
                <a:solidFill>
                  <a:srgbClr val="4D4D4D"/>
                </a:solidFill>
              </a:rPr>
              <a:t>传输</a:t>
            </a:r>
            <a:r>
              <a:rPr lang="zh-CN" altLang="en-US" b="1" dirty="0"/>
              <a:t>：</a:t>
            </a:r>
            <a:endParaRPr lang="en-US" altLang="zh-CN" sz="3200" b="1" dirty="0" smtClean="0">
              <a:solidFill>
                <a:srgbClr val="4D4D4D"/>
              </a:solidFill>
            </a:endParaRPr>
          </a:p>
          <a:p>
            <a:pPr lvl="1"/>
            <a:r>
              <a:rPr lang="zh-CN" altLang="en-US" sz="2400" b="1" dirty="0" smtClean="0">
                <a:solidFill>
                  <a:srgbClr val="4D4D4D"/>
                </a:solidFill>
              </a:rPr>
              <a:t>在</a:t>
            </a:r>
            <a:r>
              <a:rPr lang="zh-CN" altLang="en-US" sz="2400" b="1" dirty="0">
                <a:solidFill>
                  <a:srgbClr val="4D4D4D"/>
                </a:solidFill>
              </a:rPr>
              <a:t>发送端，只要发现有 </a:t>
            </a:r>
            <a:r>
              <a:rPr lang="en-US" altLang="zh-CN" sz="2400" b="1" dirty="0">
                <a:solidFill>
                  <a:srgbClr val="4D4D4D"/>
                </a:solidFill>
              </a:rPr>
              <a:t>5 </a:t>
            </a:r>
            <a:r>
              <a:rPr lang="zh-CN" altLang="en-US" sz="2400" b="1" dirty="0">
                <a:solidFill>
                  <a:srgbClr val="4D4D4D"/>
                </a:solidFill>
              </a:rPr>
              <a:t>个</a:t>
            </a:r>
            <a:r>
              <a:rPr lang="zh-CN" altLang="en-US" sz="2400" b="1" dirty="0" smtClean="0">
                <a:solidFill>
                  <a:srgbClr val="4D4D4D"/>
                </a:solidFill>
              </a:rPr>
              <a:t>连续的 </a:t>
            </a:r>
            <a:r>
              <a:rPr lang="en-US" altLang="zh-CN" sz="2400" b="1" dirty="0" smtClean="0">
                <a:solidFill>
                  <a:srgbClr val="4D4D4D"/>
                </a:solidFill>
              </a:rPr>
              <a:t>1</a:t>
            </a:r>
            <a:r>
              <a:rPr lang="zh-CN" altLang="en-US" sz="2400" b="1" dirty="0">
                <a:solidFill>
                  <a:srgbClr val="4D4D4D"/>
                </a:solidFill>
              </a:rPr>
              <a:t>，则立即填入一个 </a:t>
            </a:r>
            <a:r>
              <a:rPr lang="en-US" altLang="zh-CN" sz="2400" b="1" dirty="0" smtClean="0">
                <a:solidFill>
                  <a:srgbClr val="4D4D4D"/>
                </a:solidFill>
              </a:rPr>
              <a:t>0</a:t>
            </a:r>
            <a:r>
              <a:rPr lang="zh-CN" altLang="en-US" sz="2400" b="1" dirty="0" smtClean="0">
                <a:solidFill>
                  <a:srgbClr val="4D4D4D"/>
                </a:solidFill>
              </a:rPr>
              <a:t>，以保证不会在信息字段中出现 </a:t>
            </a:r>
            <a:r>
              <a:rPr lang="en-US" altLang="zh-CN" sz="2400" b="1" dirty="0" smtClean="0">
                <a:solidFill>
                  <a:srgbClr val="4D4D4D"/>
                </a:solidFill>
              </a:rPr>
              <a:t>6 </a:t>
            </a:r>
            <a:r>
              <a:rPr lang="zh-CN" altLang="en-US" sz="2400" b="1" dirty="0" smtClean="0">
                <a:solidFill>
                  <a:srgbClr val="4D4D4D"/>
                </a:solidFill>
              </a:rPr>
              <a:t>个连续的 </a:t>
            </a:r>
            <a:r>
              <a:rPr lang="en-US" altLang="zh-CN" sz="2400" b="1" dirty="0" smtClean="0">
                <a:solidFill>
                  <a:srgbClr val="4D4D4D"/>
                </a:solidFill>
              </a:rPr>
              <a:t>1</a:t>
            </a:r>
            <a:r>
              <a:rPr lang="zh-CN" altLang="en-US" sz="2400" b="1" dirty="0" smtClean="0">
                <a:solidFill>
                  <a:srgbClr val="4D4D4D"/>
                </a:solidFill>
              </a:rPr>
              <a:t>。</a:t>
            </a:r>
            <a:endParaRPr lang="en-US" altLang="zh-CN" sz="2400" b="1" dirty="0" smtClean="0">
              <a:solidFill>
                <a:srgbClr val="4D4D4D"/>
              </a:solidFill>
            </a:endParaRPr>
          </a:p>
          <a:p>
            <a:pPr lvl="1"/>
            <a:r>
              <a:rPr lang="zh-CN" altLang="en-US" sz="2400" b="1" dirty="0" smtClean="0">
                <a:solidFill>
                  <a:srgbClr val="4D4D4D"/>
                </a:solidFill>
              </a:rPr>
              <a:t>在接收端，先</a:t>
            </a:r>
            <a:r>
              <a:rPr lang="zh-CN" altLang="en-US" sz="2400" b="1" dirty="0" smtClean="0">
                <a:solidFill>
                  <a:srgbClr val="4D4D4D"/>
                </a:solidFill>
              </a:rPr>
              <a:t>找到标志字段 </a:t>
            </a:r>
            <a:r>
              <a:rPr lang="en-US" altLang="zh-CN" sz="2400" b="1" dirty="0" smtClean="0">
                <a:solidFill>
                  <a:srgbClr val="4D4D4D"/>
                </a:solidFill>
              </a:rPr>
              <a:t>F </a:t>
            </a:r>
            <a:r>
              <a:rPr lang="zh-CN" altLang="en-US" sz="2400" b="1" dirty="0" smtClean="0">
                <a:solidFill>
                  <a:srgbClr val="4D4D4D"/>
                </a:solidFill>
              </a:rPr>
              <a:t>以确定帧的边界，然后对</a:t>
            </a:r>
            <a:r>
              <a:rPr lang="zh-CN" altLang="en-US" sz="2400" b="1" dirty="0"/>
              <a:t>其</a:t>
            </a:r>
            <a:r>
              <a:rPr lang="zh-CN" altLang="en-US" sz="2400" b="1" dirty="0" smtClean="0">
                <a:solidFill>
                  <a:srgbClr val="4D4D4D"/>
                </a:solidFill>
              </a:rPr>
              <a:t>中</a:t>
            </a:r>
            <a:r>
              <a:rPr lang="zh-CN" altLang="en-US" sz="2400" b="1" dirty="0">
                <a:solidFill>
                  <a:srgbClr val="4D4D4D"/>
                </a:solidFill>
              </a:rPr>
              <a:t>的比特流进行</a:t>
            </a:r>
            <a:r>
              <a:rPr lang="zh-CN" altLang="en-US" sz="2400" b="1" dirty="0" smtClean="0">
                <a:solidFill>
                  <a:srgbClr val="4D4D4D"/>
                </a:solidFill>
              </a:rPr>
              <a:t>扫描，每当</a:t>
            </a:r>
            <a:r>
              <a:rPr lang="zh-CN" altLang="en-US" sz="2400" b="1" dirty="0">
                <a:solidFill>
                  <a:srgbClr val="4D4D4D"/>
                </a:solidFill>
              </a:rPr>
              <a:t>发现 </a:t>
            </a:r>
            <a:r>
              <a:rPr lang="en-US" altLang="zh-CN" sz="2400" b="1" dirty="0">
                <a:solidFill>
                  <a:srgbClr val="4D4D4D"/>
                </a:solidFill>
              </a:rPr>
              <a:t>5 </a:t>
            </a:r>
            <a:r>
              <a:rPr lang="zh-CN" altLang="en-US" sz="2400" b="1" dirty="0">
                <a:solidFill>
                  <a:srgbClr val="4D4D4D"/>
                </a:solidFill>
              </a:rPr>
              <a:t>个</a:t>
            </a:r>
            <a:r>
              <a:rPr lang="zh-CN" altLang="en-US" sz="2400" b="1" dirty="0" smtClean="0">
                <a:solidFill>
                  <a:srgbClr val="4D4D4D"/>
                </a:solidFill>
              </a:rPr>
              <a:t>连续的 </a:t>
            </a:r>
            <a:r>
              <a:rPr lang="en-US" altLang="zh-CN" sz="2400" b="1" dirty="0" smtClean="0">
                <a:solidFill>
                  <a:srgbClr val="4D4D4D"/>
                </a:solidFill>
              </a:rPr>
              <a:t>1 </a:t>
            </a:r>
            <a:r>
              <a:rPr lang="zh-CN" altLang="en-US" sz="2400" b="1" dirty="0" smtClean="0">
                <a:solidFill>
                  <a:srgbClr val="4D4D4D"/>
                </a:solidFill>
              </a:rPr>
              <a:t>时</a:t>
            </a:r>
            <a:r>
              <a:rPr lang="zh-CN" altLang="en-US" sz="2400" b="1" dirty="0">
                <a:solidFill>
                  <a:srgbClr val="4D4D4D"/>
                </a:solidFill>
              </a:rPr>
              <a:t>，就把这 </a:t>
            </a:r>
            <a:r>
              <a:rPr lang="en-US" altLang="zh-CN" sz="2400" b="1" dirty="0">
                <a:solidFill>
                  <a:srgbClr val="4D4D4D"/>
                </a:solidFill>
              </a:rPr>
              <a:t>5 </a:t>
            </a:r>
            <a:r>
              <a:rPr lang="zh-CN" altLang="en-US" sz="2400" b="1" dirty="0">
                <a:solidFill>
                  <a:srgbClr val="4D4D4D"/>
                </a:solidFill>
              </a:rPr>
              <a:t>个</a:t>
            </a:r>
            <a:r>
              <a:rPr lang="zh-CN" altLang="en-US" sz="2400" b="1" dirty="0" smtClean="0">
                <a:solidFill>
                  <a:srgbClr val="4D4D4D"/>
                </a:solidFill>
              </a:rPr>
              <a:t>连续的 </a:t>
            </a:r>
            <a:r>
              <a:rPr lang="en-US" altLang="zh-CN" sz="2400" b="1" dirty="0">
                <a:solidFill>
                  <a:srgbClr val="4D4D4D"/>
                </a:solidFill>
              </a:rPr>
              <a:t>1 </a:t>
            </a:r>
            <a:r>
              <a:rPr lang="zh-CN" altLang="en-US" sz="2400" b="1" dirty="0">
                <a:solidFill>
                  <a:srgbClr val="4D4D4D"/>
                </a:solidFill>
              </a:rPr>
              <a:t>后的一个 </a:t>
            </a:r>
            <a:r>
              <a:rPr lang="en-US" altLang="zh-CN" sz="2400" b="1" dirty="0">
                <a:solidFill>
                  <a:srgbClr val="4D4D4D"/>
                </a:solidFill>
              </a:rPr>
              <a:t>0 </a:t>
            </a:r>
            <a:r>
              <a:rPr lang="zh-CN" altLang="en-US" sz="2400" b="1" dirty="0" smtClean="0">
                <a:solidFill>
                  <a:srgbClr val="4D4D4D"/>
                </a:solidFill>
              </a:rPr>
              <a:t>删除，以还原成原来的信息比特流。</a:t>
            </a:r>
            <a:endParaRPr lang="zh-CN" altLang="en-US" sz="2400" b="1" dirty="0">
              <a:solidFill>
                <a:srgbClr val="4D4D4D"/>
              </a:solidFill>
            </a:endParaRPr>
          </a:p>
        </p:txBody>
      </p:sp>
      <p:sp>
        <p:nvSpPr>
          <p:cNvPr id="43010" name="Rectangle 2"/>
          <p:cNvSpPr>
            <a:spLocks noGrp="1" noChangeArrowheads="1"/>
          </p:cNvSpPr>
          <p:nvPr>
            <p:ph type="title"/>
          </p:nvPr>
        </p:nvSpPr>
        <p:spPr/>
        <p:txBody>
          <a:bodyPr/>
          <a:lstStyle/>
          <a:p>
            <a:r>
              <a:rPr lang="en-US" altLang="zh-CN" dirty="0">
                <a:latin typeface="+mj-ea"/>
              </a:rPr>
              <a:t>3.2.2 PPP</a:t>
            </a:r>
            <a:r>
              <a:rPr lang="zh-CN" altLang="en-US" dirty="0">
                <a:latin typeface="+mj-ea"/>
              </a:rPr>
              <a:t>协议的帧格式</a:t>
            </a:r>
            <a:endParaRPr lang="zh-CN" altLang="en-US" sz="4000" dirty="0">
              <a:solidFill>
                <a:srgbClr val="FFFFFF"/>
              </a:solidFill>
            </a:endParaRPr>
          </a:p>
        </p:txBody>
      </p:sp>
    </p:spTree>
    <p:extLst>
      <p:ext uri="{BB962C8B-B14F-4D97-AF65-F5344CB8AC3E}">
        <p14:creationId xmlns:p14="http://schemas.microsoft.com/office/powerpoint/2010/main" val="28851779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3011">
                                            <p:txEl>
                                              <p:pRg st="1" end="1"/>
                                            </p:txEl>
                                          </p:spTgt>
                                        </p:tgtEl>
                                        <p:attrNameLst>
                                          <p:attrName>style.visibility</p:attrName>
                                        </p:attrNameLst>
                                      </p:cBhvr>
                                      <p:to>
                                        <p:strVal val="visible"/>
                                      </p:to>
                                    </p:set>
                                    <p:anim calcmode="lin" valueType="num">
                                      <p:cBhvr additive="base">
                                        <p:cTn id="7" dur="500" fill="hold"/>
                                        <p:tgtEl>
                                          <p:spTgt spid="4301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30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3011">
                                            <p:txEl>
                                              <p:pRg st="2" end="2"/>
                                            </p:txEl>
                                          </p:spTgt>
                                        </p:tgtEl>
                                        <p:attrNameLst>
                                          <p:attrName>style.visibility</p:attrName>
                                        </p:attrNameLst>
                                      </p:cBhvr>
                                      <p:to>
                                        <p:strVal val="visible"/>
                                      </p:to>
                                    </p:set>
                                    <p:anim calcmode="lin" valueType="num">
                                      <p:cBhvr additive="base">
                                        <p:cTn id="13" dur="500" fill="hold"/>
                                        <p:tgtEl>
                                          <p:spTgt spid="4301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301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ltLang="zh-CN" dirty="0">
                <a:latin typeface="+mj-ea"/>
              </a:rPr>
              <a:t>3.2.2 PPP</a:t>
            </a:r>
            <a:r>
              <a:rPr lang="zh-CN" altLang="en-US" dirty="0">
                <a:latin typeface="+mj-ea"/>
              </a:rPr>
              <a:t>协议的帧格式</a:t>
            </a:r>
            <a:endParaRPr lang="zh-CN" altLang="en-US" sz="4000" dirty="0">
              <a:solidFill>
                <a:srgbClr val="FFFFFF"/>
              </a:solidFill>
            </a:endParaRPr>
          </a:p>
        </p:txBody>
      </p:sp>
      <p:sp>
        <p:nvSpPr>
          <p:cNvPr id="45059" name="AutoShape 4"/>
          <p:cNvSpPr>
            <a:spLocks noChangeArrowheads="1"/>
          </p:cNvSpPr>
          <p:nvPr/>
        </p:nvSpPr>
        <p:spPr bwMode="auto">
          <a:xfrm>
            <a:off x="6780917" y="4804184"/>
            <a:ext cx="2698666" cy="431900"/>
          </a:xfrm>
          <a:prstGeom prst="roundRect">
            <a:avLst>
              <a:gd name="adj" fmla="val 16667"/>
            </a:avLst>
          </a:prstGeom>
          <a:solidFill>
            <a:srgbClr val="CCFFFF"/>
          </a:solidFill>
          <a:ln>
            <a:noFill/>
          </a:ln>
          <a:extLst>
            <a:ext uri="{91240B29-F687-4F45-9708-019B960494DF}">
              <a14:hiddenLine xmlns:a14="http://schemas.microsoft.com/office/drawing/2010/main" w="12700">
                <a:solidFill>
                  <a:srgbClr val="000000"/>
                </a:solidFill>
                <a:prstDash val="dash"/>
                <a:round/>
                <a:headEnd/>
                <a:tailEnd/>
              </a14:hiddenLine>
            </a:ext>
          </a:extLst>
        </p:spPr>
        <p:txBody>
          <a:bodyPr wrap="none" lIns="108850" tIns="54425" rIns="108850" bIns="54425" anchor="ctr"/>
          <a:lstStyle/>
          <a:p>
            <a:pPr eaLnBrk="1" hangingPunct="1"/>
            <a:endParaRPr lang="zh-CN" altLang="en-US" b="1"/>
          </a:p>
        </p:txBody>
      </p:sp>
      <p:sp>
        <p:nvSpPr>
          <p:cNvPr id="45060" name="AutoShape 5"/>
          <p:cNvSpPr>
            <a:spLocks noChangeArrowheads="1"/>
          </p:cNvSpPr>
          <p:nvPr/>
        </p:nvSpPr>
        <p:spPr bwMode="auto">
          <a:xfrm>
            <a:off x="8610683" y="4842352"/>
            <a:ext cx="323809" cy="350919"/>
          </a:xfrm>
          <a:prstGeom prst="roundRect">
            <a:avLst>
              <a:gd name="adj" fmla="val 16667"/>
            </a:avLst>
          </a:prstGeom>
          <a:solidFill>
            <a:schemeClr val="accent2">
              <a:lumMod val="40000"/>
              <a:lumOff val="60000"/>
            </a:schemeClr>
          </a:solidFill>
          <a:ln>
            <a:noFill/>
          </a:ln>
          <a:extLst/>
        </p:spPr>
        <p:txBody>
          <a:bodyPr wrap="none" lIns="108850" tIns="54425" rIns="108850" bIns="54425" anchor="ctr"/>
          <a:lstStyle/>
          <a:p>
            <a:pPr eaLnBrk="1" hangingPunct="1"/>
            <a:endParaRPr lang="zh-CN" altLang="en-US" b="1"/>
          </a:p>
        </p:txBody>
      </p:sp>
      <p:sp>
        <p:nvSpPr>
          <p:cNvPr id="45061" name="Rectangle 6"/>
          <p:cNvSpPr>
            <a:spLocks noChangeArrowheads="1"/>
          </p:cNvSpPr>
          <p:nvPr/>
        </p:nvSpPr>
        <p:spPr bwMode="auto">
          <a:xfrm>
            <a:off x="5794800" y="4748867"/>
            <a:ext cx="5683778" cy="5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2900" b="1" dirty="0">
                <a:solidFill>
                  <a:srgbClr val="4D4D4D"/>
                </a:solidFill>
                <a:ea typeface="黑体" pitchFamily="49" charset="-122"/>
              </a:rPr>
              <a:t>0 1 0 0 1 1 1 1 1 </a:t>
            </a:r>
            <a:r>
              <a:rPr kumimoji="1" lang="en-US" altLang="zh-CN" sz="2900" b="1" dirty="0">
                <a:solidFill>
                  <a:schemeClr val="tx2">
                    <a:lumMod val="60000"/>
                    <a:lumOff val="40000"/>
                  </a:schemeClr>
                </a:solidFill>
                <a:ea typeface="黑体" pitchFamily="49" charset="-122"/>
              </a:rPr>
              <a:t>0</a:t>
            </a:r>
            <a:r>
              <a:rPr kumimoji="1" lang="en-US" altLang="zh-CN" sz="2900" b="1" dirty="0">
                <a:solidFill>
                  <a:srgbClr val="4D4D4D"/>
                </a:solidFill>
                <a:ea typeface="黑体" pitchFamily="49" charset="-122"/>
              </a:rPr>
              <a:t> 1 0 0 0 1 0 1 0</a:t>
            </a:r>
          </a:p>
        </p:txBody>
      </p:sp>
      <p:sp>
        <p:nvSpPr>
          <p:cNvPr id="45062" name="AutoShape 7"/>
          <p:cNvSpPr>
            <a:spLocks noChangeArrowheads="1"/>
          </p:cNvSpPr>
          <p:nvPr/>
        </p:nvSpPr>
        <p:spPr bwMode="auto">
          <a:xfrm>
            <a:off x="6780917" y="3186146"/>
            <a:ext cx="2698665" cy="431900"/>
          </a:xfrm>
          <a:prstGeom prst="roundRect">
            <a:avLst>
              <a:gd name="adj" fmla="val 16667"/>
            </a:avLst>
          </a:prstGeom>
          <a:solidFill>
            <a:srgbClr val="CCFFFF"/>
          </a:solidFill>
          <a:ln>
            <a:noFill/>
          </a:ln>
          <a:extLst>
            <a:ext uri="{91240B29-F687-4F45-9708-019B960494DF}">
              <a14:hiddenLine xmlns:a14="http://schemas.microsoft.com/office/drawing/2010/main" w="12700">
                <a:solidFill>
                  <a:srgbClr val="000000"/>
                </a:solidFill>
                <a:prstDash val="dash"/>
                <a:round/>
                <a:headEnd/>
                <a:tailEnd/>
              </a14:hiddenLine>
            </a:ext>
          </a:extLst>
        </p:spPr>
        <p:txBody>
          <a:bodyPr wrap="none" lIns="108850" tIns="54425" rIns="108850" bIns="54425" anchor="ctr"/>
          <a:lstStyle/>
          <a:p>
            <a:pPr eaLnBrk="1" hangingPunct="1"/>
            <a:endParaRPr lang="zh-CN" altLang="en-US" b="1"/>
          </a:p>
        </p:txBody>
      </p:sp>
      <p:sp>
        <p:nvSpPr>
          <p:cNvPr id="45063" name="AutoShape 8"/>
          <p:cNvSpPr>
            <a:spLocks noChangeArrowheads="1"/>
          </p:cNvSpPr>
          <p:nvPr/>
        </p:nvSpPr>
        <p:spPr bwMode="auto">
          <a:xfrm>
            <a:off x="6744939" y="1530001"/>
            <a:ext cx="2446611" cy="431900"/>
          </a:xfrm>
          <a:prstGeom prst="roundRect">
            <a:avLst>
              <a:gd name="adj" fmla="val 16667"/>
            </a:avLst>
          </a:prstGeom>
          <a:solidFill>
            <a:srgbClr val="CCFFFF"/>
          </a:solidFill>
          <a:ln>
            <a:noFill/>
          </a:ln>
          <a:extLst>
            <a:ext uri="{91240B29-F687-4F45-9708-019B960494DF}">
              <a14:hiddenLine xmlns:a14="http://schemas.microsoft.com/office/drawing/2010/main" w="12700">
                <a:solidFill>
                  <a:srgbClr val="000000"/>
                </a:solidFill>
                <a:prstDash val="dash"/>
                <a:round/>
                <a:headEnd/>
                <a:tailEnd/>
              </a14:hiddenLine>
            </a:ext>
          </a:extLst>
        </p:spPr>
        <p:txBody>
          <a:bodyPr wrap="none" lIns="108850" tIns="54425" rIns="108850" bIns="54425" anchor="ctr"/>
          <a:lstStyle/>
          <a:p>
            <a:pPr eaLnBrk="1" hangingPunct="1"/>
            <a:endParaRPr lang="zh-CN" altLang="en-US" b="1"/>
          </a:p>
        </p:txBody>
      </p:sp>
      <p:sp>
        <p:nvSpPr>
          <p:cNvPr id="45064" name="Rectangle 9"/>
          <p:cNvSpPr>
            <a:spLocks noChangeArrowheads="1"/>
          </p:cNvSpPr>
          <p:nvPr/>
        </p:nvSpPr>
        <p:spPr bwMode="auto">
          <a:xfrm>
            <a:off x="5746423" y="1465700"/>
            <a:ext cx="5374399" cy="5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2900" b="1" dirty="0">
                <a:solidFill>
                  <a:srgbClr val="4D4D4D"/>
                </a:solidFill>
                <a:ea typeface="黑体" pitchFamily="49" charset="-122"/>
              </a:rPr>
              <a:t>0 1 0 0 1 1 1 1 1 1 0 0 0 1 0 1 0</a:t>
            </a:r>
          </a:p>
        </p:txBody>
      </p:sp>
      <p:sp>
        <p:nvSpPr>
          <p:cNvPr id="45065" name="AutoShape 10"/>
          <p:cNvSpPr>
            <a:spLocks noChangeArrowheads="1"/>
          </p:cNvSpPr>
          <p:nvPr/>
        </p:nvSpPr>
        <p:spPr bwMode="auto">
          <a:xfrm>
            <a:off x="8558332" y="3216315"/>
            <a:ext cx="323807" cy="371561"/>
          </a:xfrm>
          <a:prstGeom prst="roundRect">
            <a:avLst>
              <a:gd name="adj" fmla="val 16667"/>
            </a:avLst>
          </a:prstGeom>
          <a:solidFill>
            <a:schemeClr val="accent2">
              <a:lumMod val="40000"/>
              <a:lumOff val="60000"/>
            </a:schemeClr>
          </a:solidFill>
          <a:ln>
            <a:noFill/>
          </a:ln>
          <a:extLst/>
        </p:spPr>
        <p:txBody>
          <a:bodyPr wrap="none" lIns="108850" tIns="54425" rIns="108850" bIns="54425" anchor="ctr"/>
          <a:lstStyle/>
          <a:p>
            <a:pPr eaLnBrk="1" hangingPunct="1"/>
            <a:endParaRPr lang="zh-CN" altLang="en-US" b="1"/>
          </a:p>
        </p:txBody>
      </p:sp>
      <p:sp>
        <p:nvSpPr>
          <p:cNvPr id="45066" name="Rectangle 11"/>
          <p:cNvSpPr>
            <a:spLocks noChangeArrowheads="1"/>
          </p:cNvSpPr>
          <p:nvPr/>
        </p:nvSpPr>
        <p:spPr bwMode="auto">
          <a:xfrm>
            <a:off x="5756362" y="3141762"/>
            <a:ext cx="5683778" cy="5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2900" b="1" dirty="0">
                <a:solidFill>
                  <a:srgbClr val="4D4D4D"/>
                </a:solidFill>
                <a:ea typeface="黑体" pitchFamily="49" charset="-122"/>
              </a:rPr>
              <a:t>0 1 0 0 1 1 1 1 1 </a:t>
            </a:r>
            <a:r>
              <a:rPr kumimoji="1" lang="en-US" altLang="zh-CN" sz="2900" b="1" dirty="0">
                <a:solidFill>
                  <a:schemeClr val="tx2">
                    <a:lumMod val="60000"/>
                    <a:lumOff val="40000"/>
                  </a:schemeClr>
                </a:solidFill>
                <a:ea typeface="黑体" pitchFamily="49" charset="-122"/>
              </a:rPr>
              <a:t>0</a:t>
            </a:r>
            <a:r>
              <a:rPr kumimoji="1" lang="en-US" altLang="zh-CN" sz="2900" b="1" dirty="0">
                <a:solidFill>
                  <a:srgbClr val="4D4D4D"/>
                </a:solidFill>
                <a:ea typeface="黑体" pitchFamily="49" charset="-122"/>
              </a:rPr>
              <a:t> 1 0 0 0 1 0 1 0</a:t>
            </a:r>
          </a:p>
        </p:txBody>
      </p:sp>
      <p:sp>
        <p:nvSpPr>
          <p:cNvPr id="45067" name="Rectangle 12"/>
          <p:cNvSpPr>
            <a:spLocks noChangeArrowheads="1"/>
          </p:cNvSpPr>
          <p:nvPr/>
        </p:nvSpPr>
        <p:spPr bwMode="auto">
          <a:xfrm>
            <a:off x="791458" y="1495068"/>
            <a:ext cx="3625522" cy="144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algn="ctr" defTabSz="907085"/>
            <a:r>
              <a:rPr kumimoji="1" lang="zh-CN" altLang="en-US" sz="2900" b="1" dirty="0">
                <a:solidFill>
                  <a:srgbClr val="4D4D4D"/>
                </a:solidFill>
                <a:ea typeface="黑体" pitchFamily="49" charset="-122"/>
              </a:rPr>
              <a:t>信息字段中出现了和</a:t>
            </a:r>
          </a:p>
          <a:p>
            <a:pPr algn="ctr" defTabSz="907085"/>
            <a:r>
              <a:rPr kumimoji="1" lang="zh-CN" altLang="en-US" sz="2900" b="1" dirty="0">
                <a:solidFill>
                  <a:srgbClr val="4D4D4D"/>
                </a:solidFill>
                <a:ea typeface="黑体" pitchFamily="49" charset="-122"/>
              </a:rPr>
              <a:t>标志字段 </a:t>
            </a:r>
            <a:r>
              <a:rPr kumimoji="1" lang="en-US" altLang="zh-CN" sz="2900" b="1" dirty="0">
                <a:solidFill>
                  <a:srgbClr val="4D4D4D"/>
                </a:solidFill>
                <a:ea typeface="黑体" pitchFamily="49" charset="-122"/>
              </a:rPr>
              <a:t>F </a:t>
            </a:r>
            <a:r>
              <a:rPr kumimoji="1" lang="zh-CN" altLang="en-US" sz="2900" b="1" dirty="0">
                <a:solidFill>
                  <a:srgbClr val="4D4D4D"/>
                </a:solidFill>
                <a:ea typeface="黑体" pitchFamily="49" charset="-122"/>
              </a:rPr>
              <a:t>完全一样</a:t>
            </a:r>
          </a:p>
          <a:p>
            <a:pPr algn="ctr" defTabSz="907085"/>
            <a:r>
              <a:rPr kumimoji="1" lang="zh-CN" altLang="en-US" sz="2900" b="1" dirty="0">
                <a:solidFill>
                  <a:srgbClr val="4D4D4D"/>
                </a:solidFill>
                <a:ea typeface="黑体" pitchFamily="49" charset="-122"/>
              </a:rPr>
              <a:t>的 </a:t>
            </a:r>
            <a:r>
              <a:rPr kumimoji="1" lang="en-US" altLang="zh-CN" sz="2900" b="1" dirty="0">
                <a:solidFill>
                  <a:srgbClr val="4D4D4D"/>
                </a:solidFill>
                <a:ea typeface="黑体" pitchFamily="49" charset="-122"/>
              </a:rPr>
              <a:t>8 </a:t>
            </a:r>
            <a:r>
              <a:rPr kumimoji="1" lang="zh-CN" altLang="en-US" sz="2900" b="1" dirty="0">
                <a:solidFill>
                  <a:srgbClr val="4D4D4D"/>
                </a:solidFill>
                <a:ea typeface="黑体" pitchFamily="49" charset="-122"/>
              </a:rPr>
              <a:t>比特组合</a:t>
            </a:r>
          </a:p>
        </p:txBody>
      </p:sp>
      <p:sp>
        <p:nvSpPr>
          <p:cNvPr id="45068" name="Rectangle 13"/>
          <p:cNvSpPr>
            <a:spLocks noChangeArrowheads="1"/>
          </p:cNvSpPr>
          <p:nvPr/>
        </p:nvSpPr>
        <p:spPr bwMode="auto">
          <a:xfrm>
            <a:off x="349205" y="3333818"/>
            <a:ext cx="4016655" cy="999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2900" b="1" dirty="0">
                <a:solidFill>
                  <a:srgbClr val="4D4D4D"/>
                </a:solidFill>
                <a:ea typeface="黑体" pitchFamily="49" charset="-122"/>
              </a:rPr>
              <a:t>发送端在 </a:t>
            </a:r>
            <a:r>
              <a:rPr kumimoji="1" lang="en-US" altLang="zh-CN" sz="2900" b="1" dirty="0">
                <a:solidFill>
                  <a:srgbClr val="4D4D4D"/>
                </a:solidFill>
                <a:ea typeface="黑体" pitchFamily="49" charset="-122"/>
              </a:rPr>
              <a:t>5 </a:t>
            </a:r>
            <a:r>
              <a:rPr kumimoji="1" lang="zh-CN" altLang="en-US" sz="2900" b="1" dirty="0">
                <a:solidFill>
                  <a:srgbClr val="4D4D4D"/>
                </a:solidFill>
                <a:ea typeface="黑体" pitchFamily="49" charset="-122"/>
              </a:rPr>
              <a:t>个连 </a:t>
            </a:r>
            <a:r>
              <a:rPr kumimoji="1" lang="en-US" altLang="zh-CN" sz="2900" b="1" dirty="0">
                <a:solidFill>
                  <a:srgbClr val="4D4D4D"/>
                </a:solidFill>
                <a:ea typeface="黑体" pitchFamily="49" charset="-122"/>
              </a:rPr>
              <a:t>1 </a:t>
            </a:r>
            <a:r>
              <a:rPr kumimoji="1" lang="zh-CN" altLang="en-US" sz="2900" b="1" dirty="0">
                <a:solidFill>
                  <a:srgbClr val="4D4D4D"/>
                </a:solidFill>
                <a:ea typeface="黑体" pitchFamily="49" charset="-122"/>
              </a:rPr>
              <a:t>之后</a:t>
            </a:r>
          </a:p>
          <a:p>
            <a:pPr defTabSz="907085"/>
            <a:r>
              <a:rPr kumimoji="1" lang="zh-CN" altLang="en-US" sz="2900" b="1" dirty="0">
                <a:solidFill>
                  <a:srgbClr val="4D4D4D"/>
                </a:solidFill>
                <a:ea typeface="黑体" pitchFamily="49" charset="-122"/>
              </a:rPr>
              <a:t>填入 </a:t>
            </a:r>
            <a:r>
              <a:rPr kumimoji="1" lang="en-US" altLang="zh-CN" sz="2900" b="1" dirty="0">
                <a:solidFill>
                  <a:srgbClr val="4D4D4D"/>
                </a:solidFill>
                <a:ea typeface="黑体" pitchFamily="49" charset="-122"/>
              </a:rPr>
              <a:t>0 </a:t>
            </a:r>
            <a:r>
              <a:rPr kumimoji="1" lang="zh-CN" altLang="en-US" sz="2900" b="1" dirty="0">
                <a:solidFill>
                  <a:srgbClr val="4D4D4D"/>
                </a:solidFill>
                <a:ea typeface="黑体" pitchFamily="49" charset="-122"/>
              </a:rPr>
              <a:t>比特再发送出去</a:t>
            </a:r>
          </a:p>
        </p:txBody>
      </p:sp>
      <p:sp>
        <p:nvSpPr>
          <p:cNvPr id="45069" name="Rectangle 14"/>
          <p:cNvSpPr>
            <a:spLocks noChangeArrowheads="1"/>
          </p:cNvSpPr>
          <p:nvPr/>
        </p:nvSpPr>
        <p:spPr bwMode="auto">
          <a:xfrm>
            <a:off x="828904" y="4916922"/>
            <a:ext cx="3542166" cy="999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algn="ctr" defTabSz="907085"/>
            <a:r>
              <a:rPr kumimoji="1" lang="zh-CN" altLang="en-US" sz="2900" b="1" dirty="0">
                <a:solidFill>
                  <a:srgbClr val="4D4D4D"/>
                </a:solidFill>
                <a:ea typeface="黑体" pitchFamily="49" charset="-122"/>
              </a:rPr>
              <a:t>在接收端把 </a:t>
            </a:r>
            <a:r>
              <a:rPr kumimoji="1" lang="en-US" altLang="zh-CN" sz="2900" b="1" dirty="0">
                <a:solidFill>
                  <a:srgbClr val="4D4D4D"/>
                </a:solidFill>
                <a:ea typeface="黑体" pitchFamily="49" charset="-122"/>
              </a:rPr>
              <a:t>5 </a:t>
            </a:r>
            <a:r>
              <a:rPr kumimoji="1" lang="zh-CN" altLang="en-US" sz="2900" b="1" dirty="0">
                <a:solidFill>
                  <a:srgbClr val="4D4D4D"/>
                </a:solidFill>
                <a:ea typeface="黑体" pitchFamily="49" charset="-122"/>
              </a:rPr>
              <a:t>个连 </a:t>
            </a:r>
            <a:r>
              <a:rPr kumimoji="1" lang="en-US" altLang="zh-CN" sz="2900" b="1" dirty="0">
                <a:solidFill>
                  <a:srgbClr val="4D4D4D"/>
                </a:solidFill>
                <a:ea typeface="黑体" pitchFamily="49" charset="-122"/>
              </a:rPr>
              <a:t>1</a:t>
            </a:r>
          </a:p>
          <a:p>
            <a:pPr algn="ctr" defTabSz="907085"/>
            <a:r>
              <a:rPr kumimoji="1" lang="zh-CN" altLang="en-US" sz="2900" b="1" dirty="0">
                <a:solidFill>
                  <a:srgbClr val="4D4D4D"/>
                </a:solidFill>
                <a:ea typeface="黑体" pitchFamily="49" charset="-122"/>
              </a:rPr>
              <a:t>之后的 </a:t>
            </a:r>
            <a:r>
              <a:rPr kumimoji="1" lang="en-US" altLang="zh-CN" sz="2900" b="1" dirty="0">
                <a:solidFill>
                  <a:srgbClr val="4D4D4D"/>
                </a:solidFill>
                <a:ea typeface="黑体" pitchFamily="49" charset="-122"/>
              </a:rPr>
              <a:t>0 </a:t>
            </a:r>
            <a:r>
              <a:rPr kumimoji="1" lang="zh-CN" altLang="en-US" sz="2900" b="1" dirty="0">
                <a:solidFill>
                  <a:srgbClr val="4D4D4D"/>
                </a:solidFill>
                <a:ea typeface="黑体" pitchFamily="49" charset="-122"/>
              </a:rPr>
              <a:t>比特删除</a:t>
            </a:r>
          </a:p>
        </p:txBody>
      </p:sp>
      <p:sp>
        <p:nvSpPr>
          <p:cNvPr id="45070" name="Rectangle 15"/>
          <p:cNvSpPr>
            <a:spLocks noChangeArrowheads="1"/>
          </p:cNvSpPr>
          <p:nvPr/>
        </p:nvSpPr>
        <p:spPr bwMode="auto">
          <a:xfrm>
            <a:off x="6035948" y="2300117"/>
            <a:ext cx="4369315" cy="5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2900" b="1" dirty="0">
                <a:solidFill>
                  <a:srgbClr val="4D4D4D"/>
                </a:solidFill>
                <a:ea typeface="黑体" pitchFamily="49" charset="-122"/>
              </a:rPr>
              <a:t>会被误认为是标志字段 </a:t>
            </a:r>
            <a:r>
              <a:rPr kumimoji="1" lang="en-US" altLang="zh-CN" sz="2900" b="1" dirty="0">
                <a:solidFill>
                  <a:srgbClr val="4D4D4D"/>
                </a:solidFill>
                <a:ea typeface="黑体" pitchFamily="49" charset="-122"/>
              </a:rPr>
              <a:t>F </a:t>
            </a:r>
          </a:p>
        </p:txBody>
      </p:sp>
      <p:sp>
        <p:nvSpPr>
          <p:cNvPr id="45071" name="AutoShape 16"/>
          <p:cNvSpPr>
            <a:spLocks noChangeArrowheads="1"/>
          </p:cNvSpPr>
          <p:nvPr/>
        </p:nvSpPr>
        <p:spPr bwMode="auto">
          <a:xfrm rot="-5400000">
            <a:off x="8556686" y="3721389"/>
            <a:ext cx="327101" cy="207406"/>
          </a:xfrm>
          <a:prstGeom prst="rightArrow">
            <a:avLst>
              <a:gd name="adj1" fmla="val 50000"/>
              <a:gd name="adj2" fmla="val 105112"/>
            </a:avLst>
          </a:prstGeom>
          <a:solidFill>
            <a:schemeClr val="hlink"/>
          </a:solidFill>
          <a:ln w="12700">
            <a:solidFill>
              <a:schemeClr val="hlink"/>
            </a:solidFill>
            <a:miter lim="800000"/>
            <a:headEnd/>
            <a:tailEnd/>
          </a:ln>
        </p:spPr>
        <p:txBody>
          <a:bodyPr wrap="none" lIns="108850" tIns="54425" rIns="108850" bIns="54425" anchor="ctr"/>
          <a:lstStyle/>
          <a:p>
            <a:pPr eaLnBrk="1" hangingPunct="1"/>
            <a:endParaRPr lang="zh-CN" altLang="en-US" b="1"/>
          </a:p>
        </p:txBody>
      </p:sp>
      <p:sp>
        <p:nvSpPr>
          <p:cNvPr id="45072" name="Rectangle 17"/>
          <p:cNvSpPr>
            <a:spLocks noChangeArrowheads="1"/>
          </p:cNvSpPr>
          <p:nvPr/>
        </p:nvSpPr>
        <p:spPr bwMode="auto">
          <a:xfrm>
            <a:off x="6562930" y="3950937"/>
            <a:ext cx="3232787" cy="5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2900" b="1" dirty="0">
                <a:solidFill>
                  <a:srgbClr val="4D4D4D"/>
                </a:solidFill>
                <a:ea typeface="黑体" pitchFamily="49" charset="-122"/>
              </a:rPr>
              <a:t>发送端填入 </a:t>
            </a:r>
            <a:r>
              <a:rPr kumimoji="1" lang="en-US" altLang="zh-CN" sz="2900" b="1" dirty="0">
                <a:solidFill>
                  <a:srgbClr val="4D4D4D"/>
                </a:solidFill>
                <a:ea typeface="黑体" pitchFamily="49" charset="-122"/>
              </a:rPr>
              <a:t>0 </a:t>
            </a:r>
            <a:r>
              <a:rPr kumimoji="1" lang="zh-CN" altLang="en-US" sz="2900" b="1" dirty="0">
                <a:solidFill>
                  <a:srgbClr val="4D4D4D"/>
                </a:solidFill>
                <a:ea typeface="黑体" pitchFamily="49" charset="-122"/>
              </a:rPr>
              <a:t>比特</a:t>
            </a:r>
          </a:p>
        </p:txBody>
      </p:sp>
      <p:sp>
        <p:nvSpPr>
          <p:cNvPr id="45073" name="AutoShape 18"/>
          <p:cNvSpPr>
            <a:spLocks noChangeArrowheads="1"/>
          </p:cNvSpPr>
          <p:nvPr/>
        </p:nvSpPr>
        <p:spPr bwMode="auto">
          <a:xfrm rot="5400000" flipV="1">
            <a:off x="8589983" y="5328762"/>
            <a:ext cx="365210" cy="207406"/>
          </a:xfrm>
          <a:prstGeom prst="rightArrow">
            <a:avLst>
              <a:gd name="adj1" fmla="val 50000"/>
              <a:gd name="adj2" fmla="val 117358"/>
            </a:avLst>
          </a:prstGeom>
          <a:solidFill>
            <a:schemeClr val="hlink"/>
          </a:solidFill>
          <a:ln w="12700">
            <a:solidFill>
              <a:schemeClr val="hlink"/>
            </a:solidFill>
            <a:miter lim="800000"/>
            <a:headEnd/>
            <a:tailEnd/>
          </a:ln>
        </p:spPr>
        <p:txBody>
          <a:bodyPr wrap="none" lIns="108850" tIns="54425" rIns="108850" bIns="54425" anchor="ctr"/>
          <a:lstStyle/>
          <a:p>
            <a:pPr eaLnBrk="1" hangingPunct="1"/>
            <a:endParaRPr lang="zh-CN" altLang="en-US" b="1"/>
          </a:p>
        </p:txBody>
      </p:sp>
      <p:sp>
        <p:nvSpPr>
          <p:cNvPr id="45074" name="Rectangle 19"/>
          <p:cNvSpPr>
            <a:spLocks noChangeArrowheads="1"/>
          </p:cNvSpPr>
          <p:nvPr/>
        </p:nvSpPr>
        <p:spPr bwMode="auto">
          <a:xfrm>
            <a:off x="6494646" y="5628846"/>
            <a:ext cx="4348477" cy="5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2900" b="1" dirty="0">
                <a:solidFill>
                  <a:srgbClr val="4D4D4D"/>
                </a:solidFill>
                <a:ea typeface="黑体" pitchFamily="49" charset="-122"/>
              </a:rPr>
              <a:t>接收端删除填入的 </a:t>
            </a:r>
            <a:r>
              <a:rPr kumimoji="1" lang="en-US" altLang="zh-CN" sz="2900" b="1" dirty="0">
                <a:solidFill>
                  <a:srgbClr val="4D4D4D"/>
                </a:solidFill>
                <a:ea typeface="黑体" pitchFamily="49" charset="-122"/>
              </a:rPr>
              <a:t>0 </a:t>
            </a:r>
            <a:r>
              <a:rPr kumimoji="1" lang="zh-CN" altLang="en-US" sz="2900" b="1" dirty="0">
                <a:solidFill>
                  <a:srgbClr val="4D4D4D"/>
                </a:solidFill>
                <a:ea typeface="黑体" pitchFamily="49" charset="-122"/>
              </a:rPr>
              <a:t>比特</a:t>
            </a:r>
          </a:p>
        </p:txBody>
      </p:sp>
      <p:sp>
        <p:nvSpPr>
          <p:cNvPr id="45075" name="AutoShape 20"/>
          <p:cNvSpPr>
            <a:spLocks/>
          </p:cNvSpPr>
          <p:nvPr/>
        </p:nvSpPr>
        <p:spPr bwMode="auto">
          <a:xfrm rot="-5400000">
            <a:off x="7814019" y="895522"/>
            <a:ext cx="296931" cy="2410634"/>
          </a:xfrm>
          <a:prstGeom prst="leftBrace">
            <a:avLst>
              <a:gd name="adj1" fmla="val 54590"/>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108850" tIns="54425" rIns="108850" bIns="54425" anchor="ctr"/>
          <a:lstStyle/>
          <a:p>
            <a:pPr eaLnBrk="1" hangingPunct="1"/>
            <a:endParaRPr lang="zh-CN" altLang="en-US" b="1"/>
          </a:p>
        </p:txBody>
      </p:sp>
    </p:spTree>
    <p:extLst>
      <p:ext uri="{BB962C8B-B14F-4D97-AF65-F5344CB8AC3E}">
        <p14:creationId xmlns:p14="http://schemas.microsoft.com/office/powerpoint/2010/main" val="36350801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5062"/>
                                        </p:tgtEl>
                                        <p:attrNameLst>
                                          <p:attrName>style.visibility</p:attrName>
                                        </p:attrNameLst>
                                      </p:cBhvr>
                                      <p:to>
                                        <p:strVal val="visible"/>
                                      </p:to>
                                    </p:set>
                                    <p:animEffect transition="in" filter="fade">
                                      <p:cBhvr>
                                        <p:cTn id="7" dur="1000"/>
                                        <p:tgtEl>
                                          <p:spTgt spid="45062"/>
                                        </p:tgtEl>
                                      </p:cBhvr>
                                    </p:animEffect>
                                    <p:anim calcmode="lin" valueType="num">
                                      <p:cBhvr>
                                        <p:cTn id="8" dur="1000" fill="hold"/>
                                        <p:tgtEl>
                                          <p:spTgt spid="45062"/>
                                        </p:tgtEl>
                                        <p:attrNameLst>
                                          <p:attrName>ppt_x</p:attrName>
                                        </p:attrNameLst>
                                      </p:cBhvr>
                                      <p:tavLst>
                                        <p:tav tm="0">
                                          <p:val>
                                            <p:strVal val="#ppt_x"/>
                                          </p:val>
                                        </p:tav>
                                        <p:tav tm="100000">
                                          <p:val>
                                            <p:strVal val="#ppt_x"/>
                                          </p:val>
                                        </p:tav>
                                      </p:tavLst>
                                    </p:anim>
                                    <p:anim calcmode="lin" valueType="num">
                                      <p:cBhvr>
                                        <p:cTn id="9" dur="1000" fill="hold"/>
                                        <p:tgtEl>
                                          <p:spTgt spid="4506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5065"/>
                                        </p:tgtEl>
                                        <p:attrNameLst>
                                          <p:attrName>style.visibility</p:attrName>
                                        </p:attrNameLst>
                                      </p:cBhvr>
                                      <p:to>
                                        <p:strVal val="visible"/>
                                      </p:to>
                                    </p:set>
                                    <p:animEffect transition="in" filter="fade">
                                      <p:cBhvr>
                                        <p:cTn id="12" dur="1000"/>
                                        <p:tgtEl>
                                          <p:spTgt spid="45065"/>
                                        </p:tgtEl>
                                      </p:cBhvr>
                                    </p:animEffect>
                                    <p:anim calcmode="lin" valueType="num">
                                      <p:cBhvr>
                                        <p:cTn id="13" dur="1000" fill="hold"/>
                                        <p:tgtEl>
                                          <p:spTgt spid="45065"/>
                                        </p:tgtEl>
                                        <p:attrNameLst>
                                          <p:attrName>ppt_x</p:attrName>
                                        </p:attrNameLst>
                                      </p:cBhvr>
                                      <p:tavLst>
                                        <p:tav tm="0">
                                          <p:val>
                                            <p:strVal val="#ppt_x"/>
                                          </p:val>
                                        </p:tav>
                                        <p:tav tm="100000">
                                          <p:val>
                                            <p:strVal val="#ppt_x"/>
                                          </p:val>
                                        </p:tav>
                                      </p:tavLst>
                                    </p:anim>
                                    <p:anim calcmode="lin" valueType="num">
                                      <p:cBhvr>
                                        <p:cTn id="14" dur="1000" fill="hold"/>
                                        <p:tgtEl>
                                          <p:spTgt spid="4506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5066"/>
                                        </p:tgtEl>
                                        <p:attrNameLst>
                                          <p:attrName>style.visibility</p:attrName>
                                        </p:attrNameLst>
                                      </p:cBhvr>
                                      <p:to>
                                        <p:strVal val="visible"/>
                                      </p:to>
                                    </p:set>
                                    <p:animEffect transition="in" filter="fade">
                                      <p:cBhvr>
                                        <p:cTn id="17" dur="1000"/>
                                        <p:tgtEl>
                                          <p:spTgt spid="45066"/>
                                        </p:tgtEl>
                                      </p:cBhvr>
                                    </p:animEffect>
                                    <p:anim calcmode="lin" valueType="num">
                                      <p:cBhvr>
                                        <p:cTn id="18" dur="1000" fill="hold"/>
                                        <p:tgtEl>
                                          <p:spTgt spid="45066"/>
                                        </p:tgtEl>
                                        <p:attrNameLst>
                                          <p:attrName>ppt_x</p:attrName>
                                        </p:attrNameLst>
                                      </p:cBhvr>
                                      <p:tavLst>
                                        <p:tav tm="0">
                                          <p:val>
                                            <p:strVal val="#ppt_x"/>
                                          </p:val>
                                        </p:tav>
                                        <p:tav tm="100000">
                                          <p:val>
                                            <p:strVal val="#ppt_x"/>
                                          </p:val>
                                        </p:tav>
                                      </p:tavLst>
                                    </p:anim>
                                    <p:anim calcmode="lin" valueType="num">
                                      <p:cBhvr>
                                        <p:cTn id="19" dur="1000" fill="hold"/>
                                        <p:tgtEl>
                                          <p:spTgt spid="4506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5068"/>
                                        </p:tgtEl>
                                        <p:attrNameLst>
                                          <p:attrName>style.visibility</p:attrName>
                                        </p:attrNameLst>
                                      </p:cBhvr>
                                      <p:to>
                                        <p:strVal val="visible"/>
                                      </p:to>
                                    </p:set>
                                    <p:animEffect transition="in" filter="fade">
                                      <p:cBhvr>
                                        <p:cTn id="22" dur="1000"/>
                                        <p:tgtEl>
                                          <p:spTgt spid="45068"/>
                                        </p:tgtEl>
                                      </p:cBhvr>
                                    </p:animEffect>
                                    <p:anim calcmode="lin" valueType="num">
                                      <p:cBhvr>
                                        <p:cTn id="23" dur="1000" fill="hold"/>
                                        <p:tgtEl>
                                          <p:spTgt spid="45068"/>
                                        </p:tgtEl>
                                        <p:attrNameLst>
                                          <p:attrName>ppt_x</p:attrName>
                                        </p:attrNameLst>
                                      </p:cBhvr>
                                      <p:tavLst>
                                        <p:tav tm="0">
                                          <p:val>
                                            <p:strVal val="#ppt_x"/>
                                          </p:val>
                                        </p:tav>
                                        <p:tav tm="100000">
                                          <p:val>
                                            <p:strVal val="#ppt_x"/>
                                          </p:val>
                                        </p:tav>
                                      </p:tavLst>
                                    </p:anim>
                                    <p:anim calcmode="lin" valueType="num">
                                      <p:cBhvr>
                                        <p:cTn id="24" dur="1000" fill="hold"/>
                                        <p:tgtEl>
                                          <p:spTgt spid="4506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45071"/>
                                        </p:tgtEl>
                                        <p:attrNameLst>
                                          <p:attrName>style.visibility</p:attrName>
                                        </p:attrNameLst>
                                      </p:cBhvr>
                                      <p:to>
                                        <p:strVal val="visible"/>
                                      </p:to>
                                    </p:set>
                                    <p:animEffect transition="in" filter="fade">
                                      <p:cBhvr>
                                        <p:cTn id="27" dur="1000"/>
                                        <p:tgtEl>
                                          <p:spTgt spid="45071"/>
                                        </p:tgtEl>
                                      </p:cBhvr>
                                    </p:animEffect>
                                    <p:anim calcmode="lin" valueType="num">
                                      <p:cBhvr>
                                        <p:cTn id="28" dur="1000" fill="hold"/>
                                        <p:tgtEl>
                                          <p:spTgt spid="45071"/>
                                        </p:tgtEl>
                                        <p:attrNameLst>
                                          <p:attrName>ppt_x</p:attrName>
                                        </p:attrNameLst>
                                      </p:cBhvr>
                                      <p:tavLst>
                                        <p:tav tm="0">
                                          <p:val>
                                            <p:strVal val="#ppt_x"/>
                                          </p:val>
                                        </p:tav>
                                        <p:tav tm="100000">
                                          <p:val>
                                            <p:strVal val="#ppt_x"/>
                                          </p:val>
                                        </p:tav>
                                      </p:tavLst>
                                    </p:anim>
                                    <p:anim calcmode="lin" valueType="num">
                                      <p:cBhvr>
                                        <p:cTn id="29" dur="1000" fill="hold"/>
                                        <p:tgtEl>
                                          <p:spTgt spid="45071"/>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45072"/>
                                        </p:tgtEl>
                                        <p:attrNameLst>
                                          <p:attrName>style.visibility</p:attrName>
                                        </p:attrNameLst>
                                      </p:cBhvr>
                                      <p:to>
                                        <p:strVal val="visible"/>
                                      </p:to>
                                    </p:set>
                                    <p:animEffect transition="in" filter="fade">
                                      <p:cBhvr>
                                        <p:cTn id="32" dur="1000"/>
                                        <p:tgtEl>
                                          <p:spTgt spid="45072"/>
                                        </p:tgtEl>
                                      </p:cBhvr>
                                    </p:animEffect>
                                    <p:anim calcmode="lin" valueType="num">
                                      <p:cBhvr>
                                        <p:cTn id="33" dur="1000" fill="hold"/>
                                        <p:tgtEl>
                                          <p:spTgt spid="45072"/>
                                        </p:tgtEl>
                                        <p:attrNameLst>
                                          <p:attrName>ppt_x</p:attrName>
                                        </p:attrNameLst>
                                      </p:cBhvr>
                                      <p:tavLst>
                                        <p:tav tm="0">
                                          <p:val>
                                            <p:strVal val="#ppt_x"/>
                                          </p:val>
                                        </p:tav>
                                        <p:tav tm="100000">
                                          <p:val>
                                            <p:strVal val="#ppt_x"/>
                                          </p:val>
                                        </p:tav>
                                      </p:tavLst>
                                    </p:anim>
                                    <p:anim calcmode="lin" valueType="num">
                                      <p:cBhvr>
                                        <p:cTn id="34" dur="1000" fill="hold"/>
                                        <p:tgtEl>
                                          <p:spTgt spid="45072"/>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45059"/>
                                        </p:tgtEl>
                                        <p:attrNameLst>
                                          <p:attrName>style.visibility</p:attrName>
                                        </p:attrNameLst>
                                      </p:cBhvr>
                                      <p:to>
                                        <p:strVal val="visible"/>
                                      </p:to>
                                    </p:set>
                                    <p:animEffect transition="in" filter="fade">
                                      <p:cBhvr>
                                        <p:cTn id="39" dur="1000"/>
                                        <p:tgtEl>
                                          <p:spTgt spid="45059"/>
                                        </p:tgtEl>
                                      </p:cBhvr>
                                    </p:animEffect>
                                    <p:anim calcmode="lin" valueType="num">
                                      <p:cBhvr>
                                        <p:cTn id="40" dur="1000" fill="hold"/>
                                        <p:tgtEl>
                                          <p:spTgt spid="45059"/>
                                        </p:tgtEl>
                                        <p:attrNameLst>
                                          <p:attrName>ppt_x</p:attrName>
                                        </p:attrNameLst>
                                      </p:cBhvr>
                                      <p:tavLst>
                                        <p:tav tm="0">
                                          <p:val>
                                            <p:strVal val="#ppt_x"/>
                                          </p:val>
                                        </p:tav>
                                        <p:tav tm="100000">
                                          <p:val>
                                            <p:strVal val="#ppt_x"/>
                                          </p:val>
                                        </p:tav>
                                      </p:tavLst>
                                    </p:anim>
                                    <p:anim calcmode="lin" valueType="num">
                                      <p:cBhvr>
                                        <p:cTn id="41" dur="1000" fill="hold"/>
                                        <p:tgtEl>
                                          <p:spTgt spid="45059"/>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45060"/>
                                        </p:tgtEl>
                                        <p:attrNameLst>
                                          <p:attrName>style.visibility</p:attrName>
                                        </p:attrNameLst>
                                      </p:cBhvr>
                                      <p:to>
                                        <p:strVal val="visible"/>
                                      </p:to>
                                    </p:set>
                                    <p:animEffect transition="in" filter="fade">
                                      <p:cBhvr>
                                        <p:cTn id="44" dur="1000"/>
                                        <p:tgtEl>
                                          <p:spTgt spid="45060"/>
                                        </p:tgtEl>
                                      </p:cBhvr>
                                    </p:animEffect>
                                    <p:anim calcmode="lin" valueType="num">
                                      <p:cBhvr>
                                        <p:cTn id="45" dur="1000" fill="hold"/>
                                        <p:tgtEl>
                                          <p:spTgt spid="45060"/>
                                        </p:tgtEl>
                                        <p:attrNameLst>
                                          <p:attrName>ppt_x</p:attrName>
                                        </p:attrNameLst>
                                      </p:cBhvr>
                                      <p:tavLst>
                                        <p:tav tm="0">
                                          <p:val>
                                            <p:strVal val="#ppt_x"/>
                                          </p:val>
                                        </p:tav>
                                        <p:tav tm="100000">
                                          <p:val>
                                            <p:strVal val="#ppt_x"/>
                                          </p:val>
                                        </p:tav>
                                      </p:tavLst>
                                    </p:anim>
                                    <p:anim calcmode="lin" valueType="num">
                                      <p:cBhvr>
                                        <p:cTn id="46" dur="1000" fill="hold"/>
                                        <p:tgtEl>
                                          <p:spTgt spid="45060"/>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45061"/>
                                        </p:tgtEl>
                                        <p:attrNameLst>
                                          <p:attrName>style.visibility</p:attrName>
                                        </p:attrNameLst>
                                      </p:cBhvr>
                                      <p:to>
                                        <p:strVal val="visible"/>
                                      </p:to>
                                    </p:set>
                                    <p:animEffect transition="in" filter="fade">
                                      <p:cBhvr>
                                        <p:cTn id="49" dur="1000"/>
                                        <p:tgtEl>
                                          <p:spTgt spid="45061"/>
                                        </p:tgtEl>
                                      </p:cBhvr>
                                    </p:animEffect>
                                    <p:anim calcmode="lin" valueType="num">
                                      <p:cBhvr>
                                        <p:cTn id="50" dur="1000" fill="hold"/>
                                        <p:tgtEl>
                                          <p:spTgt spid="45061"/>
                                        </p:tgtEl>
                                        <p:attrNameLst>
                                          <p:attrName>ppt_x</p:attrName>
                                        </p:attrNameLst>
                                      </p:cBhvr>
                                      <p:tavLst>
                                        <p:tav tm="0">
                                          <p:val>
                                            <p:strVal val="#ppt_x"/>
                                          </p:val>
                                        </p:tav>
                                        <p:tav tm="100000">
                                          <p:val>
                                            <p:strVal val="#ppt_x"/>
                                          </p:val>
                                        </p:tav>
                                      </p:tavLst>
                                    </p:anim>
                                    <p:anim calcmode="lin" valueType="num">
                                      <p:cBhvr>
                                        <p:cTn id="51" dur="1000" fill="hold"/>
                                        <p:tgtEl>
                                          <p:spTgt spid="45061"/>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45069"/>
                                        </p:tgtEl>
                                        <p:attrNameLst>
                                          <p:attrName>style.visibility</p:attrName>
                                        </p:attrNameLst>
                                      </p:cBhvr>
                                      <p:to>
                                        <p:strVal val="visible"/>
                                      </p:to>
                                    </p:set>
                                    <p:animEffect transition="in" filter="fade">
                                      <p:cBhvr>
                                        <p:cTn id="54" dur="1000"/>
                                        <p:tgtEl>
                                          <p:spTgt spid="45069"/>
                                        </p:tgtEl>
                                      </p:cBhvr>
                                    </p:animEffect>
                                    <p:anim calcmode="lin" valueType="num">
                                      <p:cBhvr>
                                        <p:cTn id="55" dur="1000" fill="hold"/>
                                        <p:tgtEl>
                                          <p:spTgt spid="45069"/>
                                        </p:tgtEl>
                                        <p:attrNameLst>
                                          <p:attrName>ppt_x</p:attrName>
                                        </p:attrNameLst>
                                      </p:cBhvr>
                                      <p:tavLst>
                                        <p:tav tm="0">
                                          <p:val>
                                            <p:strVal val="#ppt_x"/>
                                          </p:val>
                                        </p:tav>
                                        <p:tav tm="100000">
                                          <p:val>
                                            <p:strVal val="#ppt_x"/>
                                          </p:val>
                                        </p:tav>
                                      </p:tavLst>
                                    </p:anim>
                                    <p:anim calcmode="lin" valueType="num">
                                      <p:cBhvr>
                                        <p:cTn id="56" dur="1000" fill="hold"/>
                                        <p:tgtEl>
                                          <p:spTgt spid="45069"/>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45073"/>
                                        </p:tgtEl>
                                        <p:attrNameLst>
                                          <p:attrName>style.visibility</p:attrName>
                                        </p:attrNameLst>
                                      </p:cBhvr>
                                      <p:to>
                                        <p:strVal val="visible"/>
                                      </p:to>
                                    </p:set>
                                    <p:animEffect transition="in" filter="fade">
                                      <p:cBhvr>
                                        <p:cTn id="59" dur="1000"/>
                                        <p:tgtEl>
                                          <p:spTgt spid="45073"/>
                                        </p:tgtEl>
                                      </p:cBhvr>
                                    </p:animEffect>
                                    <p:anim calcmode="lin" valueType="num">
                                      <p:cBhvr>
                                        <p:cTn id="60" dur="1000" fill="hold"/>
                                        <p:tgtEl>
                                          <p:spTgt spid="45073"/>
                                        </p:tgtEl>
                                        <p:attrNameLst>
                                          <p:attrName>ppt_x</p:attrName>
                                        </p:attrNameLst>
                                      </p:cBhvr>
                                      <p:tavLst>
                                        <p:tav tm="0">
                                          <p:val>
                                            <p:strVal val="#ppt_x"/>
                                          </p:val>
                                        </p:tav>
                                        <p:tav tm="100000">
                                          <p:val>
                                            <p:strVal val="#ppt_x"/>
                                          </p:val>
                                        </p:tav>
                                      </p:tavLst>
                                    </p:anim>
                                    <p:anim calcmode="lin" valueType="num">
                                      <p:cBhvr>
                                        <p:cTn id="61" dur="1000" fill="hold"/>
                                        <p:tgtEl>
                                          <p:spTgt spid="45073"/>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45074"/>
                                        </p:tgtEl>
                                        <p:attrNameLst>
                                          <p:attrName>style.visibility</p:attrName>
                                        </p:attrNameLst>
                                      </p:cBhvr>
                                      <p:to>
                                        <p:strVal val="visible"/>
                                      </p:to>
                                    </p:set>
                                    <p:animEffect transition="in" filter="fade">
                                      <p:cBhvr>
                                        <p:cTn id="64" dur="1000"/>
                                        <p:tgtEl>
                                          <p:spTgt spid="45074"/>
                                        </p:tgtEl>
                                      </p:cBhvr>
                                    </p:animEffect>
                                    <p:anim calcmode="lin" valueType="num">
                                      <p:cBhvr>
                                        <p:cTn id="65" dur="1000" fill="hold"/>
                                        <p:tgtEl>
                                          <p:spTgt spid="45074"/>
                                        </p:tgtEl>
                                        <p:attrNameLst>
                                          <p:attrName>ppt_x</p:attrName>
                                        </p:attrNameLst>
                                      </p:cBhvr>
                                      <p:tavLst>
                                        <p:tav tm="0">
                                          <p:val>
                                            <p:strVal val="#ppt_x"/>
                                          </p:val>
                                        </p:tav>
                                        <p:tav tm="100000">
                                          <p:val>
                                            <p:strVal val="#ppt_x"/>
                                          </p:val>
                                        </p:tav>
                                      </p:tavLst>
                                    </p:anim>
                                    <p:anim calcmode="lin" valueType="num">
                                      <p:cBhvr>
                                        <p:cTn id="66" dur="1000" fill="hold"/>
                                        <p:tgtEl>
                                          <p:spTgt spid="4507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animBg="1"/>
      <p:bldP spid="45060" grpId="0" animBg="1"/>
      <p:bldP spid="45061" grpId="0"/>
      <p:bldP spid="45062" grpId="0" animBg="1"/>
      <p:bldP spid="45065" grpId="0" animBg="1"/>
      <p:bldP spid="45066" grpId="0"/>
      <p:bldP spid="45068" grpId="0"/>
      <p:bldP spid="45069" grpId="0"/>
      <p:bldP spid="45071" grpId="0" animBg="1"/>
      <p:bldP spid="45072" grpId="0"/>
      <p:bldP spid="45073" grpId="0" animBg="1"/>
      <p:bldP spid="4507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zh-CN" altLang="en-US" sz="4000" dirty="0">
                <a:solidFill>
                  <a:srgbClr val="FFFFFF"/>
                </a:solidFill>
              </a:rPr>
              <a:t>指引</a:t>
            </a:r>
            <a:endParaRPr lang="en-US" altLang="zh-CN" sz="4000" dirty="0">
              <a:solidFill>
                <a:srgbClr val="FFFFFF"/>
              </a:solidFill>
            </a:endParaRPr>
          </a:p>
        </p:txBody>
      </p:sp>
      <p:grpSp>
        <p:nvGrpSpPr>
          <p:cNvPr id="23" name="Group 24"/>
          <p:cNvGrpSpPr>
            <a:grpSpLocks/>
          </p:cNvGrpSpPr>
          <p:nvPr/>
        </p:nvGrpSpPr>
        <p:grpSpPr bwMode="auto">
          <a:xfrm>
            <a:off x="8261126" y="1854200"/>
            <a:ext cx="2514600" cy="3600450"/>
            <a:chOff x="3379" y="1207"/>
            <a:chExt cx="1584" cy="2268"/>
          </a:xfrm>
        </p:grpSpPr>
        <p:sp>
          <p:nvSpPr>
            <p:cNvPr id="24" name="AutoShape 4">
              <a:extLst>
                <a:ext uri="{FF2B5EF4-FFF2-40B4-BE49-F238E27FC236}">
                  <a16:creationId xmlns:a16="http://schemas.microsoft.com/office/drawing/2014/main" xmlns="" id="{7C9C0B70-E63A-45F5-A696-FB5A132B8AC3}"/>
                </a:ext>
              </a:extLst>
            </p:cNvPr>
            <p:cNvSpPr>
              <a:spLocks noChangeArrowheads="1"/>
            </p:cNvSpPr>
            <p:nvPr/>
          </p:nvSpPr>
          <p:spPr bwMode="auto">
            <a:xfrm>
              <a:off x="3379" y="1207"/>
              <a:ext cx="1584" cy="2268"/>
            </a:xfrm>
            <a:prstGeom prst="cube">
              <a:avLst>
                <a:gd name="adj" fmla="val 12185"/>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nchor="ctr"/>
            <a:lstStyle/>
            <a:p>
              <a:pPr algn="ctr" eaLnBrk="1" hangingPunct="1">
                <a:defRPr/>
              </a:pPr>
              <a:endParaRPr kumimoji="1" lang="zh-CN" altLang="en-US" sz="280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a:p>
              <a:pPr algn="ctr" eaLnBrk="1" hangingPunct="1">
                <a:defRPr/>
              </a:pPr>
              <a:endParaRPr kumimoji="1" lang="zh-CN" altLang="en-US" sz="280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a:p>
              <a:pPr algn="ctr" eaLnBrk="1" hangingPunct="1">
                <a:defRPr/>
              </a:pPr>
              <a:endParaRPr kumimoji="1" lang="zh-CN" altLang="en-US" sz="280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p:txBody>
        </p:sp>
        <p:sp>
          <p:nvSpPr>
            <p:cNvPr id="25" name="Rectangle 6">
              <a:extLst>
                <a:ext uri="{FF2B5EF4-FFF2-40B4-BE49-F238E27FC236}">
                  <a16:creationId xmlns:a16="http://schemas.microsoft.com/office/drawing/2014/main" xmlns="" id="{A1DA3AA9-685E-4BE9-837C-C53A77DFC26E}"/>
                </a:ext>
              </a:extLst>
            </p:cNvPr>
            <p:cNvSpPr>
              <a:spLocks noChangeArrowheads="1"/>
            </p:cNvSpPr>
            <p:nvPr/>
          </p:nvSpPr>
          <p:spPr bwMode="auto">
            <a:xfrm>
              <a:off x="3379" y="1399"/>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lnSpc>
                  <a:spcPct val="150000"/>
                </a:lnSpc>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应用层</a:t>
              </a:r>
            </a:p>
          </p:txBody>
        </p:sp>
        <p:sp>
          <p:nvSpPr>
            <p:cNvPr id="26" name="Line 8">
              <a:extLst>
                <a:ext uri="{FF2B5EF4-FFF2-40B4-BE49-F238E27FC236}">
                  <a16:creationId xmlns:a16="http://schemas.microsoft.com/office/drawing/2014/main" xmlns="" id="{730F0241-2088-4E72-BBBA-24604A49C32D}"/>
                </a:ext>
              </a:extLst>
            </p:cNvPr>
            <p:cNvSpPr>
              <a:spLocks noChangeShapeType="1"/>
            </p:cNvSpPr>
            <p:nvPr/>
          </p:nvSpPr>
          <p:spPr bwMode="auto">
            <a:xfrm>
              <a:off x="3379" y="1831"/>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7" name="Line 9">
              <a:extLst>
                <a:ext uri="{FF2B5EF4-FFF2-40B4-BE49-F238E27FC236}">
                  <a16:creationId xmlns:a16="http://schemas.microsoft.com/office/drawing/2014/main" xmlns="" id="{1A1F4C1E-05AA-4083-AACF-00A09371806D}"/>
                </a:ext>
              </a:extLst>
            </p:cNvPr>
            <p:cNvSpPr>
              <a:spLocks noChangeShapeType="1"/>
            </p:cNvSpPr>
            <p:nvPr/>
          </p:nvSpPr>
          <p:spPr bwMode="auto">
            <a:xfrm>
              <a:off x="3379"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8" name="Line 10">
              <a:extLst>
                <a:ext uri="{FF2B5EF4-FFF2-40B4-BE49-F238E27FC236}">
                  <a16:creationId xmlns:a16="http://schemas.microsoft.com/office/drawing/2014/main" xmlns="" id="{40C633C5-C14D-4155-943C-49061566B166}"/>
                </a:ext>
              </a:extLst>
            </p:cNvPr>
            <p:cNvSpPr>
              <a:spLocks noChangeShapeType="1"/>
            </p:cNvSpPr>
            <p:nvPr/>
          </p:nvSpPr>
          <p:spPr bwMode="auto">
            <a:xfrm>
              <a:off x="4771"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9" name="Rectangle 21">
              <a:extLst>
                <a:ext uri="{FF2B5EF4-FFF2-40B4-BE49-F238E27FC236}">
                  <a16:creationId xmlns:a16="http://schemas.microsoft.com/office/drawing/2014/main" xmlns="" id="{3593205F-DCC6-4BB9-872F-07DE1C151D65}"/>
                </a:ext>
              </a:extLst>
            </p:cNvPr>
            <p:cNvSpPr>
              <a:spLocks noChangeArrowheads="1"/>
            </p:cNvSpPr>
            <p:nvPr/>
          </p:nvSpPr>
          <p:spPr bwMode="auto">
            <a:xfrm>
              <a:off x="3379" y="1831"/>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lnSpc>
                  <a:spcPct val="150000"/>
                </a:lnSpc>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运输层</a:t>
              </a:r>
            </a:p>
          </p:txBody>
        </p:sp>
        <p:sp>
          <p:nvSpPr>
            <p:cNvPr id="30" name="Line 23">
              <a:extLst>
                <a:ext uri="{FF2B5EF4-FFF2-40B4-BE49-F238E27FC236}">
                  <a16:creationId xmlns:a16="http://schemas.microsoft.com/office/drawing/2014/main" xmlns="" id="{F9F1686D-32E3-4665-A663-0A13577DF5F9}"/>
                </a:ext>
              </a:extLst>
            </p:cNvPr>
            <p:cNvSpPr>
              <a:spLocks noChangeShapeType="1"/>
            </p:cNvSpPr>
            <p:nvPr/>
          </p:nvSpPr>
          <p:spPr bwMode="auto">
            <a:xfrm>
              <a:off x="3379" y="2263"/>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1" name="Line 24">
              <a:extLst>
                <a:ext uri="{FF2B5EF4-FFF2-40B4-BE49-F238E27FC236}">
                  <a16:creationId xmlns:a16="http://schemas.microsoft.com/office/drawing/2014/main" xmlns="" id="{B2CD0843-0D9A-4DF6-9D35-EBC9663DEF15}"/>
                </a:ext>
              </a:extLst>
            </p:cNvPr>
            <p:cNvSpPr>
              <a:spLocks noChangeShapeType="1"/>
            </p:cNvSpPr>
            <p:nvPr/>
          </p:nvSpPr>
          <p:spPr bwMode="auto">
            <a:xfrm>
              <a:off x="3379"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2" name="Line 25">
              <a:extLst>
                <a:ext uri="{FF2B5EF4-FFF2-40B4-BE49-F238E27FC236}">
                  <a16:creationId xmlns:a16="http://schemas.microsoft.com/office/drawing/2014/main" xmlns="" id="{84637CA2-3EAA-4155-B964-B8BA80E7EB63}"/>
                </a:ext>
              </a:extLst>
            </p:cNvPr>
            <p:cNvSpPr>
              <a:spLocks noChangeShapeType="1"/>
            </p:cNvSpPr>
            <p:nvPr/>
          </p:nvSpPr>
          <p:spPr bwMode="auto">
            <a:xfrm>
              <a:off x="4771"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4" name="Line 28">
              <a:extLst>
                <a:ext uri="{FF2B5EF4-FFF2-40B4-BE49-F238E27FC236}">
                  <a16:creationId xmlns:a16="http://schemas.microsoft.com/office/drawing/2014/main" xmlns="" id="{2C1DDB6D-F8B0-4394-99E8-03031BB915F8}"/>
                </a:ext>
              </a:extLst>
            </p:cNvPr>
            <p:cNvSpPr>
              <a:spLocks noChangeShapeType="1"/>
            </p:cNvSpPr>
            <p:nvPr/>
          </p:nvSpPr>
          <p:spPr bwMode="auto">
            <a:xfrm>
              <a:off x="3379" y="2695"/>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5" name="Line 29">
              <a:extLst>
                <a:ext uri="{FF2B5EF4-FFF2-40B4-BE49-F238E27FC236}">
                  <a16:creationId xmlns:a16="http://schemas.microsoft.com/office/drawing/2014/main" xmlns="" id="{9208C3F1-CC35-45A8-BE46-EFF19D248F46}"/>
                </a:ext>
              </a:extLst>
            </p:cNvPr>
            <p:cNvSpPr>
              <a:spLocks noChangeShapeType="1"/>
            </p:cNvSpPr>
            <p:nvPr/>
          </p:nvSpPr>
          <p:spPr bwMode="auto">
            <a:xfrm>
              <a:off x="3379" y="3366"/>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6" name="Line 30">
              <a:extLst>
                <a:ext uri="{FF2B5EF4-FFF2-40B4-BE49-F238E27FC236}">
                  <a16:creationId xmlns:a16="http://schemas.microsoft.com/office/drawing/2014/main" xmlns="" id="{6FF34FD8-821C-4702-AF18-8C4EF436C27D}"/>
                </a:ext>
              </a:extLst>
            </p:cNvPr>
            <p:cNvSpPr>
              <a:spLocks noChangeShapeType="1"/>
            </p:cNvSpPr>
            <p:nvPr/>
          </p:nvSpPr>
          <p:spPr bwMode="auto">
            <a:xfrm>
              <a:off x="3379"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7" name="Line 31">
              <a:extLst>
                <a:ext uri="{FF2B5EF4-FFF2-40B4-BE49-F238E27FC236}">
                  <a16:creationId xmlns:a16="http://schemas.microsoft.com/office/drawing/2014/main" xmlns="" id="{615E01B4-8D04-4069-8E42-620858CED9A7}"/>
                </a:ext>
              </a:extLst>
            </p:cNvPr>
            <p:cNvSpPr>
              <a:spLocks noChangeShapeType="1"/>
            </p:cNvSpPr>
            <p:nvPr/>
          </p:nvSpPr>
          <p:spPr bwMode="auto">
            <a:xfrm>
              <a:off x="4771"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8" name="Rectangle 33">
              <a:extLst>
                <a:ext uri="{FF2B5EF4-FFF2-40B4-BE49-F238E27FC236}">
                  <a16:creationId xmlns:a16="http://schemas.microsoft.com/office/drawing/2014/main" xmlns="" id="{6DF93113-9FEF-42A3-AF41-B27DD6E1C524}"/>
                </a:ext>
              </a:extLst>
            </p:cNvPr>
            <p:cNvSpPr>
              <a:spLocks noChangeArrowheads="1"/>
            </p:cNvSpPr>
            <p:nvPr/>
          </p:nvSpPr>
          <p:spPr bwMode="auto">
            <a:xfrm>
              <a:off x="3379" y="2263"/>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lnSpc>
                  <a:spcPct val="150000"/>
                </a:lnSpc>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网络层</a:t>
              </a:r>
            </a:p>
          </p:txBody>
        </p:sp>
        <p:sp>
          <p:nvSpPr>
            <p:cNvPr id="39" name="Line 36">
              <a:extLst>
                <a:ext uri="{FF2B5EF4-FFF2-40B4-BE49-F238E27FC236}">
                  <a16:creationId xmlns:a16="http://schemas.microsoft.com/office/drawing/2014/main" xmlns="" id="{021EB0D5-3D3B-4EBB-A693-7D178CCE8352}"/>
                </a:ext>
              </a:extLst>
            </p:cNvPr>
            <p:cNvSpPr>
              <a:spLocks noChangeShapeType="1"/>
            </p:cNvSpPr>
            <p:nvPr/>
          </p:nvSpPr>
          <p:spPr bwMode="auto">
            <a:xfrm>
              <a:off x="3379" y="2263"/>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40" name="Line 37">
              <a:extLst>
                <a:ext uri="{FF2B5EF4-FFF2-40B4-BE49-F238E27FC236}">
                  <a16:creationId xmlns:a16="http://schemas.microsoft.com/office/drawing/2014/main" xmlns="" id="{0360C763-F23D-4BC1-BCF4-C2E2C86F734E}"/>
                </a:ext>
              </a:extLst>
            </p:cNvPr>
            <p:cNvSpPr>
              <a:spLocks noChangeShapeType="1"/>
            </p:cNvSpPr>
            <p:nvPr/>
          </p:nvSpPr>
          <p:spPr bwMode="auto">
            <a:xfrm>
              <a:off x="4771" y="2263"/>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3" name="Rectangle 27">
              <a:extLst>
                <a:ext uri="{FF2B5EF4-FFF2-40B4-BE49-F238E27FC236}">
                  <a16:creationId xmlns:a16="http://schemas.microsoft.com/office/drawing/2014/main" xmlns="" id="{34D7D82A-D63D-4EB3-9C2A-247BEB3E7453}"/>
                </a:ext>
              </a:extLst>
            </p:cNvPr>
            <p:cNvSpPr>
              <a:spLocks noChangeArrowheads="1"/>
            </p:cNvSpPr>
            <p:nvPr/>
          </p:nvSpPr>
          <p:spPr bwMode="auto">
            <a:xfrm>
              <a:off x="3379" y="2695"/>
              <a:ext cx="1392" cy="37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lnSpc>
                  <a:spcPct val="120000"/>
                </a:lnSpc>
                <a:spcBef>
                  <a:spcPct val="20000"/>
                </a:spcBef>
                <a:buClr>
                  <a:schemeClr val="tx2"/>
                </a:buClr>
                <a:buSzPct val="90000"/>
                <a:buFont typeface="Symbol" pitchFamily="18" charset="2"/>
                <a:buNone/>
                <a:defRPr/>
              </a:pPr>
              <a:r>
                <a:rPr kumimoji="1" lang="zh-CN" altLang="en-US" sz="2800" dirty="0">
                  <a:solidFill>
                    <a:schemeClr val="tx2">
                      <a:lumMod val="60000"/>
                      <a:lumOff val="40000"/>
                    </a:schemeClr>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数据链路层</a:t>
              </a:r>
            </a:p>
          </p:txBody>
        </p:sp>
        <p:sp>
          <p:nvSpPr>
            <p:cNvPr id="41" name="Rectangle 39">
              <a:extLst>
                <a:ext uri="{FF2B5EF4-FFF2-40B4-BE49-F238E27FC236}">
                  <a16:creationId xmlns:a16="http://schemas.microsoft.com/office/drawing/2014/main" xmlns="" id="{3DF8ACD1-EC3E-4577-B3D4-5EB654CBFF4B}"/>
                </a:ext>
              </a:extLst>
            </p:cNvPr>
            <p:cNvSpPr>
              <a:spLocks noChangeArrowheads="1"/>
            </p:cNvSpPr>
            <p:nvPr/>
          </p:nvSpPr>
          <p:spPr bwMode="auto">
            <a:xfrm>
              <a:off x="3379" y="3067"/>
              <a:ext cx="1392" cy="408"/>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lnSpc>
                  <a:spcPct val="150000"/>
                </a:lnSpc>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物理层</a:t>
              </a:r>
            </a:p>
          </p:txBody>
        </p:sp>
      </p:grpSp>
      <p:sp>
        <p:nvSpPr>
          <p:cNvPr id="22" name="Rectangle 3"/>
          <p:cNvSpPr>
            <a:spLocks noGrp="1" noChangeArrowheads="1"/>
          </p:cNvSpPr>
          <p:nvPr>
            <p:ph idx="1"/>
          </p:nvPr>
        </p:nvSpPr>
        <p:spPr>
          <a:xfrm>
            <a:off x="2135560" y="1341562"/>
            <a:ext cx="8280920" cy="4896544"/>
          </a:xfrm>
        </p:spPr>
        <p:txBody>
          <a:bodyPr/>
          <a:lstStyle/>
          <a:p>
            <a:pPr>
              <a:defRPr/>
            </a:pPr>
            <a:r>
              <a:rPr lang="zh-CN" altLang="en-US" sz="3200" b="1" dirty="0" smtClean="0"/>
              <a:t>数据链路层概述</a:t>
            </a:r>
            <a:endParaRPr lang="en-US" altLang="zh-CN" sz="3200" b="1" dirty="0" smtClean="0"/>
          </a:p>
          <a:p>
            <a:pPr>
              <a:defRPr/>
            </a:pPr>
            <a:r>
              <a:rPr lang="zh-CN" altLang="en-US" b="1" dirty="0"/>
              <a:t>数据链路层的几个共同问题</a:t>
            </a:r>
            <a:endParaRPr lang="en-US" altLang="zh-CN" b="1" dirty="0"/>
          </a:p>
          <a:p>
            <a:pPr>
              <a:defRPr/>
            </a:pPr>
            <a:r>
              <a:rPr lang="zh-CN" altLang="en-US" b="1" dirty="0" smtClean="0"/>
              <a:t>点对点协议</a:t>
            </a:r>
            <a:r>
              <a:rPr lang="en-US" altLang="zh-CN" b="1" dirty="0" smtClean="0"/>
              <a:t>PPP</a:t>
            </a:r>
          </a:p>
          <a:p>
            <a:pPr>
              <a:defRPr/>
            </a:pPr>
            <a:r>
              <a:rPr lang="zh-CN" altLang="en-US" b="1" dirty="0" smtClean="0">
                <a:solidFill>
                  <a:srgbClr val="C00000"/>
                </a:solidFill>
              </a:rPr>
              <a:t>使用广播信道的数据链路层</a:t>
            </a:r>
            <a:endParaRPr lang="en-US" altLang="zh-CN" b="1" dirty="0" smtClean="0">
              <a:solidFill>
                <a:srgbClr val="C00000"/>
              </a:solidFill>
            </a:endParaRPr>
          </a:p>
          <a:p>
            <a:pPr>
              <a:defRPr/>
            </a:pPr>
            <a:r>
              <a:rPr lang="zh-CN" altLang="en-US" sz="3200" b="1" dirty="0" smtClean="0">
                <a:solidFill>
                  <a:srgbClr val="4D4D4D"/>
                </a:solidFill>
              </a:rPr>
              <a:t>扩展的以太网</a:t>
            </a:r>
            <a:endParaRPr lang="zh-CN" altLang="en-US" sz="3200" b="1" dirty="0">
              <a:solidFill>
                <a:srgbClr val="4D4D4D"/>
              </a:solidFill>
            </a:endParaRPr>
          </a:p>
          <a:p>
            <a:pPr>
              <a:defRPr/>
            </a:pPr>
            <a:r>
              <a:rPr lang="zh-CN" altLang="en-US" sz="3200" b="1" dirty="0">
                <a:solidFill>
                  <a:srgbClr val="4D4D4D"/>
                </a:solidFill>
              </a:rPr>
              <a:t>高速以太网</a:t>
            </a:r>
          </a:p>
          <a:p>
            <a:endParaRPr lang="en-US" altLang="zh-CN" b="1" dirty="0"/>
          </a:p>
          <a:p>
            <a:endParaRPr lang="zh-CN" altLang="en-US" b="1" dirty="0"/>
          </a:p>
        </p:txBody>
      </p:sp>
    </p:spTree>
    <p:extLst>
      <p:ext uri="{BB962C8B-B14F-4D97-AF65-F5344CB8AC3E}">
        <p14:creationId xmlns:p14="http://schemas.microsoft.com/office/powerpoint/2010/main" val="1614963454"/>
      </p:ext>
    </p:extLst>
  </p:cSld>
  <p:clrMapOvr>
    <a:masterClrMapping/>
  </p:clrMapOvr>
  <p:transition>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noChangeArrowheads="1"/>
          </p:cNvSpPr>
          <p:nvPr>
            <p:ph idx="1"/>
          </p:nvPr>
        </p:nvSpPr>
        <p:spPr>
          <a:xfrm>
            <a:off x="442800" y="1267199"/>
            <a:ext cx="11269030" cy="4896000"/>
          </a:xfrm>
        </p:spPr>
        <p:txBody>
          <a:bodyPr/>
          <a:lstStyle/>
          <a:p>
            <a:r>
              <a:rPr lang="zh-CN" altLang="en-US" sz="3200" b="1" dirty="0" smtClean="0">
                <a:solidFill>
                  <a:srgbClr val="4D4D4D"/>
                </a:solidFill>
              </a:rPr>
              <a:t>局域网使用的就是</a:t>
            </a:r>
            <a:r>
              <a:rPr lang="zh-CN" altLang="en-US" sz="3200" b="1" dirty="0" smtClean="0">
                <a:solidFill>
                  <a:srgbClr val="C00000"/>
                </a:solidFill>
              </a:rPr>
              <a:t>广播信道</a:t>
            </a:r>
            <a:r>
              <a:rPr lang="zh-CN" altLang="en-US" sz="3200" b="1" dirty="0" smtClean="0">
                <a:solidFill>
                  <a:srgbClr val="4D4D4D"/>
                </a:solidFill>
              </a:rPr>
              <a:t>。</a:t>
            </a:r>
            <a:endParaRPr lang="en-US" altLang="zh-CN" sz="3200" b="1" dirty="0" smtClean="0">
              <a:solidFill>
                <a:srgbClr val="4D4D4D"/>
              </a:solidFill>
            </a:endParaRPr>
          </a:p>
          <a:p>
            <a:r>
              <a:rPr lang="zh-CN" altLang="en-US" sz="3200" b="1" dirty="0" smtClean="0">
                <a:solidFill>
                  <a:srgbClr val="4D4D4D"/>
                </a:solidFill>
              </a:rPr>
              <a:t>局域网最主要</a:t>
            </a:r>
            <a:r>
              <a:rPr lang="zh-CN" altLang="en-US" sz="3200" b="1" dirty="0">
                <a:solidFill>
                  <a:srgbClr val="4D4D4D"/>
                </a:solidFill>
              </a:rPr>
              <a:t>的特点是：网络为一个单位所拥有，且地理范围</a:t>
            </a:r>
            <a:r>
              <a:rPr lang="zh-CN" altLang="en-US" sz="3200" b="1" dirty="0" smtClean="0">
                <a:solidFill>
                  <a:srgbClr val="4D4D4D"/>
                </a:solidFill>
              </a:rPr>
              <a:t>和主机数目</a:t>
            </a:r>
            <a:r>
              <a:rPr lang="zh-CN" altLang="en-US" sz="3200" b="1" dirty="0">
                <a:solidFill>
                  <a:srgbClr val="4D4D4D"/>
                </a:solidFill>
              </a:rPr>
              <a:t>均有限。 </a:t>
            </a:r>
          </a:p>
          <a:p>
            <a:r>
              <a:rPr lang="zh-CN" altLang="en-US" b="1" dirty="0"/>
              <a:t>局域网主要</a:t>
            </a:r>
            <a:r>
              <a:rPr lang="zh-CN" altLang="en-US" b="1" dirty="0" smtClean="0"/>
              <a:t>有</a:t>
            </a:r>
            <a:r>
              <a:rPr lang="zh-CN" altLang="en-US" b="1" dirty="0"/>
              <a:t>以</a:t>
            </a:r>
            <a:r>
              <a:rPr lang="zh-CN" altLang="en-US" sz="3200" b="1" dirty="0" smtClean="0">
                <a:solidFill>
                  <a:srgbClr val="4D4D4D"/>
                </a:solidFill>
              </a:rPr>
              <a:t>下优点</a:t>
            </a:r>
            <a:r>
              <a:rPr lang="zh-CN" altLang="en-US" sz="3200" b="1" dirty="0">
                <a:solidFill>
                  <a:srgbClr val="4D4D4D"/>
                </a:solidFill>
              </a:rPr>
              <a:t>：</a:t>
            </a:r>
          </a:p>
          <a:p>
            <a:pPr lvl="1">
              <a:lnSpc>
                <a:spcPct val="140000"/>
              </a:lnSpc>
            </a:pPr>
            <a:r>
              <a:rPr lang="zh-CN" altLang="en-US" sz="2800" b="1" dirty="0">
                <a:solidFill>
                  <a:srgbClr val="4D4D4D"/>
                </a:solidFill>
                <a:cs typeface="+mn-cs"/>
              </a:rPr>
              <a:t>具有广播功能，从</a:t>
            </a:r>
            <a:r>
              <a:rPr lang="zh-CN" altLang="en-US" sz="2800" b="1" dirty="0" smtClean="0">
                <a:solidFill>
                  <a:srgbClr val="4D4D4D"/>
                </a:solidFill>
                <a:cs typeface="+mn-cs"/>
              </a:rPr>
              <a:t>一</a:t>
            </a:r>
            <a:r>
              <a:rPr lang="zh-CN" altLang="en-US" b="1" dirty="0">
                <a:cs typeface="+mn-cs"/>
              </a:rPr>
              <a:t>台</a:t>
            </a:r>
            <a:r>
              <a:rPr lang="zh-CN" altLang="en-US" sz="2800" b="1" dirty="0" smtClean="0">
                <a:solidFill>
                  <a:srgbClr val="4D4D4D"/>
                </a:solidFill>
                <a:cs typeface="+mn-cs"/>
              </a:rPr>
              <a:t>主机可以很</a:t>
            </a:r>
            <a:r>
              <a:rPr lang="zh-CN" altLang="en-US" sz="2800" b="1" dirty="0">
                <a:solidFill>
                  <a:srgbClr val="4D4D4D"/>
                </a:solidFill>
                <a:cs typeface="+mn-cs"/>
              </a:rPr>
              <a:t>方便地访问全网。局域网上的主机可共享连接</a:t>
            </a:r>
            <a:r>
              <a:rPr lang="zh-CN" altLang="en-US" sz="2800" b="1" dirty="0" smtClean="0">
                <a:solidFill>
                  <a:srgbClr val="4D4D4D"/>
                </a:solidFill>
                <a:cs typeface="+mn-cs"/>
              </a:rPr>
              <a:t>在同一个局域网</a:t>
            </a:r>
            <a:r>
              <a:rPr lang="zh-CN" altLang="en-US" sz="2800" b="1" dirty="0">
                <a:solidFill>
                  <a:srgbClr val="4D4D4D"/>
                </a:solidFill>
                <a:cs typeface="+mn-cs"/>
              </a:rPr>
              <a:t>上的各种硬件和软件资源。 </a:t>
            </a:r>
          </a:p>
          <a:p>
            <a:pPr lvl="1">
              <a:lnSpc>
                <a:spcPct val="140000"/>
              </a:lnSpc>
            </a:pPr>
            <a:r>
              <a:rPr lang="zh-CN" altLang="en-US" sz="2800" b="1" dirty="0">
                <a:solidFill>
                  <a:srgbClr val="4D4D4D"/>
                </a:solidFill>
                <a:cs typeface="+mn-cs"/>
              </a:rPr>
              <a:t>便于系统的扩展和</a:t>
            </a:r>
            <a:r>
              <a:rPr lang="zh-CN" altLang="en-US" sz="2800" b="1" dirty="0" smtClean="0">
                <a:solidFill>
                  <a:srgbClr val="4D4D4D"/>
                </a:solidFill>
                <a:cs typeface="+mn-cs"/>
              </a:rPr>
              <a:t>逐渐演变</a:t>
            </a:r>
            <a:r>
              <a:rPr lang="zh-CN" altLang="en-US" sz="2800" b="1" dirty="0">
                <a:solidFill>
                  <a:srgbClr val="4D4D4D"/>
                </a:solidFill>
                <a:cs typeface="+mn-cs"/>
              </a:rPr>
              <a:t>，各设备的位置可灵活调整和改变。</a:t>
            </a:r>
          </a:p>
          <a:p>
            <a:pPr lvl="1">
              <a:lnSpc>
                <a:spcPct val="140000"/>
              </a:lnSpc>
            </a:pPr>
            <a:r>
              <a:rPr lang="zh-CN" altLang="en-US" sz="2800" b="1" dirty="0">
                <a:solidFill>
                  <a:srgbClr val="4D4D4D"/>
                </a:solidFill>
                <a:cs typeface="+mn-cs"/>
              </a:rPr>
              <a:t>提高了系统的可靠性、可用性和生存性。</a:t>
            </a:r>
          </a:p>
        </p:txBody>
      </p:sp>
      <p:sp>
        <p:nvSpPr>
          <p:cNvPr id="50178" name="Rectangle 2"/>
          <p:cNvSpPr>
            <a:spLocks noGrp="1" noChangeArrowheads="1"/>
          </p:cNvSpPr>
          <p:nvPr>
            <p:ph type="title"/>
          </p:nvPr>
        </p:nvSpPr>
        <p:spPr/>
        <p:txBody>
          <a:bodyPr/>
          <a:lstStyle/>
          <a:p>
            <a:r>
              <a:rPr lang="en-US" altLang="zh-CN" sz="4000" dirty="0" smtClean="0">
                <a:solidFill>
                  <a:srgbClr val="FFFFFF"/>
                </a:solidFill>
              </a:rPr>
              <a:t>3.3.1 </a:t>
            </a:r>
            <a:r>
              <a:rPr lang="zh-CN" altLang="en-US" sz="4000" dirty="0" smtClean="0">
                <a:solidFill>
                  <a:srgbClr val="FFFFFF"/>
                </a:solidFill>
              </a:rPr>
              <a:t>局域网的数据链路层</a:t>
            </a:r>
            <a:endParaRPr lang="zh-CN" altLang="en-US" sz="4000" dirty="0">
              <a:solidFill>
                <a:srgbClr val="FFFFFF"/>
              </a:solidFill>
            </a:endParaRPr>
          </a:p>
        </p:txBody>
      </p:sp>
    </p:spTree>
    <p:extLst>
      <p:ext uri="{BB962C8B-B14F-4D97-AF65-F5344CB8AC3E}">
        <p14:creationId xmlns:p14="http://schemas.microsoft.com/office/powerpoint/2010/main" val="19043741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0179">
                                            <p:txEl>
                                              <p:pRg st="1" end="1"/>
                                            </p:txEl>
                                          </p:spTgt>
                                        </p:tgtEl>
                                        <p:attrNameLst>
                                          <p:attrName>style.visibility</p:attrName>
                                        </p:attrNameLst>
                                      </p:cBhvr>
                                      <p:to>
                                        <p:strVal val="visible"/>
                                      </p:to>
                                    </p:set>
                                    <p:animEffect transition="in" filter="fade">
                                      <p:cBhvr>
                                        <p:cTn id="7" dur="1000"/>
                                        <p:tgtEl>
                                          <p:spTgt spid="50179">
                                            <p:txEl>
                                              <p:pRg st="1" end="1"/>
                                            </p:txEl>
                                          </p:spTgt>
                                        </p:tgtEl>
                                      </p:cBhvr>
                                    </p:animEffect>
                                    <p:anim calcmode="lin" valueType="num">
                                      <p:cBhvr>
                                        <p:cTn id="8" dur="1000" fill="hold"/>
                                        <p:tgtEl>
                                          <p:spTgt spid="5017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017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0179">
                                            <p:txEl>
                                              <p:pRg st="2" end="2"/>
                                            </p:txEl>
                                          </p:spTgt>
                                        </p:tgtEl>
                                        <p:attrNameLst>
                                          <p:attrName>style.visibility</p:attrName>
                                        </p:attrNameLst>
                                      </p:cBhvr>
                                      <p:to>
                                        <p:strVal val="visible"/>
                                      </p:to>
                                    </p:set>
                                    <p:animEffect transition="in" filter="fade">
                                      <p:cBhvr>
                                        <p:cTn id="14" dur="1000"/>
                                        <p:tgtEl>
                                          <p:spTgt spid="50179">
                                            <p:txEl>
                                              <p:pRg st="2" end="2"/>
                                            </p:txEl>
                                          </p:spTgt>
                                        </p:tgtEl>
                                      </p:cBhvr>
                                    </p:animEffect>
                                    <p:anim calcmode="lin" valueType="num">
                                      <p:cBhvr>
                                        <p:cTn id="15" dur="1000" fill="hold"/>
                                        <p:tgtEl>
                                          <p:spTgt spid="50179">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50179">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50179">
                                            <p:txEl>
                                              <p:pRg st="3" end="3"/>
                                            </p:txEl>
                                          </p:spTgt>
                                        </p:tgtEl>
                                        <p:attrNameLst>
                                          <p:attrName>style.visibility</p:attrName>
                                        </p:attrNameLst>
                                      </p:cBhvr>
                                      <p:to>
                                        <p:strVal val="visible"/>
                                      </p:to>
                                    </p:set>
                                    <p:animEffect transition="in" filter="fade">
                                      <p:cBhvr>
                                        <p:cTn id="19" dur="1000"/>
                                        <p:tgtEl>
                                          <p:spTgt spid="50179">
                                            <p:txEl>
                                              <p:pRg st="3" end="3"/>
                                            </p:txEl>
                                          </p:spTgt>
                                        </p:tgtEl>
                                      </p:cBhvr>
                                    </p:animEffect>
                                    <p:anim calcmode="lin" valueType="num">
                                      <p:cBhvr>
                                        <p:cTn id="20" dur="1000" fill="hold"/>
                                        <p:tgtEl>
                                          <p:spTgt spid="50179">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50179">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50179">
                                            <p:txEl>
                                              <p:pRg st="4" end="4"/>
                                            </p:txEl>
                                          </p:spTgt>
                                        </p:tgtEl>
                                        <p:attrNameLst>
                                          <p:attrName>style.visibility</p:attrName>
                                        </p:attrNameLst>
                                      </p:cBhvr>
                                      <p:to>
                                        <p:strVal val="visible"/>
                                      </p:to>
                                    </p:set>
                                    <p:animEffect transition="in" filter="fade">
                                      <p:cBhvr>
                                        <p:cTn id="24" dur="1000"/>
                                        <p:tgtEl>
                                          <p:spTgt spid="50179">
                                            <p:txEl>
                                              <p:pRg st="4" end="4"/>
                                            </p:txEl>
                                          </p:spTgt>
                                        </p:tgtEl>
                                      </p:cBhvr>
                                    </p:animEffect>
                                    <p:anim calcmode="lin" valueType="num">
                                      <p:cBhvr>
                                        <p:cTn id="25" dur="1000" fill="hold"/>
                                        <p:tgtEl>
                                          <p:spTgt spid="50179">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50179">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50179">
                                            <p:txEl>
                                              <p:pRg st="5" end="5"/>
                                            </p:txEl>
                                          </p:spTgt>
                                        </p:tgtEl>
                                        <p:attrNameLst>
                                          <p:attrName>style.visibility</p:attrName>
                                        </p:attrNameLst>
                                      </p:cBhvr>
                                      <p:to>
                                        <p:strVal val="visible"/>
                                      </p:to>
                                    </p:set>
                                    <p:animEffect transition="in" filter="fade">
                                      <p:cBhvr>
                                        <p:cTn id="29" dur="1000"/>
                                        <p:tgtEl>
                                          <p:spTgt spid="50179">
                                            <p:txEl>
                                              <p:pRg st="5" end="5"/>
                                            </p:txEl>
                                          </p:spTgt>
                                        </p:tgtEl>
                                      </p:cBhvr>
                                    </p:animEffect>
                                    <p:anim calcmode="lin" valueType="num">
                                      <p:cBhvr>
                                        <p:cTn id="30" dur="1000" fill="hold"/>
                                        <p:tgtEl>
                                          <p:spTgt spid="50179">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50179">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Line 3"/>
          <p:cNvSpPr>
            <a:spLocks noChangeShapeType="1"/>
          </p:cNvSpPr>
          <p:nvPr/>
        </p:nvSpPr>
        <p:spPr bwMode="auto">
          <a:xfrm flipH="1" flipV="1">
            <a:off x="2302247" y="2472725"/>
            <a:ext cx="711107" cy="45730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48131" name="Line 4"/>
          <p:cNvSpPr>
            <a:spLocks noChangeShapeType="1"/>
          </p:cNvSpPr>
          <p:nvPr/>
        </p:nvSpPr>
        <p:spPr bwMode="auto">
          <a:xfrm flipV="1">
            <a:off x="3216527" y="2396507"/>
            <a:ext cx="0" cy="53352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48132" name="Line 5"/>
          <p:cNvSpPr>
            <a:spLocks noChangeShapeType="1"/>
          </p:cNvSpPr>
          <p:nvPr/>
        </p:nvSpPr>
        <p:spPr bwMode="auto">
          <a:xfrm flipH="1">
            <a:off x="2403833" y="3158684"/>
            <a:ext cx="567193" cy="36521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48133" name="Line 6"/>
          <p:cNvSpPr>
            <a:spLocks noChangeShapeType="1"/>
          </p:cNvSpPr>
          <p:nvPr/>
        </p:nvSpPr>
        <p:spPr bwMode="auto">
          <a:xfrm>
            <a:off x="3216527" y="3158684"/>
            <a:ext cx="897350" cy="506529"/>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48134" name="Line 7"/>
          <p:cNvSpPr>
            <a:spLocks noChangeShapeType="1"/>
          </p:cNvSpPr>
          <p:nvPr/>
        </p:nvSpPr>
        <p:spPr bwMode="auto">
          <a:xfrm flipV="1">
            <a:off x="3318114" y="2625160"/>
            <a:ext cx="711107" cy="3810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48135" name="Rectangle 8"/>
          <p:cNvSpPr>
            <a:spLocks noChangeArrowheads="1"/>
          </p:cNvSpPr>
          <p:nvPr/>
        </p:nvSpPr>
        <p:spPr bwMode="auto">
          <a:xfrm>
            <a:off x="2911767" y="2853813"/>
            <a:ext cx="491003" cy="368385"/>
          </a:xfrm>
          <a:prstGeom prst="rect">
            <a:avLst/>
          </a:prstGeom>
          <a:solidFill>
            <a:schemeClr val="bg1"/>
          </a:solidFill>
          <a:ln w="25400">
            <a:solidFill>
              <a:srgbClr val="333399"/>
            </a:solidFill>
            <a:miter lim="800000"/>
            <a:headEnd/>
            <a:tailEnd/>
          </a:ln>
          <a:effectLst>
            <a:outerShdw dist="35921" dir="2700000" algn="ctr" rotWithShape="0">
              <a:schemeClr val="bg2"/>
            </a:outerShdw>
          </a:effectLst>
        </p:spPr>
        <p:txBody>
          <a:bodyPr wrap="none" lIns="108850" tIns="54425" rIns="108850" bIns="54425" anchor="ctr"/>
          <a:lstStyle/>
          <a:p>
            <a:pPr eaLnBrk="1" hangingPunct="1"/>
            <a:endParaRPr lang="zh-CN" altLang="en-US" b="1"/>
          </a:p>
        </p:txBody>
      </p:sp>
      <p:sp>
        <p:nvSpPr>
          <p:cNvPr id="48140" name="Line 13"/>
          <p:cNvSpPr>
            <a:spLocks noChangeShapeType="1"/>
          </p:cNvSpPr>
          <p:nvPr/>
        </p:nvSpPr>
        <p:spPr bwMode="auto">
          <a:xfrm>
            <a:off x="7085678" y="3438420"/>
            <a:ext cx="2874059"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48141" name="Rectangle 14"/>
          <p:cNvSpPr>
            <a:spLocks noChangeArrowheads="1"/>
          </p:cNvSpPr>
          <p:nvPr/>
        </p:nvSpPr>
        <p:spPr bwMode="auto">
          <a:xfrm>
            <a:off x="9896245" y="3387608"/>
            <a:ext cx="135449" cy="101624"/>
          </a:xfrm>
          <a:prstGeom prst="rect">
            <a:avLst/>
          </a:prstGeom>
          <a:solidFill>
            <a:schemeClr val="tx1"/>
          </a:solidFill>
          <a:ln w="12700">
            <a:solidFill>
              <a:srgbClr val="333399"/>
            </a:solidFill>
            <a:miter lim="800000"/>
            <a:headEnd/>
            <a:tailEnd/>
          </a:ln>
        </p:spPr>
        <p:txBody>
          <a:bodyPr wrap="none" lIns="108850" tIns="54425" rIns="108850" bIns="54425" anchor="ctr"/>
          <a:lstStyle/>
          <a:p>
            <a:pPr eaLnBrk="1" hangingPunct="1"/>
            <a:endParaRPr lang="zh-CN" altLang="en-US" b="1"/>
          </a:p>
        </p:txBody>
      </p:sp>
      <p:sp>
        <p:nvSpPr>
          <p:cNvPr id="48142" name="Rectangle 15"/>
          <p:cNvSpPr>
            <a:spLocks noChangeArrowheads="1"/>
          </p:cNvSpPr>
          <p:nvPr/>
        </p:nvSpPr>
        <p:spPr bwMode="auto">
          <a:xfrm>
            <a:off x="6937530" y="3387608"/>
            <a:ext cx="135449" cy="101624"/>
          </a:xfrm>
          <a:prstGeom prst="rect">
            <a:avLst/>
          </a:prstGeom>
          <a:solidFill>
            <a:schemeClr val="tx1"/>
          </a:solidFill>
          <a:ln w="12700">
            <a:solidFill>
              <a:srgbClr val="333399"/>
            </a:solidFill>
            <a:miter lim="800000"/>
            <a:headEnd/>
            <a:tailEnd/>
          </a:ln>
        </p:spPr>
        <p:txBody>
          <a:bodyPr wrap="none" lIns="108850" tIns="54425" rIns="108850" bIns="54425" anchor="ctr"/>
          <a:lstStyle/>
          <a:p>
            <a:pPr eaLnBrk="1" hangingPunct="1"/>
            <a:endParaRPr lang="zh-CN" altLang="en-US" b="1"/>
          </a:p>
        </p:txBody>
      </p:sp>
      <p:sp>
        <p:nvSpPr>
          <p:cNvPr id="48143" name="Line 16"/>
          <p:cNvSpPr>
            <a:spLocks noChangeShapeType="1"/>
          </p:cNvSpPr>
          <p:nvPr/>
        </p:nvSpPr>
        <p:spPr bwMode="auto">
          <a:xfrm flipV="1">
            <a:off x="7652870" y="3120847"/>
            <a:ext cx="0" cy="320749"/>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48144" name="Line 17"/>
          <p:cNvSpPr>
            <a:spLocks noChangeShapeType="1"/>
          </p:cNvSpPr>
          <p:nvPr/>
        </p:nvSpPr>
        <p:spPr bwMode="auto">
          <a:xfrm>
            <a:off x="8160804" y="3451123"/>
            <a:ext cx="0" cy="34615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48145" name="Line 18"/>
          <p:cNvSpPr>
            <a:spLocks noChangeShapeType="1"/>
          </p:cNvSpPr>
          <p:nvPr/>
        </p:nvSpPr>
        <p:spPr bwMode="auto">
          <a:xfrm flipV="1">
            <a:off x="8795722" y="3092265"/>
            <a:ext cx="0" cy="35885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48146" name="Line 19"/>
          <p:cNvSpPr>
            <a:spLocks noChangeShapeType="1"/>
          </p:cNvSpPr>
          <p:nvPr/>
        </p:nvSpPr>
        <p:spPr bwMode="auto">
          <a:xfrm>
            <a:off x="9443337" y="3451123"/>
            <a:ext cx="0" cy="34615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48155" name="Rectangle 28"/>
          <p:cNvSpPr>
            <a:spLocks noChangeArrowheads="1"/>
          </p:cNvSpPr>
          <p:nvPr/>
        </p:nvSpPr>
        <p:spPr bwMode="auto">
          <a:xfrm>
            <a:off x="10222170" y="4465771"/>
            <a:ext cx="1448644" cy="476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2400" b="1">
                <a:solidFill>
                  <a:srgbClr val="333399"/>
                </a:solidFill>
                <a:latin typeface="Times New Roman" pitchFamily="18" charset="0"/>
                <a:ea typeface="黑体" pitchFamily="49" charset="-122"/>
              </a:rPr>
              <a:t>匹配电阻</a:t>
            </a:r>
          </a:p>
        </p:txBody>
      </p:sp>
      <p:sp>
        <p:nvSpPr>
          <p:cNvPr id="48156" name="Line 29"/>
          <p:cNvSpPr>
            <a:spLocks noChangeShapeType="1"/>
          </p:cNvSpPr>
          <p:nvPr/>
        </p:nvSpPr>
        <p:spPr bwMode="auto">
          <a:xfrm>
            <a:off x="10031695" y="3528929"/>
            <a:ext cx="480421" cy="936842"/>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48158" name="Rectangle 31"/>
          <p:cNvSpPr>
            <a:spLocks noChangeArrowheads="1"/>
          </p:cNvSpPr>
          <p:nvPr/>
        </p:nvSpPr>
        <p:spPr bwMode="auto">
          <a:xfrm>
            <a:off x="4594298" y="2585463"/>
            <a:ext cx="1140868" cy="476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2400" b="1" dirty="0">
                <a:solidFill>
                  <a:srgbClr val="333399"/>
                </a:solidFill>
                <a:latin typeface="Times New Roman" pitchFamily="18" charset="0"/>
                <a:ea typeface="黑体" pitchFamily="49" charset="-122"/>
              </a:rPr>
              <a:t>集线器</a:t>
            </a:r>
          </a:p>
        </p:txBody>
      </p:sp>
      <p:sp>
        <p:nvSpPr>
          <p:cNvPr id="48160" name="Line 33"/>
          <p:cNvSpPr>
            <a:spLocks noChangeShapeType="1"/>
          </p:cNvSpPr>
          <p:nvPr/>
        </p:nvSpPr>
        <p:spPr bwMode="auto">
          <a:xfrm flipH="1" flipV="1">
            <a:off x="2317449" y="4660032"/>
            <a:ext cx="158729" cy="123854"/>
          </a:xfrm>
          <a:prstGeom prst="line">
            <a:avLst/>
          </a:prstGeom>
          <a:noFill/>
          <a:ln w="25400">
            <a:solidFill>
              <a:srgbClr val="333399"/>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48161" name="Rectangle 34"/>
          <p:cNvSpPr>
            <a:spLocks noChangeArrowheads="1"/>
          </p:cNvSpPr>
          <p:nvPr/>
        </p:nvSpPr>
        <p:spPr bwMode="auto">
          <a:xfrm>
            <a:off x="4270878" y="4987133"/>
            <a:ext cx="1756421" cy="476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2400" b="1">
                <a:solidFill>
                  <a:srgbClr val="333399"/>
                </a:solidFill>
                <a:latin typeface="Times New Roman" pitchFamily="18" charset="0"/>
                <a:ea typeface="黑体" pitchFamily="49" charset="-122"/>
              </a:rPr>
              <a:t>干线耦合器</a:t>
            </a:r>
          </a:p>
        </p:txBody>
      </p:sp>
      <p:sp>
        <p:nvSpPr>
          <p:cNvPr id="48162" name="Line 35"/>
          <p:cNvSpPr>
            <a:spLocks noChangeShapeType="1"/>
          </p:cNvSpPr>
          <p:nvPr/>
        </p:nvSpPr>
        <p:spPr bwMode="auto">
          <a:xfrm flipH="1">
            <a:off x="3648659" y="4661621"/>
            <a:ext cx="148147" cy="104799"/>
          </a:xfrm>
          <a:prstGeom prst="line">
            <a:avLst/>
          </a:prstGeom>
          <a:noFill/>
          <a:ln w="25400">
            <a:solidFill>
              <a:srgbClr val="333399"/>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48163" name="Line 36"/>
          <p:cNvSpPr>
            <a:spLocks noChangeShapeType="1"/>
          </p:cNvSpPr>
          <p:nvPr/>
        </p:nvSpPr>
        <p:spPr bwMode="auto">
          <a:xfrm flipH="1" flipV="1">
            <a:off x="3674056" y="5606401"/>
            <a:ext cx="175661" cy="13973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48164" name="Line 37"/>
          <p:cNvSpPr>
            <a:spLocks noChangeShapeType="1"/>
          </p:cNvSpPr>
          <p:nvPr/>
        </p:nvSpPr>
        <p:spPr bwMode="auto">
          <a:xfrm flipH="1">
            <a:off x="2357660" y="5614340"/>
            <a:ext cx="192591" cy="15402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48165" name="Oval 38"/>
          <p:cNvSpPr>
            <a:spLocks noChangeArrowheads="1"/>
          </p:cNvSpPr>
          <p:nvPr/>
        </p:nvSpPr>
        <p:spPr bwMode="auto">
          <a:xfrm rot="-2760000">
            <a:off x="2485335" y="4548345"/>
            <a:ext cx="1204963" cy="1237162"/>
          </a:xfrm>
          <a:prstGeom prst="ellipse">
            <a:avLst/>
          </a:prstGeom>
          <a:solidFill>
            <a:schemeClr val="bg1"/>
          </a:solidFill>
          <a:ln w="28575">
            <a:solidFill>
              <a:srgbClr val="333399"/>
            </a:solidFill>
            <a:round/>
            <a:headEnd/>
            <a:tailEnd/>
          </a:ln>
        </p:spPr>
        <p:txBody>
          <a:bodyPr wrap="none" lIns="108850" tIns="54425" rIns="108850" bIns="54425" anchor="ctr"/>
          <a:lstStyle/>
          <a:p>
            <a:pPr eaLnBrk="1" hangingPunct="1"/>
            <a:endParaRPr lang="zh-CN" altLang="en-US" b="1"/>
          </a:p>
        </p:txBody>
      </p:sp>
      <p:sp>
        <p:nvSpPr>
          <p:cNvPr id="48166" name="Rectangle 39"/>
          <p:cNvSpPr>
            <a:spLocks noChangeArrowheads="1"/>
          </p:cNvSpPr>
          <p:nvPr/>
        </p:nvSpPr>
        <p:spPr bwMode="auto">
          <a:xfrm rot="-2760000">
            <a:off x="2432131" y="4716688"/>
            <a:ext cx="136557" cy="118518"/>
          </a:xfrm>
          <a:prstGeom prst="rect">
            <a:avLst/>
          </a:prstGeom>
          <a:solidFill>
            <a:schemeClr val="bg1"/>
          </a:solidFill>
          <a:ln w="28575">
            <a:solidFill>
              <a:srgbClr val="333399"/>
            </a:solidFill>
            <a:miter lim="800000"/>
            <a:headEnd/>
            <a:tailEnd/>
          </a:ln>
        </p:spPr>
        <p:txBody>
          <a:bodyPr wrap="none" lIns="108850" tIns="54425" rIns="108850" bIns="54425" anchor="ctr"/>
          <a:lstStyle/>
          <a:p>
            <a:pPr eaLnBrk="1" hangingPunct="1"/>
            <a:endParaRPr lang="zh-CN" altLang="en-US" b="1"/>
          </a:p>
        </p:txBody>
      </p:sp>
      <p:sp>
        <p:nvSpPr>
          <p:cNvPr id="48167" name="Rectangle 40"/>
          <p:cNvSpPr>
            <a:spLocks noChangeArrowheads="1"/>
          </p:cNvSpPr>
          <p:nvPr/>
        </p:nvSpPr>
        <p:spPr bwMode="auto">
          <a:xfrm rot="-2760000">
            <a:off x="3563663" y="5543967"/>
            <a:ext cx="136557" cy="118518"/>
          </a:xfrm>
          <a:prstGeom prst="rect">
            <a:avLst/>
          </a:prstGeom>
          <a:solidFill>
            <a:schemeClr val="bg1"/>
          </a:solidFill>
          <a:ln w="25400">
            <a:solidFill>
              <a:srgbClr val="333399"/>
            </a:solidFill>
            <a:miter lim="800000"/>
            <a:headEnd/>
            <a:tailEnd/>
          </a:ln>
        </p:spPr>
        <p:txBody>
          <a:bodyPr wrap="none" lIns="108850" tIns="54425" rIns="108850" bIns="54425" anchor="ctr"/>
          <a:lstStyle/>
          <a:p>
            <a:pPr eaLnBrk="1" hangingPunct="1"/>
            <a:endParaRPr lang="zh-CN" altLang="en-US" b="1"/>
          </a:p>
        </p:txBody>
      </p:sp>
      <p:sp>
        <p:nvSpPr>
          <p:cNvPr id="48168" name="Rectangle 41"/>
          <p:cNvSpPr>
            <a:spLocks noChangeArrowheads="1"/>
          </p:cNvSpPr>
          <p:nvPr/>
        </p:nvSpPr>
        <p:spPr bwMode="auto">
          <a:xfrm rot="-2760000">
            <a:off x="3570572" y="4670651"/>
            <a:ext cx="88921" cy="182010"/>
          </a:xfrm>
          <a:prstGeom prst="rect">
            <a:avLst/>
          </a:prstGeom>
          <a:solidFill>
            <a:schemeClr val="bg1"/>
          </a:solidFill>
          <a:ln w="28575">
            <a:solidFill>
              <a:srgbClr val="333399"/>
            </a:solidFill>
            <a:miter lim="800000"/>
            <a:headEnd/>
            <a:tailEnd/>
          </a:ln>
        </p:spPr>
        <p:txBody>
          <a:bodyPr wrap="none" lIns="108850" tIns="54425" rIns="108850" bIns="54425" anchor="ctr"/>
          <a:lstStyle/>
          <a:p>
            <a:pPr eaLnBrk="1" hangingPunct="1"/>
            <a:endParaRPr lang="zh-CN" altLang="en-US" b="1"/>
          </a:p>
        </p:txBody>
      </p:sp>
      <p:sp>
        <p:nvSpPr>
          <p:cNvPr id="48169" name="Line 42"/>
          <p:cNvSpPr>
            <a:spLocks noChangeShapeType="1"/>
          </p:cNvSpPr>
          <p:nvPr/>
        </p:nvSpPr>
        <p:spPr bwMode="auto">
          <a:xfrm>
            <a:off x="3733314" y="4820407"/>
            <a:ext cx="634917" cy="382676"/>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48170" name="Rectangle 43"/>
          <p:cNvSpPr>
            <a:spLocks noChangeArrowheads="1"/>
          </p:cNvSpPr>
          <p:nvPr/>
        </p:nvSpPr>
        <p:spPr bwMode="auto">
          <a:xfrm rot="-2760000">
            <a:off x="2570021" y="5512220"/>
            <a:ext cx="88921" cy="182010"/>
          </a:xfrm>
          <a:prstGeom prst="rect">
            <a:avLst/>
          </a:prstGeom>
          <a:solidFill>
            <a:schemeClr val="bg1"/>
          </a:solidFill>
          <a:ln w="25400">
            <a:solidFill>
              <a:srgbClr val="333399"/>
            </a:solidFill>
            <a:miter lim="800000"/>
            <a:headEnd/>
            <a:tailEnd/>
          </a:ln>
        </p:spPr>
        <p:txBody>
          <a:bodyPr wrap="none" lIns="108850" tIns="54425" rIns="108850" bIns="54425" anchor="ctr"/>
          <a:lstStyle/>
          <a:p>
            <a:pPr eaLnBrk="1" hangingPunct="1"/>
            <a:endParaRPr lang="zh-CN" altLang="en-US" b="1"/>
          </a:p>
        </p:txBody>
      </p:sp>
      <p:sp>
        <p:nvSpPr>
          <p:cNvPr id="48171" name="Arc 44"/>
          <p:cNvSpPr>
            <a:spLocks/>
          </p:cNvSpPr>
          <p:nvPr/>
        </p:nvSpPr>
        <p:spPr bwMode="auto">
          <a:xfrm flipV="1">
            <a:off x="2981996" y="4918783"/>
            <a:ext cx="574548" cy="728903"/>
          </a:xfrm>
          <a:custGeom>
            <a:avLst/>
            <a:gdLst>
              <a:gd name="T0" fmla="*/ 0 w 25403"/>
              <a:gd name="T1" fmla="*/ 2147483646 h 30101"/>
              <a:gd name="T2" fmla="*/ 2147483646 w 25403"/>
              <a:gd name="T3" fmla="*/ 2147483646 h 30101"/>
              <a:gd name="T4" fmla="*/ 2147483646 w 25403"/>
              <a:gd name="T5" fmla="*/ 2147483646 h 30101"/>
              <a:gd name="T6" fmla="*/ 0 60000 65536"/>
              <a:gd name="T7" fmla="*/ 0 60000 65536"/>
              <a:gd name="T8" fmla="*/ 0 60000 65536"/>
              <a:gd name="T9" fmla="*/ 0 w 25403"/>
              <a:gd name="T10" fmla="*/ 0 h 30101"/>
              <a:gd name="T11" fmla="*/ 25403 w 25403"/>
              <a:gd name="T12" fmla="*/ 30101 h 30101"/>
            </a:gdLst>
            <a:ahLst/>
            <a:cxnLst>
              <a:cxn ang="T6">
                <a:pos x="T0" y="T1"/>
              </a:cxn>
              <a:cxn ang="T7">
                <a:pos x="T2" y="T3"/>
              </a:cxn>
              <a:cxn ang="T8">
                <a:pos x="T4" y="T5"/>
              </a:cxn>
            </a:cxnLst>
            <a:rect l="T9" t="T10" r="T11" b="T12"/>
            <a:pathLst>
              <a:path w="25403" h="30101" fill="none" extrusionOk="0">
                <a:moveTo>
                  <a:pt x="0" y="337"/>
                </a:moveTo>
                <a:cubicBezTo>
                  <a:pt x="1255" y="112"/>
                  <a:pt x="2527" y="-1"/>
                  <a:pt x="3803" y="0"/>
                </a:cubicBezTo>
                <a:cubicBezTo>
                  <a:pt x="15732" y="0"/>
                  <a:pt x="25403" y="9670"/>
                  <a:pt x="25403" y="21600"/>
                </a:cubicBezTo>
                <a:cubicBezTo>
                  <a:pt x="25403" y="24522"/>
                  <a:pt x="24809" y="27414"/>
                  <a:pt x="23659" y="30100"/>
                </a:cubicBezTo>
              </a:path>
              <a:path w="25403" h="30101" stroke="0" extrusionOk="0">
                <a:moveTo>
                  <a:pt x="0" y="337"/>
                </a:moveTo>
                <a:cubicBezTo>
                  <a:pt x="1255" y="112"/>
                  <a:pt x="2527" y="-1"/>
                  <a:pt x="3803" y="0"/>
                </a:cubicBezTo>
                <a:cubicBezTo>
                  <a:pt x="15732" y="0"/>
                  <a:pt x="25403" y="9670"/>
                  <a:pt x="25403" y="21600"/>
                </a:cubicBezTo>
                <a:cubicBezTo>
                  <a:pt x="25403" y="24522"/>
                  <a:pt x="24809" y="27414"/>
                  <a:pt x="23659" y="30100"/>
                </a:cubicBezTo>
                <a:lnTo>
                  <a:pt x="3803" y="21600"/>
                </a:lnTo>
                <a:lnTo>
                  <a:pt x="0" y="337"/>
                </a:lnTo>
                <a:close/>
              </a:path>
            </a:pathLst>
          </a:custGeom>
          <a:noFill/>
          <a:ln w="28575">
            <a:solidFill>
              <a:srgbClr val="333399"/>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lIns="108850" tIns="54425" rIns="108850" bIns="54425" anchor="ctr"/>
          <a:lstStyle/>
          <a:p>
            <a:endParaRPr lang="zh-CN" altLang="en-US" b="1"/>
          </a:p>
        </p:txBody>
      </p:sp>
      <p:pic>
        <p:nvPicPr>
          <p:cNvPr id="48173" name="Picture 4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86227" y="4240603"/>
            <a:ext cx="546029" cy="412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74" name="Picture 4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71813" y="4250392"/>
            <a:ext cx="546029" cy="412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75" name="Picture 4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60158" y="5552881"/>
            <a:ext cx="546029" cy="412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76" name="Picture 4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4451" y="5557178"/>
            <a:ext cx="546029" cy="412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77" name="Picture 5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44039" y="3304767"/>
            <a:ext cx="546029" cy="412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78"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00660" y="3311119"/>
            <a:ext cx="546029" cy="412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79" name="Picture 5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99073" y="2320289"/>
            <a:ext cx="546029" cy="412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80" name="Picture 5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26049" y="2396507"/>
            <a:ext cx="546029" cy="412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81" name="Picture 5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45630" y="2066231"/>
            <a:ext cx="546029" cy="412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82" name="Picture 5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63974" y="3606733"/>
            <a:ext cx="546029" cy="412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83" name="Picture 5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11071" y="3619436"/>
            <a:ext cx="546029" cy="412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84" name="Picture 5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20591" y="2857260"/>
            <a:ext cx="546029" cy="412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85"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69275" y="2844557"/>
            <a:ext cx="546029" cy="412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91" name="Line 64"/>
          <p:cNvSpPr>
            <a:spLocks noChangeShapeType="1"/>
          </p:cNvSpPr>
          <p:nvPr/>
        </p:nvSpPr>
        <p:spPr bwMode="auto">
          <a:xfrm flipV="1">
            <a:off x="3318115" y="2872867"/>
            <a:ext cx="1373537" cy="209599"/>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48192" name="Text Box 65"/>
          <p:cNvSpPr txBox="1">
            <a:spLocks noChangeArrowheads="1"/>
          </p:cNvSpPr>
          <p:nvPr/>
        </p:nvSpPr>
        <p:spPr bwMode="auto">
          <a:xfrm>
            <a:off x="7726945" y="4105324"/>
            <a:ext cx="1335516" cy="556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lang="zh-CN" altLang="en-US" sz="2900" dirty="0">
                <a:solidFill>
                  <a:srgbClr val="111111"/>
                </a:solidFill>
              </a:rPr>
              <a:t>总线网</a:t>
            </a:r>
          </a:p>
        </p:txBody>
      </p:sp>
      <p:sp>
        <p:nvSpPr>
          <p:cNvPr id="48193" name="Text Box 66"/>
          <p:cNvSpPr txBox="1">
            <a:spLocks noChangeArrowheads="1"/>
          </p:cNvSpPr>
          <p:nvPr/>
        </p:nvSpPr>
        <p:spPr bwMode="auto">
          <a:xfrm>
            <a:off x="2455434" y="3717826"/>
            <a:ext cx="1335516" cy="556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lang="zh-CN" altLang="en-US" sz="2900" dirty="0" smtClean="0">
                <a:solidFill>
                  <a:srgbClr val="111111"/>
                </a:solidFill>
              </a:rPr>
              <a:t>星形网</a:t>
            </a:r>
            <a:endParaRPr lang="zh-CN" altLang="en-US" sz="2900" dirty="0">
              <a:solidFill>
                <a:srgbClr val="111111"/>
              </a:solidFill>
            </a:endParaRPr>
          </a:p>
        </p:txBody>
      </p:sp>
      <p:sp>
        <p:nvSpPr>
          <p:cNvPr id="48195" name="Text Box 68"/>
          <p:cNvSpPr txBox="1">
            <a:spLocks noChangeArrowheads="1"/>
          </p:cNvSpPr>
          <p:nvPr/>
        </p:nvSpPr>
        <p:spPr bwMode="auto">
          <a:xfrm>
            <a:off x="2422798" y="5878066"/>
            <a:ext cx="1335516" cy="556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lang="zh-CN" altLang="en-US" sz="2900" dirty="0" smtClean="0">
                <a:solidFill>
                  <a:srgbClr val="111111"/>
                </a:solidFill>
              </a:rPr>
              <a:t>环形网</a:t>
            </a:r>
            <a:endParaRPr lang="zh-CN" altLang="en-US" sz="2900" dirty="0">
              <a:solidFill>
                <a:srgbClr val="111111"/>
              </a:solidFill>
            </a:endParaRPr>
          </a:p>
        </p:txBody>
      </p:sp>
      <p:sp>
        <p:nvSpPr>
          <p:cNvPr id="48196" name="标题 68"/>
          <p:cNvSpPr>
            <a:spLocks noGrp="1" noChangeArrowheads="1"/>
          </p:cNvSpPr>
          <p:nvPr>
            <p:ph type="title"/>
          </p:nvPr>
        </p:nvSpPr>
        <p:spPr/>
        <p:txBody>
          <a:bodyPr/>
          <a:lstStyle/>
          <a:p>
            <a:r>
              <a:rPr lang="en-US" altLang="zh-CN" dirty="0"/>
              <a:t>3.3.1 </a:t>
            </a:r>
            <a:r>
              <a:rPr lang="zh-CN" altLang="en-US" dirty="0"/>
              <a:t>局域网的数据链路层</a:t>
            </a:r>
            <a:endParaRPr lang="zh-CN" altLang="en-US" sz="4000" dirty="0">
              <a:solidFill>
                <a:srgbClr val="FFFFFF"/>
              </a:solidFill>
            </a:endParaRPr>
          </a:p>
        </p:txBody>
      </p:sp>
      <p:sp>
        <p:nvSpPr>
          <p:cNvPr id="69" name="Rectangle 3"/>
          <p:cNvSpPr>
            <a:spLocks noGrp="1" noChangeArrowheads="1"/>
          </p:cNvSpPr>
          <p:nvPr>
            <p:ph idx="1"/>
          </p:nvPr>
        </p:nvSpPr>
        <p:spPr>
          <a:xfrm>
            <a:off x="442800" y="1267199"/>
            <a:ext cx="11228014" cy="799032"/>
          </a:xfrm>
        </p:spPr>
        <p:txBody>
          <a:bodyPr/>
          <a:lstStyle/>
          <a:p>
            <a:r>
              <a:rPr lang="zh-CN" altLang="en-US" sz="3200" b="1" dirty="0" smtClean="0">
                <a:solidFill>
                  <a:srgbClr val="4D4D4D"/>
                </a:solidFill>
                <a:latin typeface="微软雅黑" panose="020B0503020204020204" pitchFamily="34" charset="-122"/>
                <a:ea typeface="微软雅黑" panose="020B0503020204020204" pitchFamily="34" charset="-122"/>
              </a:rPr>
              <a:t>局域网中的拓扑结构</a:t>
            </a:r>
            <a:endParaRPr lang="en-US" altLang="zh-CN" sz="3200" b="1" dirty="0" smtClean="0">
              <a:solidFill>
                <a:srgbClr val="4D4D4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87587011"/>
      </p:ext>
    </p:extLst>
  </p:cSld>
  <p:clrMapOvr>
    <a:masterClrMapping/>
  </p:clrMapOvr>
  <p:transition>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96" name="标题 68"/>
          <p:cNvSpPr>
            <a:spLocks noGrp="1" noChangeArrowheads="1"/>
          </p:cNvSpPr>
          <p:nvPr>
            <p:ph type="title"/>
          </p:nvPr>
        </p:nvSpPr>
        <p:spPr/>
        <p:txBody>
          <a:bodyPr/>
          <a:lstStyle/>
          <a:p>
            <a:r>
              <a:rPr lang="en-US" altLang="zh-CN" dirty="0"/>
              <a:t>3.3.1 </a:t>
            </a:r>
            <a:r>
              <a:rPr lang="zh-CN" altLang="en-US" dirty="0"/>
              <a:t>局域网的数据链路层</a:t>
            </a:r>
            <a:endParaRPr lang="zh-CN" altLang="en-US" sz="4000" dirty="0">
              <a:solidFill>
                <a:srgbClr val="FFFFFF"/>
              </a:solidFill>
            </a:endParaRPr>
          </a:p>
        </p:txBody>
      </p:sp>
      <p:sp>
        <p:nvSpPr>
          <p:cNvPr id="69" name="Rectangle 3"/>
          <p:cNvSpPr>
            <a:spLocks noGrp="1" noChangeArrowheads="1"/>
          </p:cNvSpPr>
          <p:nvPr>
            <p:ph idx="1"/>
          </p:nvPr>
        </p:nvSpPr>
        <p:spPr>
          <a:xfrm>
            <a:off x="442800" y="1267199"/>
            <a:ext cx="11485054" cy="4896000"/>
          </a:xfrm>
        </p:spPr>
        <p:txBody>
          <a:bodyPr/>
          <a:lstStyle/>
          <a:p>
            <a:r>
              <a:rPr lang="zh-CN" altLang="en-US" sz="3200" b="1" dirty="0" smtClean="0">
                <a:solidFill>
                  <a:srgbClr val="4D4D4D"/>
                </a:solidFill>
              </a:rPr>
              <a:t>局域网使用的传输媒体</a:t>
            </a:r>
            <a:endParaRPr lang="en-US" altLang="zh-CN" sz="3200" b="1" dirty="0" smtClean="0">
              <a:solidFill>
                <a:srgbClr val="4D4D4D"/>
              </a:solidFill>
            </a:endParaRPr>
          </a:p>
          <a:p>
            <a:pPr lvl="1"/>
            <a:r>
              <a:rPr lang="zh-CN" altLang="en-US" sz="2800" b="1" dirty="0" smtClean="0"/>
              <a:t>双绞线：最便宜最常用；</a:t>
            </a:r>
            <a:endParaRPr lang="en-US" altLang="zh-CN" sz="2800" b="1" dirty="0" smtClean="0"/>
          </a:p>
          <a:p>
            <a:pPr lvl="1"/>
            <a:r>
              <a:rPr lang="zh-CN" altLang="en-US" b="1" dirty="0" smtClean="0">
                <a:solidFill>
                  <a:srgbClr val="4D4D4D"/>
                </a:solidFill>
              </a:rPr>
              <a:t>光纤：高数据率、长距离传输时使用。</a:t>
            </a:r>
            <a:endParaRPr lang="en-US" altLang="zh-CN" sz="2800" b="1" dirty="0" smtClean="0">
              <a:solidFill>
                <a:srgbClr val="4D4D4D"/>
              </a:solidFill>
            </a:endParaRPr>
          </a:p>
        </p:txBody>
      </p:sp>
    </p:spTree>
    <p:extLst>
      <p:ext uri="{BB962C8B-B14F-4D97-AF65-F5344CB8AC3E}">
        <p14:creationId xmlns:p14="http://schemas.microsoft.com/office/powerpoint/2010/main" val="3047540644"/>
      </p:ext>
    </p:extLst>
  </p:cSld>
  <p:clrMapOvr>
    <a:masterClrMapping/>
  </p:clrMapOvr>
  <p:transition>
    <p:fad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noChangeArrowheads="1"/>
          </p:cNvSpPr>
          <p:nvPr>
            <p:ph idx="1"/>
          </p:nvPr>
        </p:nvSpPr>
        <p:spPr>
          <a:xfrm>
            <a:off x="442800" y="1267198"/>
            <a:ext cx="11304000" cy="5330947"/>
          </a:xfrm>
        </p:spPr>
        <p:txBody>
          <a:bodyPr/>
          <a:lstStyle/>
          <a:p>
            <a:r>
              <a:rPr lang="zh-CN" altLang="en-US" b="1" dirty="0"/>
              <a:t>信道共享的</a:t>
            </a:r>
            <a:r>
              <a:rPr lang="zh-CN" altLang="en-US" b="1" dirty="0" smtClean="0"/>
              <a:t>方法主要有两类：</a:t>
            </a:r>
            <a:endParaRPr lang="en-US" altLang="zh-CN" b="1" dirty="0" smtClean="0"/>
          </a:p>
          <a:p>
            <a:pPr lvl="1"/>
            <a:r>
              <a:rPr lang="zh-CN" altLang="en-US" b="1" dirty="0" smtClean="0"/>
              <a:t>静态</a:t>
            </a:r>
            <a:r>
              <a:rPr lang="zh-CN" altLang="en-US" b="1" dirty="0"/>
              <a:t>划分</a:t>
            </a:r>
            <a:r>
              <a:rPr lang="zh-CN" altLang="en-US" b="1" dirty="0" smtClean="0"/>
              <a:t>信道，又称为信道复用</a:t>
            </a:r>
          </a:p>
          <a:p>
            <a:pPr lvl="2"/>
            <a:r>
              <a:rPr lang="zh-CN" altLang="en-US" b="1" dirty="0" smtClean="0"/>
              <a:t>频分复用</a:t>
            </a:r>
          </a:p>
          <a:p>
            <a:pPr lvl="2"/>
            <a:r>
              <a:rPr lang="zh-CN" altLang="en-US" b="1" dirty="0" smtClean="0"/>
              <a:t>时分复用</a:t>
            </a:r>
            <a:endParaRPr lang="zh-CN" altLang="en-US" b="1" dirty="0"/>
          </a:p>
          <a:p>
            <a:pPr lvl="2"/>
            <a:r>
              <a:rPr lang="zh-CN" altLang="en-US" b="1" dirty="0"/>
              <a:t>波分复用</a:t>
            </a:r>
          </a:p>
          <a:p>
            <a:pPr lvl="2"/>
            <a:r>
              <a:rPr lang="zh-CN" altLang="en-US" b="1" dirty="0" smtClean="0"/>
              <a:t>码分复用</a:t>
            </a:r>
            <a:endParaRPr lang="zh-CN" altLang="en-US" b="1" dirty="0"/>
          </a:p>
          <a:p>
            <a:pPr lvl="1"/>
            <a:r>
              <a:rPr lang="zh-CN" altLang="en-US" b="1" dirty="0"/>
              <a:t>动态媒体</a:t>
            </a:r>
            <a:r>
              <a:rPr lang="zh-CN" altLang="en-US" b="1" dirty="0" smtClean="0"/>
              <a:t>接入控制，又称为</a:t>
            </a:r>
            <a:r>
              <a:rPr lang="zh-CN" altLang="en-US" b="1" dirty="0" smtClean="0">
                <a:solidFill>
                  <a:srgbClr val="C00000"/>
                </a:solidFill>
              </a:rPr>
              <a:t>多</a:t>
            </a:r>
            <a:r>
              <a:rPr lang="zh-CN" altLang="en-US" b="1" dirty="0">
                <a:solidFill>
                  <a:srgbClr val="C00000"/>
                </a:solidFill>
              </a:rPr>
              <a:t>点</a:t>
            </a:r>
            <a:r>
              <a:rPr lang="zh-CN" altLang="en-US" b="1" dirty="0" smtClean="0">
                <a:solidFill>
                  <a:srgbClr val="C00000"/>
                </a:solidFill>
              </a:rPr>
              <a:t>接入</a:t>
            </a:r>
            <a:r>
              <a:rPr lang="en-US" altLang="zh-CN" b="1" dirty="0" smtClean="0"/>
              <a:t>(multiple access)</a:t>
            </a:r>
            <a:endParaRPr lang="zh-CN" altLang="en-US" b="1" dirty="0"/>
          </a:p>
          <a:p>
            <a:pPr lvl="2"/>
            <a:r>
              <a:rPr lang="zh-CN" altLang="en-US" b="1" dirty="0"/>
              <a:t>随机接入：所有的用户可随机地发送</a:t>
            </a:r>
            <a:r>
              <a:rPr lang="zh-CN" altLang="en-US" b="1" dirty="0" smtClean="0"/>
              <a:t>信息；需要有解决碰撞的机制。</a:t>
            </a:r>
            <a:endParaRPr lang="zh-CN" altLang="en-US" b="1" dirty="0"/>
          </a:p>
          <a:p>
            <a:pPr lvl="2"/>
            <a:r>
              <a:rPr lang="zh-CN" altLang="en-US" b="1" dirty="0" smtClean="0"/>
              <a:t>受</a:t>
            </a:r>
            <a:r>
              <a:rPr lang="zh-CN" altLang="en-US" b="1" dirty="0"/>
              <a:t>控接入：</a:t>
            </a:r>
            <a:r>
              <a:rPr lang="zh-CN" altLang="en-US" b="1" dirty="0" smtClean="0"/>
              <a:t>用户不能随机</a:t>
            </a:r>
            <a:r>
              <a:rPr lang="zh-CN" altLang="en-US" b="1" dirty="0"/>
              <a:t>地发送</a:t>
            </a:r>
            <a:r>
              <a:rPr lang="zh-CN" altLang="en-US" b="1" dirty="0" smtClean="0"/>
              <a:t>信息而必须</a:t>
            </a:r>
            <a:r>
              <a:rPr lang="zh-CN" altLang="en-US" b="1" dirty="0"/>
              <a:t>服从一定的</a:t>
            </a:r>
            <a:r>
              <a:rPr lang="zh-CN" altLang="en-US" b="1" dirty="0" smtClean="0"/>
              <a:t>控制。 </a:t>
            </a:r>
            <a:endParaRPr lang="zh-CN" altLang="en-US" b="1" dirty="0"/>
          </a:p>
        </p:txBody>
      </p:sp>
      <p:sp>
        <p:nvSpPr>
          <p:cNvPr id="51202" name="Rectangle 2"/>
          <p:cNvSpPr>
            <a:spLocks noGrp="1" noChangeArrowheads="1"/>
          </p:cNvSpPr>
          <p:nvPr>
            <p:ph type="title"/>
          </p:nvPr>
        </p:nvSpPr>
        <p:spPr/>
        <p:txBody>
          <a:bodyPr/>
          <a:lstStyle/>
          <a:p>
            <a:r>
              <a:rPr lang="en-US" altLang="zh-CN" dirty="0"/>
              <a:t>3.3.1 </a:t>
            </a:r>
            <a:r>
              <a:rPr lang="zh-CN" altLang="en-US" dirty="0"/>
              <a:t>局域网的数据链路层</a:t>
            </a:r>
            <a:endParaRPr lang="zh-CN" altLang="en-US" sz="4000" dirty="0">
              <a:solidFill>
                <a:srgbClr val="FFFFFF"/>
              </a:solidFill>
            </a:endParaRPr>
          </a:p>
        </p:txBody>
      </p:sp>
      <p:sp>
        <p:nvSpPr>
          <p:cNvPr id="3" name="爆炸形 1 2"/>
          <p:cNvSpPr/>
          <p:nvPr/>
        </p:nvSpPr>
        <p:spPr>
          <a:xfrm>
            <a:off x="6599262" y="1845618"/>
            <a:ext cx="2088232" cy="1584176"/>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smtClean="0"/>
              <a:t>代价较高</a:t>
            </a:r>
            <a:endParaRPr lang="zh-CN" altLang="en-US" sz="2800" dirty="0"/>
          </a:p>
        </p:txBody>
      </p:sp>
    </p:spTree>
    <p:extLst>
      <p:ext uri="{BB962C8B-B14F-4D97-AF65-F5344CB8AC3E}">
        <p14:creationId xmlns:p14="http://schemas.microsoft.com/office/powerpoint/2010/main" val="24148825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1203">
                                            <p:txEl>
                                              <p:pRg st="6" end="6"/>
                                            </p:txEl>
                                          </p:spTgt>
                                        </p:tgtEl>
                                        <p:attrNameLst>
                                          <p:attrName>style.visibility</p:attrName>
                                        </p:attrNameLst>
                                      </p:cBhvr>
                                      <p:to>
                                        <p:strVal val="visible"/>
                                      </p:to>
                                    </p:set>
                                    <p:animEffect transition="in" filter="fade">
                                      <p:cBhvr>
                                        <p:cTn id="14" dur="1000"/>
                                        <p:tgtEl>
                                          <p:spTgt spid="51203">
                                            <p:txEl>
                                              <p:pRg st="6" end="6"/>
                                            </p:txEl>
                                          </p:spTgt>
                                        </p:tgtEl>
                                      </p:cBhvr>
                                    </p:animEffect>
                                    <p:anim calcmode="lin" valueType="num">
                                      <p:cBhvr>
                                        <p:cTn id="15" dur="1000" fill="hold"/>
                                        <p:tgtEl>
                                          <p:spTgt spid="51203">
                                            <p:txEl>
                                              <p:pRg st="6" end="6"/>
                                            </p:txEl>
                                          </p:spTgt>
                                        </p:tgtEl>
                                        <p:attrNameLst>
                                          <p:attrName>ppt_x</p:attrName>
                                        </p:attrNameLst>
                                      </p:cBhvr>
                                      <p:tavLst>
                                        <p:tav tm="0">
                                          <p:val>
                                            <p:strVal val="#ppt_x"/>
                                          </p:val>
                                        </p:tav>
                                        <p:tav tm="100000">
                                          <p:val>
                                            <p:strVal val="#ppt_x"/>
                                          </p:val>
                                        </p:tav>
                                      </p:tavLst>
                                    </p:anim>
                                    <p:anim calcmode="lin" valueType="num">
                                      <p:cBhvr>
                                        <p:cTn id="16" dur="1000" fill="hold"/>
                                        <p:tgtEl>
                                          <p:spTgt spid="51203">
                                            <p:txEl>
                                              <p:pRg st="6" end="6"/>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51203">
                                            <p:txEl>
                                              <p:pRg st="7" end="7"/>
                                            </p:txEl>
                                          </p:spTgt>
                                        </p:tgtEl>
                                        <p:attrNameLst>
                                          <p:attrName>style.visibility</p:attrName>
                                        </p:attrNameLst>
                                      </p:cBhvr>
                                      <p:to>
                                        <p:strVal val="visible"/>
                                      </p:to>
                                    </p:set>
                                    <p:animEffect transition="in" filter="fade">
                                      <p:cBhvr>
                                        <p:cTn id="19" dur="1000"/>
                                        <p:tgtEl>
                                          <p:spTgt spid="51203">
                                            <p:txEl>
                                              <p:pRg st="7" end="7"/>
                                            </p:txEl>
                                          </p:spTgt>
                                        </p:tgtEl>
                                      </p:cBhvr>
                                    </p:animEffect>
                                    <p:anim calcmode="lin" valueType="num">
                                      <p:cBhvr>
                                        <p:cTn id="20" dur="1000" fill="hold"/>
                                        <p:tgtEl>
                                          <p:spTgt spid="51203">
                                            <p:txEl>
                                              <p:pRg st="7" end="7"/>
                                            </p:txEl>
                                          </p:spTgt>
                                        </p:tgtEl>
                                        <p:attrNameLst>
                                          <p:attrName>ppt_x</p:attrName>
                                        </p:attrNameLst>
                                      </p:cBhvr>
                                      <p:tavLst>
                                        <p:tav tm="0">
                                          <p:val>
                                            <p:strVal val="#ppt_x"/>
                                          </p:val>
                                        </p:tav>
                                        <p:tav tm="100000">
                                          <p:val>
                                            <p:strVal val="#ppt_x"/>
                                          </p:val>
                                        </p:tav>
                                      </p:tavLst>
                                    </p:anim>
                                    <p:anim calcmode="lin" valueType="num">
                                      <p:cBhvr>
                                        <p:cTn id="21" dur="1000" fill="hold"/>
                                        <p:tgtEl>
                                          <p:spTgt spid="51203">
                                            <p:txEl>
                                              <p:pRg st="7" end="7"/>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51203">
                                            <p:txEl>
                                              <p:pRg st="8" end="8"/>
                                            </p:txEl>
                                          </p:spTgt>
                                        </p:tgtEl>
                                        <p:attrNameLst>
                                          <p:attrName>style.visibility</p:attrName>
                                        </p:attrNameLst>
                                      </p:cBhvr>
                                      <p:to>
                                        <p:strVal val="visible"/>
                                      </p:to>
                                    </p:set>
                                    <p:animEffect transition="in" filter="fade">
                                      <p:cBhvr>
                                        <p:cTn id="24" dur="1000"/>
                                        <p:tgtEl>
                                          <p:spTgt spid="51203">
                                            <p:txEl>
                                              <p:pRg st="8" end="8"/>
                                            </p:txEl>
                                          </p:spTgt>
                                        </p:tgtEl>
                                      </p:cBhvr>
                                    </p:animEffect>
                                    <p:anim calcmode="lin" valueType="num">
                                      <p:cBhvr>
                                        <p:cTn id="25" dur="1000" fill="hold"/>
                                        <p:tgtEl>
                                          <p:spTgt spid="51203">
                                            <p:txEl>
                                              <p:pRg st="8" end="8"/>
                                            </p:txEl>
                                          </p:spTgt>
                                        </p:tgtEl>
                                        <p:attrNameLst>
                                          <p:attrName>ppt_x</p:attrName>
                                        </p:attrNameLst>
                                      </p:cBhvr>
                                      <p:tavLst>
                                        <p:tav tm="0">
                                          <p:val>
                                            <p:strVal val="#ppt_x"/>
                                          </p:val>
                                        </p:tav>
                                        <p:tav tm="100000">
                                          <p:val>
                                            <p:strVal val="#ppt_x"/>
                                          </p:val>
                                        </p:tav>
                                      </p:tavLst>
                                    </p:anim>
                                    <p:anim calcmode="lin" valueType="num">
                                      <p:cBhvr>
                                        <p:cTn id="26" dur="1000" fill="hold"/>
                                        <p:tgtEl>
                                          <p:spTgt spid="5120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altLang="zh-CN" dirty="0" smtClean="0"/>
              <a:t>3.3.2 CSMA/CD</a:t>
            </a:r>
            <a:r>
              <a:rPr lang="zh-CN" altLang="en-US" dirty="0" smtClean="0"/>
              <a:t>协议</a:t>
            </a:r>
            <a:endParaRPr lang="zh-CN" altLang="en-US" sz="4000" dirty="0">
              <a:solidFill>
                <a:srgbClr val="FFFFFF"/>
              </a:solidFill>
            </a:endParaRPr>
          </a:p>
        </p:txBody>
      </p:sp>
      <p:sp>
        <p:nvSpPr>
          <p:cNvPr id="278532" name="Rectangle 4"/>
          <p:cNvSpPr>
            <a:spLocks noChangeArrowheads="1"/>
          </p:cNvSpPr>
          <p:nvPr/>
        </p:nvSpPr>
        <p:spPr bwMode="auto">
          <a:xfrm>
            <a:off x="429152" y="1253552"/>
            <a:ext cx="10849098" cy="3169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0" tIns="54425" rIns="108850" bIns="54425"/>
          <a:lstStyle/>
          <a:p>
            <a:pPr marL="342900" indent="12700">
              <a:lnSpc>
                <a:spcPct val="150000"/>
              </a:lnSpc>
              <a:buClr>
                <a:srgbClr val="1C1C1C"/>
              </a:buClr>
              <a:buFont typeface="Wingdings" pitchFamily="2" charset="2"/>
              <a:buChar char="Ø"/>
            </a:pPr>
            <a:r>
              <a:rPr lang="zh-CN" altLang="en-US" sz="3200" b="1" dirty="0" smtClean="0">
                <a:solidFill>
                  <a:srgbClr val="4D4D4D"/>
                </a:solidFill>
                <a:latin typeface="微软雅黑" panose="020B0503020204020204" pitchFamily="34" charset="-122"/>
                <a:ea typeface="微软雅黑" panose="020B0503020204020204" pitchFamily="34" charset="-122"/>
              </a:rPr>
              <a:t>现在</a:t>
            </a:r>
            <a:r>
              <a:rPr lang="zh-CN" altLang="en-US" sz="3200" b="1" dirty="0" smtClean="0">
                <a:solidFill>
                  <a:srgbClr val="C00000"/>
                </a:solidFill>
                <a:latin typeface="微软雅黑" panose="020B0503020204020204" pitchFamily="34" charset="-122"/>
                <a:ea typeface="微软雅黑" panose="020B0503020204020204" pitchFamily="34" charset="-122"/>
              </a:rPr>
              <a:t>以太网</a:t>
            </a:r>
            <a:r>
              <a:rPr lang="zh-CN" altLang="en-US" sz="3200" b="1" dirty="0" smtClean="0">
                <a:solidFill>
                  <a:srgbClr val="4D4D4D"/>
                </a:solidFill>
                <a:latin typeface="微软雅黑" panose="020B0503020204020204" pitchFamily="34" charset="-122"/>
                <a:ea typeface="微软雅黑" panose="020B0503020204020204" pitchFamily="34" charset="-122"/>
              </a:rPr>
              <a:t>已成为了局域网的代名词。以太网采用的是</a:t>
            </a:r>
            <a:r>
              <a:rPr lang="zh-CN" altLang="en-US" sz="3200" b="1" dirty="0" smtClean="0">
                <a:solidFill>
                  <a:srgbClr val="C00000"/>
                </a:solidFill>
                <a:latin typeface="微软雅黑" panose="020B0503020204020204" pitchFamily="34" charset="-122"/>
                <a:ea typeface="微软雅黑" panose="020B0503020204020204" pitchFamily="34" charset="-122"/>
              </a:rPr>
              <a:t>随机接入</a:t>
            </a:r>
            <a:r>
              <a:rPr lang="zh-CN" altLang="en-US" sz="3200" b="1" dirty="0" smtClean="0">
                <a:solidFill>
                  <a:srgbClr val="4D4D4D"/>
                </a:solidFill>
                <a:latin typeface="微软雅黑" panose="020B0503020204020204" pitchFamily="34" charset="-122"/>
                <a:ea typeface="微软雅黑" panose="020B0503020204020204" pitchFamily="34" charset="-122"/>
              </a:rPr>
              <a:t>的方式。</a:t>
            </a:r>
            <a:endParaRPr lang="en-US" altLang="zh-CN" sz="3200" b="1" dirty="0" smtClean="0">
              <a:solidFill>
                <a:srgbClr val="4D4D4D"/>
              </a:solidFill>
              <a:latin typeface="微软雅黑" panose="020B0503020204020204" pitchFamily="34" charset="-122"/>
              <a:ea typeface="微软雅黑" panose="020B0503020204020204" pitchFamily="34" charset="-122"/>
            </a:endParaRPr>
          </a:p>
          <a:p>
            <a:pPr marL="342900" indent="12700">
              <a:lnSpc>
                <a:spcPct val="150000"/>
              </a:lnSpc>
              <a:buClr>
                <a:srgbClr val="1C1C1C"/>
              </a:buClr>
              <a:buFont typeface="Wingdings" pitchFamily="2" charset="2"/>
              <a:buChar char="Ø"/>
            </a:pPr>
            <a:r>
              <a:rPr lang="zh-CN" altLang="en-US" sz="3200" b="1" dirty="0" smtClean="0">
                <a:solidFill>
                  <a:srgbClr val="4D4D4D"/>
                </a:solidFill>
                <a:latin typeface="微软雅黑" panose="020B0503020204020204" pitchFamily="34" charset="-122"/>
                <a:ea typeface="微软雅黑" panose="020B0503020204020204" pitchFamily="34" charset="-122"/>
              </a:rPr>
              <a:t>最初</a:t>
            </a:r>
            <a:r>
              <a:rPr lang="zh-CN" altLang="en-US" sz="3200" b="1" dirty="0">
                <a:solidFill>
                  <a:srgbClr val="4D4D4D"/>
                </a:solidFill>
                <a:latin typeface="微软雅黑" panose="020B0503020204020204" pitchFamily="34" charset="-122"/>
                <a:ea typeface="微软雅黑" panose="020B0503020204020204" pitchFamily="34" charset="-122"/>
              </a:rPr>
              <a:t>的以太网是将许多计算机都连接到一根</a:t>
            </a:r>
            <a:r>
              <a:rPr lang="zh-CN" altLang="en-US" sz="3200" b="1" dirty="0">
                <a:solidFill>
                  <a:srgbClr val="C00000"/>
                </a:solidFill>
                <a:latin typeface="微软雅黑" panose="020B0503020204020204" pitchFamily="34" charset="-122"/>
                <a:ea typeface="微软雅黑" panose="020B0503020204020204" pitchFamily="34" charset="-122"/>
              </a:rPr>
              <a:t>总线</a:t>
            </a:r>
            <a:r>
              <a:rPr lang="zh-CN" altLang="en-US" sz="3200" b="1" dirty="0">
                <a:solidFill>
                  <a:srgbClr val="4D4D4D"/>
                </a:solidFill>
                <a:latin typeface="微软雅黑" panose="020B0503020204020204" pitchFamily="34" charset="-122"/>
                <a:ea typeface="微软雅黑" panose="020B0503020204020204" pitchFamily="34" charset="-122"/>
              </a:rPr>
              <a:t>上</a:t>
            </a:r>
            <a:r>
              <a:rPr lang="zh-CN" altLang="en-US" sz="3200" b="1" dirty="0" smtClean="0">
                <a:solidFill>
                  <a:srgbClr val="4D4D4D"/>
                </a:solidFill>
                <a:latin typeface="微软雅黑" panose="020B0503020204020204" pitchFamily="34" charset="-122"/>
                <a:ea typeface="微软雅黑" panose="020B0503020204020204" pitchFamily="34" charset="-122"/>
              </a:rPr>
              <a:t>。</a:t>
            </a:r>
            <a:endParaRPr lang="zh-CN" altLang="en-US" sz="3200" b="1" dirty="0">
              <a:solidFill>
                <a:srgbClr val="4D4D4D"/>
              </a:solidFill>
              <a:latin typeface="微软雅黑" panose="020B0503020204020204" pitchFamily="34" charset="-122"/>
              <a:ea typeface="微软雅黑" panose="020B0503020204020204" pitchFamily="34" charset="-122"/>
            </a:endParaRPr>
          </a:p>
        </p:txBody>
      </p:sp>
      <p:grpSp>
        <p:nvGrpSpPr>
          <p:cNvPr id="52228" name="Group 5"/>
          <p:cNvGrpSpPr>
            <a:grpSpLocks/>
          </p:cNvGrpSpPr>
          <p:nvPr/>
        </p:nvGrpSpPr>
        <p:grpSpPr bwMode="auto">
          <a:xfrm>
            <a:off x="5781981" y="4117894"/>
            <a:ext cx="628569" cy="1406851"/>
            <a:chOff x="1177" y="1994"/>
            <a:chExt cx="258" cy="714"/>
          </a:xfrm>
        </p:grpSpPr>
        <p:sp>
          <p:nvSpPr>
            <p:cNvPr id="52272" name="Line 6"/>
            <p:cNvSpPr>
              <a:spLocks noChangeShapeType="1"/>
            </p:cNvSpPr>
            <p:nvPr/>
          </p:nvSpPr>
          <p:spPr bwMode="auto">
            <a:xfrm rot="16200000" flipV="1">
              <a:off x="1043" y="2261"/>
              <a:ext cx="537" cy="4"/>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pic>
          <p:nvPicPr>
            <p:cNvPr id="52273" name="Picture 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77" y="2448"/>
              <a:ext cx="258"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2229" name="Line 8"/>
          <p:cNvSpPr>
            <a:spLocks noChangeShapeType="1"/>
          </p:cNvSpPr>
          <p:nvPr/>
        </p:nvSpPr>
        <p:spPr bwMode="auto">
          <a:xfrm flipV="1">
            <a:off x="857139" y="4106779"/>
            <a:ext cx="1042111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52230" name="Rectangle 9"/>
          <p:cNvSpPr>
            <a:spLocks noChangeArrowheads="1"/>
          </p:cNvSpPr>
          <p:nvPr/>
        </p:nvSpPr>
        <p:spPr bwMode="auto">
          <a:xfrm>
            <a:off x="11121637" y="4040089"/>
            <a:ext cx="156613" cy="125441"/>
          </a:xfrm>
          <a:prstGeom prst="rect">
            <a:avLst/>
          </a:prstGeom>
          <a:solidFill>
            <a:srgbClr val="333399"/>
          </a:solidFill>
          <a:ln w="12700">
            <a:solidFill>
              <a:srgbClr val="333399"/>
            </a:solidFill>
            <a:miter lim="800000"/>
            <a:headEnd/>
            <a:tailEnd/>
          </a:ln>
        </p:spPr>
        <p:txBody>
          <a:bodyPr wrap="none" lIns="108850" tIns="54425" rIns="108850" bIns="54425" anchor="ctr"/>
          <a:lstStyle/>
          <a:p>
            <a:pPr eaLnBrk="1" hangingPunct="1"/>
            <a:endParaRPr lang="zh-CN" altLang="en-US" b="1"/>
          </a:p>
        </p:txBody>
      </p:sp>
      <p:sp>
        <p:nvSpPr>
          <p:cNvPr id="52231" name="Rectangle 10"/>
          <p:cNvSpPr>
            <a:spLocks noChangeArrowheads="1"/>
          </p:cNvSpPr>
          <p:nvPr/>
        </p:nvSpPr>
        <p:spPr bwMode="auto">
          <a:xfrm>
            <a:off x="719574" y="4040089"/>
            <a:ext cx="156613" cy="125441"/>
          </a:xfrm>
          <a:prstGeom prst="rect">
            <a:avLst/>
          </a:prstGeom>
          <a:solidFill>
            <a:srgbClr val="333399"/>
          </a:solidFill>
          <a:ln w="12700">
            <a:solidFill>
              <a:srgbClr val="333399"/>
            </a:solidFill>
            <a:miter lim="800000"/>
            <a:headEnd/>
            <a:tailEnd/>
          </a:ln>
        </p:spPr>
        <p:txBody>
          <a:bodyPr wrap="none" lIns="108850" tIns="54425" rIns="108850" bIns="54425" anchor="ctr"/>
          <a:lstStyle/>
          <a:p>
            <a:pPr eaLnBrk="1" hangingPunct="1"/>
            <a:endParaRPr lang="zh-CN" altLang="en-US" b="1"/>
          </a:p>
        </p:txBody>
      </p:sp>
      <p:sp>
        <p:nvSpPr>
          <p:cNvPr id="52232" name="Line 11"/>
          <p:cNvSpPr>
            <a:spLocks noChangeShapeType="1"/>
          </p:cNvSpPr>
          <p:nvPr/>
        </p:nvSpPr>
        <p:spPr bwMode="auto">
          <a:xfrm>
            <a:off x="10512115" y="3838097"/>
            <a:ext cx="658197" cy="23976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grpSp>
        <p:nvGrpSpPr>
          <p:cNvPr id="52233" name="Group 12"/>
          <p:cNvGrpSpPr>
            <a:grpSpLocks/>
          </p:cNvGrpSpPr>
          <p:nvPr/>
        </p:nvGrpSpPr>
        <p:grpSpPr bwMode="auto">
          <a:xfrm>
            <a:off x="1853959" y="4117894"/>
            <a:ext cx="628569" cy="1406851"/>
            <a:chOff x="1177" y="1994"/>
            <a:chExt cx="258" cy="714"/>
          </a:xfrm>
        </p:grpSpPr>
        <p:sp>
          <p:nvSpPr>
            <p:cNvPr id="52270" name="Line 13"/>
            <p:cNvSpPr>
              <a:spLocks noChangeShapeType="1"/>
            </p:cNvSpPr>
            <p:nvPr/>
          </p:nvSpPr>
          <p:spPr bwMode="auto">
            <a:xfrm rot="16200000" flipV="1">
              <a:off x="1043" y="2261"/>
              <a:ext cx="537" cy="4"/>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pic>
          <p:nvPicPr>
            <p:cNvPr id="52271" name="Picture 1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77" y="2448"/>
              <a:ext cx="258"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2234" name="Freeform 15"/>
          <p:cNvSpPr>
            <a:spLocks/>
          </p:cNvSpPr>
          <p:nvPr/>
        </p:nvSpPr>
        <p:spPr bwMode="auto">
          <a:xfrm>
            <a:off x="4135429" y="4119482"/>
            <a:ext cx="4233" cy="1027350"/>
          </a:xfrm>
          <a:custGeom>
            <a:avLst/>
            <a:gdLst>
              <a:gd name="T0" fmla="*/ 0 w 2"/>
              <a:gd name="T1" fmla="*/ 2147483646 h 521"/>
              <a:gd name="T2" fmla="*/ 2147483646 w 2"/>
              <a:gd name="T3" fmla="*/ 0 h 521"/>
              <a:gd name="T4" fmla="*/ 0 60000 65536"/>
              <a:gd name="T5" fmla="*/ 0 60000 65536"/>
              <a:gd name="T6" fmla="*/ 0 w 2"/>
              <a:gd name="T7" fmla="*/ 0 h 521"/>
              <a:gd name="T8" fmla="*/ 2 w 2"/>
              <a:gd name="T9" fmla="*/ 521 h 521"/>
            </a:gdLst>
            <a:ahLst/>
            <a:cxnLst>
              <a:cxn ang="T4">
                <a:pos x="T0" y="T1"/>
              </a:cxn>
              <a:cxn ang="T5">
                <a:pos x="T2" y="T3"/>
              </a:cxn>
            </a:cxnLst>
            <a:rect l="T6" t="T7" r="T8" b="T9"/>
            <a:pathLst>
              <a:path w="2" h="521">
                <a:moveTo>
                  <a:pt x="0" y="521"/>
                </a:moveTo>
                <a:lnTo>
                  <a:pt x="2" y="0"/>
                </a:lnTo>
              </a:path>
            </a:pathLst>
          </a:custGeom>
          <a:solidFill>
            <a:srgbClr val="333399"/>
          </a:solidFill>
          <a:ln w="38100">
            <a:solidFill>
              <a:srgbClr val="333399"/>
            </a:solidFill>
            <a:round/>
            <a:headEnd/>
            <a:tailEnd/>
          </a:ln>
        </p:spPr>
        <p:txBody>
          <a:bodyPr wrap="none" lIns="108850" tIns="54425" rIns="108850" bIns="54425" anchor="ctr"/>
          <a:lstStyle/>
          <a:p>
            <a:endParaRPr lang="zh-CN" altLang="en-US" b="1"/>
          </a:p>
        </p:txBody>
      </p:sp>
      <p:pic>
        <p:nvPicPr>
          <p:cNvPr id="52235" name="Picture 1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7970" y="5011864"/>
            <a:ext cx="628569" cy="512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2236" name="Group 17"/>
          <p:cNvGrpSpPr>
            <a:grpSpLocks/>
          </p:cNvGrpSpPr>
          <p:nvPr/>
        </p:nvGrpSpPr>
        <p:grpSpPr bwMode="auto">
          <a:xfrm>
            <a:off x="7745992" y="4117894"/>
            <a:ext cx="628569" cy="1406851"/>
            <a:chOff x="1177" y="1994"/>
            <a:chExt cx="258" cy="714"/>
          </a:xfrm>
        </p:grpSpPr>
        <p:sp>
          <p:nvSpPr>
            <p:cNvPr id="52268" name="Line 18"/>
            <p:cNvSpPr>
              <a:spLocks noChangeShapeType="1"/>
            </p:cNvSpPr>
            <p:nvPr/>
          </p:nvSpPr>
          <p:spPr bwMode="auto">
            <a:xfrm rot="16200000" flipV="1">
              <a:off x="1043" y="2261"/>
              <a:ext cx="537" cy="4"/>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pic>
          <p:nvPicPr>
            <p:cNvPr id="52269"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77" y="2448"/>
              <a:ext cx="258"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2237" name="Freeform 20"/>
          <p:cNvSpPr>
            <a:spLocks/>
          </p:cNvSpPr>
          <p:nvPr/>
        </p:nvSpPr>
        <p:spPr bwMode="auto">
          <a:xfrm>
            <a:off x="10029579" y="4119482"/>
            <a:ext cx="4233" cy="1043229"/>
          </a:xfrm>
          <a:custGeom>
            <a:avLst/>
            <a:gdLst>
              <a:gd name="T0" fmla="*/ 0 w 2"/>
              <a:gd name="T1" fmla="*/ 2147483646 h 529"/>
              <a:gd name="T2" fmla="*/ 2147483646 w 2"/>
              <a:gd name="T3" fmla="*/ 0 h 529"/>
              <a:gd name="T4" fmla="*/ 0 60000 65536"/>
              <a:gd name="T5" fmla="*/ 0 60000 65536"/>
              <a:gd name="T6" fmla="*/ 0 w 2"/>
              <a:gd name="T7" fmla="*/ 0 h 529"/>
              <a:gd name="T8" fmla="*/ 2 w 2"/>
              <a:gd name="T9" fmla="*/ 529 h 529"/>
            </a:gdLst>
            <a:ahLst/>
            <a:cxnLst>
              <a:cxn ang="T4">
                <a:pos x="T0" y="T1"/>
              </a:cxn>
              <a:cxn ang="T5">
                <a:pos x="T2" y="T3"/>
              </a:cxn>
            </a:cxnLst>
            <a:rect l="T6" t="T7" r="T8" b="T9"/>
            <a:pathLst>
              <a:path w="2" h="529">
                <a:moveTo>
                  <a:pt x="0" y="529"/>
                </a:moveTo>
                <a:lnTo>
                  <a:pt x="2" y="0"/>
                </a:lnTo>
              </a:path>
            </a:pathLst>
          </a:custGeom>
          <a:solidFill>
            <a:srgbClr val="333399"/>
          </a:solidFill>
          <a:ln w="38100">
            <a:solidFill>
              <a:srgbClr val="333399"/>
            </a:solidFill>
            <a:round/>
            <a:headEnd/>
            <a:tailEnd/>
          </a:ln>
        </p:spPr>
        <p:txBody>
          <a:bodyPr wrap="none" lIns="108850" tIns="54425" rIns="108850" bIns="54425" anchor="ctr"/>
          <a:lstStyle/>
          <a:p>
            <a:endParaRPr lang="zh-CN" altLang="en-US" b="1"/>
          </a:p>
        </p:txBody>
      </p:sp>
      <p:pic>
        <p:nvPicPr>
          <p:cNvPr id="52238" name="Picture 2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2120" y="5011864"/>
            <a:ext cx="628568" cy="512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8550" name="Text Box 22"/>
          <p:cNvSpPr txBox="1">
            <a:spLocks noChangeArrowheads="1"/>
          </p:cNvSpPr>
          <p:nvPr/>
        </p:nvSpPr>
        <p:spPr bwMode="auto">
          <a:xfrm>
            <a:off x="3418428" y="5843907"/>
            <a:ext cx="1450932" cy="848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algn="ctr" eaLnBrk="1" hangingPunct="1"/>
            <a:r>
              <a:rPr kumimoji="1" lang="en-US" altLang="zh-CN" sz="2400" dirty="0">
                <a:solidFill>
                  <a:srgbClr val="333399"/>
                </a:solidFill>
                <a:latin typeface="Arial" charset="0"/>
              </a:rPr>
              <a:t>B</a:t>
            </a:r>
            <a:r>
              <a:rPr kumimoji="1" lang="zh-CN" altLang="en-US" sz="2400" dirty="0">
                <a:solidFill>
                  <a:srgbClr val="333399"/>
                </a:solidFill>
                <a:latin typeface="Arial" charset="0"/>
              </a:rPr>
              <a:t>向</a:t>
            </a:r>
            <a:r>
              <a:rPr kumimoji="1" lang="zh-CN" altLang="en-US" sz="1400" dirty="0">
                <a:solidFill>
                  <a:srgbClr val="333399"/>
                </a:solidFill>
                <a:latin typeface="Arial" charset="0"/>
              </a:rPr>
              <a:t> </a:t>
            </a:r>
            <a:r>
              <a:rPr kumimoji="1" lang="en-US" altLang="zh-CN" sz="2400" dirty="0">
                <a:solidFill>
                  <a:srgbClr val="333399"/>
                </a:solidFill>
                <a:latin typeface="Arial" charset="0"/>
              </a:rPr>
              <a:t>D</a:t>
            </a:r>
          </a:p>
          <a:p>
            <a:pPr algn="ctr" eaLnBrk="1" hangingPunct="1"/>
            <a:r>
              <a:rPr kumimoji="1" lang="zh-CN" altLang="en-US" sz="2400" dirty="0">
                <a:solidFill>
                  <a:srgbClr val="333399"/>
                </a:solidFill>
                <a:latin typeface="Arial" charset="0"/>
              </a:rPr>
              <a:t>发送数据</a:t>
            </a:r>
          </a:p>
        </p:txBody>
      </p:sp>
      <p:sp>
        <p:nvSpPr>
          <p:cNvPr id="52240" name="Text Box 23"/>
          <p:cNvSpPr txBox="1">
            <a:spLocks noChangeArrowheads="1"/>
          </p:cNvSpPr>
          <p:nvPr/>
        </p:nvSpPr>
        <p:spPr bwMode="auto">
          <a:xfrm>
            <a:off x="5868586" y="5518393"/>
            <a:ext cx="442644" cy="47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en-US" altLang="zh-CN" sz="2400" dirty="0" smtClean="0">
                <a:solidFill>
                  <a:srgbClr val="111111"/>
                </a:solidFill>
                <a:latin typeface="Arial" charset="0"/>
              </a:rPr>
              <a:t>C</a:t>
            </a:r>
            <a:endParaRPr kumimoji="1" lang="en-US" altLang="zh-CN" sz="2400" dirty="0">
              <a:solidFill>
                <a:srgbClr val="111111"/>
              </a:solidFill>
              <a:latin typeface="Arial" charset="0"/>
            </a:endParaRPr>
          </a:p>
        </p:txBody>
      </p:sp>
      <p:sp>
        <p:nvSpPr>
          <p:cNvPr id="52241" name="Text Box 24"/>
          <p:cNvSpPr txBox="1">
            <a:spLocks noChangeArrowheads="1"/>
          </p:cNvSpPr>
          <p:nvPr/>
        </p:nvSpPr>
        <p:spPr bwMode="auto">
          <a:xfrm>
            <a:off x="7843866" y="5504103"/>
            <a:ext cx="442644" cy="47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en-US" altLang="zh-CN" sz="2400" dirty="0" smtClean="0">
                <a:solidFill>
                  <a:srgbClr val="111111"/>
                </a:solidFill>
                <a:latin typeface="Arial" charset="0"/>
              </a:rPr>
              <a:t>D</a:t>
            </a:r>
            <a:endParaRPr kumimoji="1" lang="en-US" altLang="zh-CN" sz="2400" dirty="0">
              <a:solidFill>
                <a:srgbClr val="111111"/>
              </a:solidFill>
              <a:latin typeface="Arial" charset="0"/>
            </a:endParaRPr>
          </a:p>
        </p:txBody>
      </p:sp>
      <p:sp>
        <p:nvSpPr>
          <p:cNvPr id="52242" name="Text Box 25"/>
          <p:cNvSpPr txBox="1">
            <a:spLocks noChangeArrowheads="1"/>
          </p:cNvSpPr>
          <p:nvPr/>
        </p:nvSpPr>
        <p:spPr bwMode="auto">
          <a:xfrm>
            <a:off x="1956844" y="5504103"/>
            <a:ext cx="442644" cy="47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en-US" altLang="zh-CN" sz="2400" dirty="0" smtClean="0">
                <a:solidFill>
                  <a:srgbClr val="111111"/>
                </a:solidFill>
                <a:latin typeface="Arial" charset="0"/>
              </a:rPr>
              <a:t>A</a:t>
            </a:r>
            <a:endParaRPr kumimoji="1" lang="en-US" altLang="zh-CN" sz="2400" dirty="0">
              <a:solidFill>
                <a:srgbClr val="111111"/>
              </a:solidFill>
              <a:latin typeface="Arial" charset="0"/>
            </a:endParaRPr>
          </a:p>
        </p:txBody>
      </p:sp>
      <p:sp>
        <p:nvSpPr>
          <p:cNvPr id="52243" name="Text Box 26"/>
          <p:cNvSpPr txBox="1">
            <a:spLocks noChangeArrowheads="1"/>
          </p:cNvSpPr>
          <p:nvPr/>
        </p:nvSpPr>
        <p:spPr bwMode="auto">
          <a:xfrm>
            <a:off x="9761700" y="5500927"/>
            <a:ext cx="509970" cy="47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400" dirty="0">
                <a:solidFill>
                  <a:srgbClr val="333399"/>
                </a:solidFill>
                <a:latin typeface="Arial" charset="0"/>
              </a:rPr>
              <a:t> </a:t>
            </a:r>
            <a:r>
              <a:rPr kumimoji="1" lang="en-US" altLang="zh-CN" sz="2400" dirty="0" smtClean="0">
                <a:solidFill>
                  <a:srgbClr val="111111"/>
                </a:solidFill>
                <a:latin typeface="Arial" charset="0"/>
              </a:rPr>
              <a:t>E</a:t>
            </a:r>
            <a:endParaRPr kumimoji="1" lang="en-US" altLang="zh-CN" sz="2400" dirty="0">
              <a:solidFill>
                <a:srgbClr val="111111"/>
              </a:solidFill>
              <a:latin typeface="Arial" charset="0"/>
            </a:endParaRPr>
          </a:p>
        </p:txBody>
      </p:sp>
      <p:sp>
        <p:nvSpPr>
          <p:cNvPr id="52244" name="Line 27"/>
          <p:cNvSpPr>
            <a:spLocks noChangeShapeType="1"/>
          </p:cNvSpPr>
          <p:nvPr/>
        </p:nvSpPr>
        <p:spPr bwMode="auto">
          <a:xfrm flipH="1">
            <a:off x="857139" y="3789834"/>
            <a:ext cx="725921" cy="28105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52245" name="Text Box 28"/>
          <p:cNvSpPr txBox="1">
            <a:spLocks noChangeArrowheads="1"/>
          </p:cNvSpPr>
          <p:nvPr/>
        </p:nvSpPr>
        <p:spPr bwMode="auto">
          <a:xfrm>
            <a:off x="1513079" y="3501802"/>
            <a:ext cx="7606463" cy="47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400" dirty="0">
                <a:solidFill>
                  <a:srgbClr val="333399"/>
                </a:solidFill>
                <a:latin typeface="Arial" charset="0"/>
              </a:rPr>
              <a:t>匹配电阻（用来吸收总线上传播的</a:t>
            </a:r>
            <a:r>
              <a:rPr kumimoji="1" lang="zh-CN" altLang="en-US" sz="2400" dirty="0" smtClean="0">
                <a:solidFill>
                  <a:srgbClr val="333399"/>
                </a:solidFill>
                <a:latin typeface="Arial" charset="0"/>
              </a:rPr>
              <a:t>信号以防反射干扰）</a:t>
            </a:r>
            <a:endParaRPr kumimoji="1" lang="zh-CN" altLang="en-US" sz="2400" dirty="0">
              <a:solidFill>
                <a:srgbClr val="333399"/>
              </a:solidFill>
              <a:latin typeface="Arial" charset="0"/>
            </a:endParaRPr>
          </a:p>
        </p:txBody>
      </p:sp>
      <p:sp>
        <p:nvSpPr>
          <p:cNvPr id="52246" name="Text Box 29"/>
          <p:cNvSpPr txBox="1">
            <a:spLocks noChangeArrowheads="1"/>
          </p:cNvSpPr>
          <p:nvPr/>
        </p:nvSpPr>
        <p:spPr bwMode="auto">
          <a:xfrm>
            <a:off x="9121646" y="3501802"/>
            <a:ext cx="1450932" cy="47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400">
                <a:solidFill>
                  <a:srgbClr val="333399"/>
                </a:solidFill>
                <a:latin typeface="Arial" charset="0"/>
              </a:rPr>
              <a:t>匹配电阻</a:t>
            </a:r>
          </a:p>
        </p:txBody>
      </p:sp>
      <p:sp>
        <p:nvSpPr>
          <p:cNvPr id="278558" name="Freeform 30"/>
          <p:cNvSpPr>
            <a:spLocks/>
          </p:cNvSpPr>
          <p:nvPr/>
        </p:nvSpPr>
        <p:spPr bwMode="auto">
          <a:xfrm>
            <a:off x="4021143" y="4206814"/>
            <a:ext cx="2110043" cy="916200"/>
          </a:xfrm>
          <a:custGeom>
            <a:avLst/>
            <a:gdLst>
              <a:gd name="T0" fmla="*/ 2147483646 w 997"/>
              <a:gd name="T1" fmla="*/ 2147483646 h 577"/>
              <a:gd name="T2" fmla="*/ 2147483646 w 997"/>
              <a:gd name="T3" fmla="*/ 2147483646 h 577"/>
              <a:gd name="T4" fmla="*/ 2147483646 w 997"/>
              <a:gd name="T5" fmla="*/ 2147483646 h 577"/>
              <a:gd name="T6" fmla="*/ 2147483646 w 997"/>
              <a:gd name="T7" fmla="*/ 2147483646 h 577"/>
              <a:gd name="T8" fmla="*/ 0 60000 65536"/>
              <a:gd name="T9" fmla="*/ 0 60000 65536"/>
              <a:gd name="T10" fmla="*/ 0 60000 65536"/>
              <a:gd name="T11" fmla="*/ 0 60000 65536"/>
              <a:gd name="T12" fmla="*/ 0 w 997"/>
              <a:gd name="T13" fmla="*/ 0 h 577"/>
              <a:gd name="T14" fmla="*/ 997 w 997"/>
              <a:gd name="T15" fmla="*/ 577 h 577"/>
            </a:gdLst>
            <a:ahLst/>
            <a:cxnLst>
              <a:cxn ang="T8">
                <a:pos x="T0" y="T1"/>
              </a:cxn>
              <a:cxn ang="T9">
                <a:pos x="T2" y="T3"/>
              </a:cxn>
              <a:cxn ang="T10">
                <a:pos x="T4" y="T5"/>
              </a:cxn>
              <a:cxn ang="T11">
                <a:pos x="T6" y="T7"/>
              </a:cxn>
            </a:cxnLst>
            <a:rect l="T12" t="T13" r="T14" b="T15"/>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76200">
            <a:solidFill>
              <a:schemeClr val="hlink"/>
            </a:solidFill>
            <a:round/>
            <a:headEnd/>
            <a:tailEnd type="triangle" w="med" len="lg"/>
          </a:ln>
          <a:extLst>
            <a:ext uri="{909E8E84-426E-40DD-AFC4-6F175D3DCCD1}">
              <a14:hiddenFill xmlns:a14="http://schemas.microsoft.com/office/drawing/2010/main">
                <a:solidFill>
                  <a:srgbClr val="FFFFFF"/>
                </a:solidFill>
              </a14:hiddenFill>
            </a:ext>
          </a:extLst>
        </p:spPr>
        <p:txBody>
          <a:bodyPr lIns="108850" tIns="54425" rIns="108850" bIns="54425"/>
          <a:lstStyle/>
          <a:p>
            <a:endParaRPr lang="zh-CN" altLang="en-US" b="1"/>
          </a:p>
        </p:txBody>
      </p:sp>
      <p:sp>
        <p:nvSpPr>
          <p:cNvPr id="278559" name="Freeform 31"/>
          <p:cNvSpPr>
            <a:spLocks/>
          </p:cNvSpPr>
          <p:nvPr/>
        </p:nvSpPr>
        <p:spPr bwMode="auto">
          <a:xfrm>
            <a:off x="4078287" y="4219517"/>
            <a:ext cx="4110032" cy="998769"/>
          </a:xfrm>
          <a:custGeom>
            <a:avLst/>
            <a:gdLst>
              <a:gd name="T0" fmla="*/ 2147483646 w 1895"/>
              <a:gd name="T1" fmla="*/ 2147483646 h 629"/>
              <a:gd name="T2" fmla="*/ 2147483646 w 1895"/>
              <a:gd name="T3" fmla="*/ 2147483646 h 629"/>
              <a:gd name="T4" fmla="*/ 2147483646 w 1895"/>
              <a:gd name="T5" fmla="*/ 2147483646 h 629"/>
              <a:gd name="T6" fmla="*/ 2147483646 w 1895"/>
              <a:gd name="T7" fmla="*/ 2147483646 h 629"/>
              <a:gd name="T8" fmla="*/ 2147483646 w 1895"/>
              <a:gd name="T9" fmla="*/ 2147483646 h 629"/>
              <a:gd name="T10" fmla="*/ 0 60000 65536"/>
              <a:gd name="T11" fmla="*/ 0 60000 65536"/>
              <a:gd name="T12" fmla="*/ 0 60000 65536"/>
              <a:gd name="T13" fmla="*/ 0 60000 65536"/>
              <a:gd name="T14" fmla="*/ 0 60000 65536"/>
              <a:gd name="T15" fmla="*/ 0 w 1895"/>
              <a:gd name="T16" fmla="*/ 0 h 629"/>
              <a:gd name="T17" fmla="*/ 1895 w 1895"/>
              <a:gd name="T18" fmla="*/ 629 h 629"/>
            </a:gdLst>
            <a:ahLst/>
            <a:cxnLst>
              <a:cxn ang="T10">
                <a:pos x="T0" y="T1"/>
              </a:cxn>
              <a:cxn ang="T11">
                <a:pos x="T2" y="T3"/>
              </a:cxn>
              <a:cxn ang="T12">
                <a:pos x="T4" y="T5"/>
              </a:cxn>
              <a:cxn ang="T13">
                <a:pos x="T6" y="T7"/>
              </a:cxn>
              <a:cxn ang="T14">
                <a:pos x="T8" y="T9"/>
              </a:cxn>
            </a:cxnLst>
            <a:rect l="T15" t="T16" r="T17" b="T18"/>
            <a:pathLst>
              <a:path w="1895" h="629">
                <a:moveTo>
                  <a:pt x="26" y="556"/>
                </a:moveTo>
                <a:cubicBezTo>
                  <a:pt x="46" y="481"/>
                  <a:pt x="0" y="195"/>
                  <a:pt x="147" y="108"/>
                </a:cubicBezTo>
                <a:cubicBezTo>
                  <a:pt x="294" y="21"/>
                  <a:pt x="641" y="36"/>
                  <a:pt x="906" y="35"/>
                </a:cubicBezTo>
                <a:cubicBezTo>
                  <a:pt x="1171" y="34"/>
                  <a:pt x="1581" y="0"/>
                  <a:pt x="1738" y="99"/>
                </a:cubicBezTo>
                <a:cubicBezTo>
                  <a:pt x="1895" y="198"/>
                  <a:pt x="1825" y="519"/>
                  <a:pt x="1848" y="629"/>
                </a:cubicBezTo>
              </a:path>
            </a:pathLst>
          </a:custGeom>
          <a:noFill/>
          <a:ln w="76200">
            <a:solidFill>
              <a:schemeClr val="hlink"/>
            </a:solidFill>
            <a:round/>
            <a:headEnd/>
            <a:tailEnd type="triangle" w="med" len="lg"/>
          </a:ln>
          <a:extLst>
            <a:ext uri="{909E8E84-426E-40DD-AFC4-6F175D3DCCD1}">
              <a14:hiddenFill xmlns:a14="http://schemas.microsoft.com/office/drawing/2010/main">
                <a:solidFill>
                  <a:srgbClr val="FFFFFF"/>
                </a:solidFill>
              </a14:hiddenFill>
            </a:ext>
          </a:extLst>
        </p:spPr>
        <p:txBody>
          <a:bodyPr lIns="108850" tIns="54425" rIns="108850" bIns="54425"/>
          <a:lstStyle/>
          <a:p>
            <a:endParaRPr lang="zh-CN" altLang="en-US" b="1"/>
          </a:p>
        </p:txBody>
      </p:sp>
      <p:sp>
        <p:nvSpPr>
          <p:cNvPr id="278560" name="Freeform 32"/>
          <p:cNvSpPr>
            <a:spLocks/>
          </p:cNvSpPr>
          <p:nvPr/>
        </p:nvSpPr>
        <p:spPr bwMode="auto">
          <a:xfrm>
            <a:off x="4078286" y="4222693"/>
            <a:ext cx="5908964" cy="962248"/>
          </a:xfrm>
          <a:custGeom>
            <a:avLst/>
            <a:gdLst>
              <a:gd name="T0" fmla="*/ 2147483646 w 2601"/>
              <a:gd name="T1" fmla="*/ 2147483646 h 606"/>
              <a:gd name="T2" fmla="*/ 2147483646 w 2601"/>
              <a:gd name="T3" fmla="*/ 2147483646 h 606"/>
              <a:gd name="T4" fmla="*/ 2147483646 w 2601"/>
              <a:gd name="T5" fmla="*/ 2147483646 h 606"/>
              <a:gd name="T6" fmla="*/ 2147483646 w 2601"/>
              <a:gd name="T7" fmla="*/ 2147483646 h 606"/>
              <a:gd name="T8" fmla="*/ 2147483646 w 2601"/>
              <a:gd name="T9" fmla="*/ 2147483646 h 606"/>
              <a:gd name="T10" fmla="*/ 0 60000 65536"/>
              <a:gd name="T11" fmla="*/ 0 60000 65536"/>
              <a:gd name="T12" fmla="*/ 0 60000 65536"/>
              <a:gd name="T13" fmla="*/ 0 60000 65536"/>
              <a:gd name="T14" fmla="*/ 0 60000 65536"/>
              <a:gd name="T15" fmla="*/ 0 w 2601"/>
              <a:gd name="T16" fmla="*/ 0 h 606"/>
              <a:gd name="T17" fmla="*/ 2601 w 2601"/>
              <a:gd name="T18" fmla="*/ 606 h 606"/>
            </a:gdLst>
            <a:ahLst/>
            <a:cxnLst>
              <a:cxn ang="T10">
                <a:pos x="T0" y="T1"/>
              </a:cxn>
              <a:cxn ang="T11">
                <a:pos x="T2" y="T3"/>
              </a:cxn>
              <a:cxn ang="T12">
                <a:pos x="T4" y="T5"/>
              </a:cxn>
              <a:cxn ang="T13">
                <a:pos x="T6" y="T7"/>
              </a:cxn>
              <a:cxn ang="T14">
                <a:pos x="T8" y="T9"/>
              </a:cxn>
            </a:cxnLst>
            <a:rect l="T15" t="T16" r="T17" b="T18"/>
            <a:pathLst>
              <a:path w="2601" h="606">
                <a:moveTo>
                  <a:pt x="29" y="533"/>
                </a:moveTo>
                <a:cubicBezTo>
                  <a:pt x="57" y="458"/>
                  <a:pt x="0" y="170"/>
                  <a:pt x="200" y="85"/>
                </a:cubicBezTo>
                <a:cubicBezTo>
                  <a:pt x="400" y="0"/>
                  <a:pt x="868" y="21"/>
                  <a:pt x="1228" y="24"/>
                </a:cubicBezTo>
                <a:cubicBezTo>
                  <a:pt x="1588" y="27"/>
                  <a:pt x="2133" y="9"/>
                  <a:pt x="2362" y="106"/>
                </a:cubicBezTo>
                <a:cubicBezTo>
                  <a:pt x="2591" y="203"/>
                  <a:pt x="2551" y="502"/>
                  <a:pt x="2601" y="606"/>
                </a:cubicBezTo>
              </a:path>
            </a:pathLst>
          </a:custGeom>
          <a:noFill/>
          <a:ln w="76200">
            <a:solidFill>
              <a:schemeClr val="hlink"/>
            </a:solidFill>
            <a:round/>
            <a:headEnd/>
            <a:tailEnd type="triangle" w="med" len="lg"/>
          </a:ln>
          <a:extLst>
            <a:ext uri="{909E8E84-426E-40DD-AFC4-6F175D3DCCD1}">
              <a14:hiddenFill xmlns:a14="http://schemas.microsoft.com/office/drawing/2010/main">
                <a:solidFill>
                  <a:srgbClr val="FFFFFF"/>
                </a:solidFill>
              </a14:hiddenFill>
            </a:ext>
          </a:extLst>
        </p:spPr>
        <p:txBody>
          <a:bodyPr lIns="108850" tIns="54425" rIns="108850" bIns="54425"/>
          <a:lstStyle/>
          <a:p>
            <a:endParaRPr lang="zh-CN" altLang="en-US" b="1"/>
          </a:p>
        </p:txBody>
      </p:sp>
      <p:sp>
        <p:nvSpPr>
          <p:cNvPr id="278561" name="Freeform 33"/>
          <p:cNvSpPr>
            <a:spLocks/>
          </p:cNvSpPr>
          <p:nvPr/>
        </p:nvSpPr>
        <p:spPr bwMode="auto">
          <a:xfrm>
            <a:off x="4078287" y="4186173"/>
            <a:ext cx="6876154" cy="846333"/>
          </a:xfrm>
          <a:custGeom>
            <a:avLst/>
            <a:gdLst>
              <a:gd name="T0" fmla="*/ 2147483646 w 3249"/>
              <a:gd name="T1" fmla="*/ 2147483646 h 533"/>
              <a:gd name="T2" fmla="*/ 2147483646 w 3249"/>
              <a:gd name="T3" fmla="*/ 2147483646 h 533"/>
              <a:gd name="T4" fmla="*/ 2147483646 w 3249"/>
              <a:gd name="T5" fmla="*/ 2147483646 h 533"/>
              <a:gd name="T6" fmla="*/ 2147483646 w 3249"/>
              <a:gd name="T7" fmla="*/ 2147483646 h 533"/>
              <a:gd name="T8" fmla="*/ 2147483646 w 3249"/>
              <a:gd name="T9" fmla="*/ 2147483646 h 533"/>
              <a:gd name="T10" fmla="*/ 0 60000 65536"/>
              <a:gd name="T11" fmla="*/ 0 60000 65536"/>
              <a:gd name="T12" fmla="*/ 0 60000 65536"/>
              <a:gd name="T13" fmla="*/ 0 60000 65536"/>
              <a:gd name="T14" fmla="*/ 0 60000 65536"/>
              <a:gd name="T15" fmla="*/ 0 w 3249"/>
              <a:gd name="T16" fmla="*/ 0 h 533"/>
              <a:gd name="T17" fmla="*/ 3249 w 3249"/>
              <a:gd name="T18" fmla="*/ 533 h 533"/>
            </a:gdLst>
            <a:ahLst/>
            <a:cxnLst>
              <a:cxn ang="T10">
                <a:pos x="T0" y="T1"/>
              </a:cxn>
              <a:cxn ang="T11">
                <a:pos x="T2" y="T3"/>
              </a:cxn>
              <a:cxn ang="T12">
                <a:pos x="T4" y="T5"/>
              </a:cxn>
              <a:cxn ang="T13">
                <a:pos x="T6" y="T7"/>
              </a:cxn>
              <a:cxn ang="T14">
                <a:pos x="T8" y="T9"/>
              </a:cxn>
            </a:cxnLst>
            <a:rect l="T15" t="T16" r="T17" b="T18"/>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76200">
            <a:solidFill>
              <a:schemeClr val="hlink"/>
            </a:solidFill>
            <a:round/>
            <a:headEnd/>
            <a:tailEnd type="triangle" w="med" len="lg"/>
          </a:ln>
          <a:extLst>
            <a:ext uri="{909E8E84-426E-40DD-AFC4-6F175D3DCCD1}">
              <a14:hiddenFill xmlns:a14="http://schemas.microsoft.com/office/drawing/2010/main">
                <a:solidFill>
                  <a:srgbClr val="FFFFFF"/>
                </a:solidFill>
              </a14:hiddenFill>
            </a:ext>
          </a:extLst>
        </p:spPr>
        <p:txBody>
          <a:bodyPr lIns="108850" tIns="54425" rIns="108850" bIns="54425"/>
          <a:lstStyle/>
          <a:p>
            <a:endParaRPr lang="zh-CN" altLang="en-US" b="1"/>
          </a:p>
        </p:txBody>
      </p:sp>
      <p:sp>
        <p:nvSpPr>
          <p:cNvPr id="278562" name="Freeform 34"/>
          <p:cNvSpPr>
            <a:spLocks/>
          </p:cNvSpPr>
          <p:nvPr/>
        </p:nvSpPr>
        <p:spPr bwMode="auto">
          <a:xfrm>
            <a:off x="719573" y="4186173"/>
            <a:ext cx="3479347" cy="846333"/>
          </a:xfrm>
          <a:custGeom>
            <a:avLst/>
            <a:gdLst>
              <a:gd name="T0" fmla="*/ 2147483646 w 1644"/>
              <a:gd name="T1" fmla="*/ 2147483646 h 533"/>
              <a:gd name="T2" fmla="*/ 2147483646 w 1644"/>
              <a:gd name="T3" fmla="*/ 2147483646 h 533"/>
              <a:gd name="T4" fmla="*/ 2147483646 w 1644"/>
              <a:gd name="T5" fmla="*/ 2147483646 h 533"/>
              <a:gd name="T6" fmla="*/ 2147483646 w 1644"/>
              <a:gd name="T7" fmla="*/ 2147483646 h 533"/>
              <a:gd name="T8" fmla="*/ 0 w 1644"/>
              <a:gd name="T9" fmla="*/ 2147483646 h 533"/>
              <a:gd name="T10" fmla="*/ 0 60000 65536"/>
              <a:gd name="T11" fmla="*/ 0 60000 65536"/>
              <a:gd name="T12" fmla="*/ 0 60000 65536"/>
              <a:gd name="T13" fmla="*/ 0 60000 65536"/>
              <a:gd name="T14" fmla="*/ 0 60000 65536"/>
              <a:gd name="T15" fmla="*/ 0 w 1644"/>
              <a:gd name="T16" fmla="*/ 0 h 533"/>
              <a:gd name="T17" fmla="*/ 1644 w 1644"/>
              <a:gd name="T18" fmla="*/ 533 h 533"/>
            </a:gdLst>
            <a:ahLst/>
            <a:cxnLst>
              <a:cxn ang="T10">
                <a:pos x="T0" y="T1"/>
              </a:cxn>
              <a:cxn ang="T11">
                <a:pos x="T2" y="T3"/>
              </a:cxn>
              <a:cxn ang="T12">
                <a:pos x="T4" y="T5"/>
              </a:cxn>
              <a:cxn ang="T13">
                <a:pos x="T6" y="T7"/>
              </a:cxn>
              <a:cxn ang="T14">
                <a:pos x="T8" y="T9"/>
              </a:cxn>
            </a:cxnLst>
            <a:rect l="T15" t="T16" r="T17" b="T18"/>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76200">
            <a:solidFill>
              <a:schemeClr val="hlink"/>
            </a:solidFill>
            <a:round/>
            <a:headEnd/>
            <a:tailEnd type="triangle" w="med" len="lg"/>
          </a:ln>
          <a:extLst>
            <a:ext uri="{909E8E84-426E-40DD-AFC4-6F175D3DCCD1}">
              <a14:hiddenFill xmlns:a14="http://schemas.microsoft.com/office/drawing/2010/main">
                <a:solidFill>
                  <a:srgbClr val="FFFFFF"/>
                </a:solidFill>
              </a14:hiddenFill>
            </a:ext>
          </a:extLst>
        </p:spPr>
        <p:txBody>
          <a:bodyPr lIns="108850" tIns="54425" rIns="108850" bIns="54425"/>
          <a:lstStyle/>
          <a:p>
            <a:endParaRPr lang="zh-CN" altLang="en-US" b="1"/>
          </a:p>
        </p:txBody>
      </p:sp>
      <p:sp>
        <p:nvSpPr>
          <p:cNvPr id="278563" name="Freeform 35"/>
          <p:cNvSpPr>
            <a:spLocks/>
          </p:cNvSpPr>
          <p:nvPr/>
        </p:nvSpPr>
        <p:spPr bwMode="auto">
          <a:xfrm flipH="1">
            <a:off x="1968244" y="4186173"/>
            <a:ext cx="2110043" cy="916199"/>
          </a:xfrm>
          <a:custGeom>
            <a:avLst/>
            <a:gdLst>
              <a:gd name="T0" fmla="*/ 2147483646 w 997"/>
              <a:gd name="T1" fmla="*/ 2147483646 h 577"/>
              <a:gd name="T2" fmla="*/ 2147483646 w 997"/>
              <a:gd name="T3" fmla="*/ 2147483646 h 577"/>
              <a:gd name="T4" fmla="*/ 2147483646 w 997"/>
              <a:gd name="T5" fmla="*/ 2147483646 h 577"/>
              <a:gd name="T6" fmla="*/ 2147483646 w 997"/>
              <a:gd name="T7" fmla="*/ 2147483646 h 577"/>
              <a:gd name="T8" fmla="*/ 0 60000 65536"/>
              <a:gd name="T9" fmla="*/ 0 60000 65536"/>
              <a:gd name="T10" fmla="*/ 0 60000 65536"/>
              <a:gd name="T11" fmla="*/ 0 60000 65536"/>
              <a:gd name="T12" fmla="*/ 0 w 997"/>
              <a:gd name="T13" fmla="*/ 0 h 577"/>
              <a:gd name="T14" fmla="*/ 997 w 997"/>
              <a:gd name="T15" fmla="*/ 577 h 577"/>
            </a:gdLst>
            <a:ahLst/>
            <a:cxnLst>
              <a:cxn ang="T8">
                <a:pos x="T0" y="T1"/>
              </a:cxn>
              <a:cxn ang="T9">
                <a:pos x="T2" y="T3"/>
              </a:cxn>
              <a:cxn ang="T10">
                <a:pos x="T4" y="T5"/>
              </a:cxn>
              <a:cxn ang="T11">
                <a:pos x="T6" y="T7"/>
              </a:cxn>
            </a:cxnLst>
            <a:rect l="T12" t="T13" r="T14" b="T15"/>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76200">
            <a:solidFill>
              <a:schemeClr val="hlink"/>
            </a:solidFill>
            <a:round/>
            <a:headEnd/>
            <a:tailEnd type="triangle" w="med" len="lg"/>
          </a:ln>
          <a:extLst>
            <a:ext uri="{909E8E84-426E-40DD-AFC4-6F175D3DCCD1}">
              <a14:hiddenFill xmlns:a14="http://schemas.microsoft.com/office/drawing/2010/main">
                <a:solidFill>
                  <a:srgbClr val="FFFFFF"/>
                </a:solidFill>
              </a14:hiddenFill>
            </a:ext>
          </a:extLst>
        </p:spPr>
        <p:txBody>
          <a:bodyPr lIns="108850" tIns="54425" rIns="108850" bIns="54425"/>
          <a:lstStyle/>
          <a:p>
            <a:endParaRPr lang="zh-CN" altLang="en-US" b="1"/>
          </a:p>
        </p:txBody>
      </p:sp>
      <p:grpSp>
        <p:nvGrpSpPr>
          <p:cNvPr id="5" name="Group 36"/>
          <p:cNvGrpSpPr>
            <a:grpSpLocks/>
          </p:cNvGrpSpPr>
          <p:nvPr/>
        </p:nvGrpSpPr>
        <p:grpSpPr bwMode="auto">
          <a:xfrm>
            <a:off x="9680373" y="5127778"/>
            <a:ext cx="332274" cy="268350"/>
            <a:chOff x="1474" y="3430"/>
            <a:chExt cx="136" cy="136"/>
          </a:xfrm>
        </p:grpSpPr>
        <p:sp>
          <p:nvSpPr>
            <p:cNvPr id="52266" name="Line 37"/>
            <p:cNvSpPr>
              <a:spLocks noChangeShapeType="1"/>
            </p:cNvSpPr>
            <p:nvPr/>
          </p:nvSpPr>
          <p:spPr bwMode="auto">
            <a:xfrm>
              <a:off x="1474" y="3430"/>
              <a:ext cx="136" cy="136"/>
            </a:xfrm>
            <a:prstGeom prst="line">
              <a:avLst/>
            </a:prstGeom>
            <a:noFill/>
            <a:ln w="762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2267" name="Line 38"/>
            <p:cNvSpPr>
              <a:spLocks noChangeShapeType="1"/>
            </p:cNvSpPr>
            <p:nvPr/>
          </p:nvSpPr>
          <p:spPr bwMode="auto">
            <a:xfrm flipH="1">
              <a:off x="1474" y="3430"/>
              <a:ext cx="136" cy="136"/>
            </a:xfrm>
            <a:prstGeom prst="line">
              <a:avLst/>
            </a:prstGeom>
            <a:noFill/>
            <a:ln w="762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278567" name="AutoShape 39"/>
          <p:cNvSpPr>
            <a:spLocks noChangeArrowheads="1"/>
          </p:cNvSpPr>
          <p:nvPr/>
        </p:nvSpPr>
        <p:spPr bwMode="auto">
          <a:xfrm>
            <a:off x="9436989" y="5897895"/>
            <a:ext cx="1170364" cy="377912"/>
          </a:xfrm>
          <a:prstGeom prst="roundRect">
            <a:avLst>
              <a:gd name="adj" fmla="val 16667"/>
            </a:avLst>
          </a:prstGeom>
          <a:solidFill>
            <a:srgbClr val="FFFF66"/>
          </a:solidFill>
          <a:ln w="9525">
            <a:solidFill>
              <a:schemeClr val="tx1"/>
            </a:solidFill>
            <a:round/>
            <a:headEnd/>
            <a:tailEnd/>
          </a:ln>
        </p:spPr>
        <p:txBody>
          <a:bodyPr wrap="none" lIns="108850" tIns="54425" rIns="108850" bIns="54425" anchor="ctr"/>
          <a:lstStyle/>
          <a:p>
            <a:pPr algn="ctr" eaLnBrk="1" hangingPunct="1"/>
            <a:r>
              <a:rPr lang="zh-CN" altLang="en-US" sz="2400" b="1">
                <a:solidFill>
                  <a:srgbClr val="333399"/>
                </a:solidFill>
                <a:latin typeface="Tahoma" pitchFamily="34" charset="0"/>
                <a:ea typeface="黑体" pitchFamily="49" charset="-122"/>
              </a:rPr>
              <a:t>不接受</a:t>
            </a:r>
          </a:p>
        </p:txBody>
      </p:sp>
      <p:grpSp>
        <p:nvGrpSpPr>
          <p:cNvPr id="6" name="Group 40"/>
          <p:cNvGrpSpPr>
            <a:grpSpLocks/>
          </p:cNvGrpSpPr>
          <p:nvPr/>
        </p:nvGrpSpPr>
        <p:grpSpPr bwMode="auto">
          <a:xfrm>
            <a:off x="5762934" y="5127778"/>
            <a:ext cx="332273" cy="268350"/>
            <a:chOff x="1474" y="3430"/>
            <a:chExt cx="136" cy="136"/>
          </a:xfrm>
        </p:grpSpPr>
        <p:sp>
          <p:nvSpPr>
            <p:cNvPr id="52264" name="Line 41"/>
            <p:cNvSpPr>
              <a:spLocks noChangeShapeType="1"/>
            </p:cNvSpPr>
            <p:nvPr/>
          </p:nvSpPr>
          <p:spPr bwMode="auto">
            <a:xfrm>
              <a:off x="1474" y="3430"/>
              <a:ext cx="136" cy="136"/>
            </a:xfrm>
            <a:prstGeom prst="line">
              <a:avLst/>
            </a:prstGeom>
            <a:noFill/>
            <a:ln w="762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2265" name="Line 42"/>
            <p:cNvSpPr>
              <a:spLocks noChangeShapeType="1"/>
            </p:cNvSpPr>
            <p:nvPr/>
          </p:nvSpPr>
          <p:spPr bwMode="auto">
            <a:xfrm flipH="1">
              <a:off x="1474" y="3430"/>
              <a:ext cx="136" cy="136"/>
            </a:xfrm>
            <a:prstGeom prst="line">
              <a:avLst/>
            </a:prstGeom>
            <a:noFill/>
            <a:ln w="762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278571" name="AutoShape 43"/>
          <p:cNvSpPr>
            <a:spLocks noChangeArrowheads="1"/>
          </p:cNvSpPr>
          <p:nvPr/>
        </p:nvSpPr>
        <p:spPr bwMode="auto">
          <a:xfrm>
            <a:off x="5519548" y="5897895"/>
            <a:ext cx="1170365" cy="377912"/>
          </a:xfrm>
          <a:prstGeom prst="roundRect">
            <a:avLst>
              <a:gd name="adj" fmla="val 16667"/>
            </a:avLst>
          </a:prstGeom>
          <a:solidFill>
            <a:srgbClr val="FFFF66"/>
          </a:solidFill>
          <a:ln w="9525">
            <a:solidFill>
              <a:schemeClr val="tx1"/>
            </a:solidFill>
            <a:round/>
            <a:headEnd/>
            <a:tailEnd/>
          </a:ln>
        </p:spPr>
        <p:txBody>
          <a:bodyPr wrap="none" lIns="108850" tIns="54425" rIns="108850" bIns="54425" anchor="ctr"/>
          <a:lstStyle/>
          <a:p>
            <a:pPr algn="ctr" eaLnBrk="1" hangingPunct="1"/>
            <a:r>
              <a:rPr lang="zh-CN" altLang="en-US" sz="2400" b="1">
                <a:solidFill>
                  <a:srgbClr val="333399"/>
                </a:solidFill>
                <a:latin typeface="Tahoma" pitchFamily="34" charset="0"/>
                <a:ea typeface="黑体" pitchFamily="49" charset="-122"/>
              </a:rPr>
              <a:t>不接受</a:t>
            </a:r>
          </a:p>
        </p:txBody>
      </p:sp>
      <p:grpSp>
        <p:nvGrpSpPr>
          <p:cNvPr id="7" name="Group 44"/>
          <p:cNvGrpSpPr>
            <a:grpSpLocks/>
          </p:cNvGrpSpPr>
          <p:nvPr/>
        </p:nvGrpSpPr>
        <p:grpSpPr bwMode="auto">
          <a:xfrm>
            <a:off x="1826447" y="5127778"/>
            <a:ext cx="332273" cy="268350"/>
            <a:chOff x="1474" y="3430"/>
            <a:chExt cx="136" cy="136"/>
          </a:xfrm>
        </p:grpSpPr>
        <p:sp>
          <p:nvSpPr>
            <p:cNvPr id="52262" name="Line 45"/>
            <p:cNvSpPr>
              <a:spLocks noChangeShapeType="1"/>
            </p:cNvSpPr>
            <p:nvPr/>
          </p:nvSpPr>
          <p:spPr bwMode="auto">
            <a:xfrm>
              <a:off x="1474" y="3430"/>
              <a:ext cx="136" cy="136"/>
            </a:xfrm>
            <a:prstGeom prst="line">
              <a:avLst/>
            </a:prstGeom>
            <a:noFill/>
            <a:ln w="762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2263" name="Line 46"/>
            <p:cNvSpPr>
              <a:spLocks noChangeShapeType="1"/>
            </p:cNvSpPr>
            <p:nvPr/>
          </p:nvSpPr>
          <p:spPr bwMode="auto">
            <a:xfrm flipH="1">
              <a:off x="1474" y="3430"/>
              <a:ext cx="136" cy="136"/>
            </a:xfrm>
            <a:prstGeom prst="line">
              <a:avLst/>
            </a:prstGeom>
            <a:noFill/>
            <a:ln w="762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278575" name="AutoShape 47"/>
          <p:cNvSpPr>
            <a:spLocks noChangeArrowheads="1"/>
          </p:cNvSpPr>
          <p:nvPr/>
        </p:nvSpPr>
        <p:spPr bwMode="auto">
          <a:xfrm>
            <a:off x="1583061" y="5897895"/>
            <a:ext cx="1170365" cy="377912"/>
          </a:xfrm>
          <a:prstGeom prst="roundRect">
            <a:avLst>
              <a:gd name="adj" fmla="val 16667"/>
            </a:avLst>
          </a:prstGeom>
          <a:solidFill>
            <a:srgbClr val="FFFF66"/>
          </a:solidFill>
          <a:ln w="9525">
            <a:solidFill>
              <a:schemeClr val="tx1"/>
            </a:solidFill>
            <a:round/>
            <a:headEnd/>
            <a:tailEnd/>
          </a:ln>
        </p:spPr>
        <p:txBody>
          <a:bodyPr wrap="none" lIns="108850" tIns="54425" rIns="108850" bIns="54425" anchor="ctr"/>
          <a:lstStyle/>
          <a:p>
            <a:pPr algn="ctr" eaLnBrk="1" hangingPunct="1"/>
            <a:r>
              <a:rPr lang="zh-CN" altLang="en-US" sz="2400" b="1">
                <a:solidFill>
                  <a:srgbClr val="333399"/>
                </a:solidFill>
                <a:latin typeface="Tahoma" pitchFamily="34" charset="0"/>
                <a:ea typeface="黑体" pitchFamily="49" charset="-122"/>
              </a:rPr>
              <a:t>不接受</a:t>
            </a:r>
          </a:p>
        </p:txBody>
      </p:sp>
      <p:sp>
        <p:nvSpPr>
          <p:cNvPr id="278576" name="Text Box 48"/>
          <p:cNvSpPr txBox="1">
            <a:spLocks noChangeArrowheads="1"/>
          </p:cNvSpPr>
          <p:nvPr/>
        </p:nvSpPr>
        <p:spPr bwMode="auto">
          <a:xfrm>
            <a:off x="7631707" y="5915360"/>
            <a:ext cx="835379" cy="479245"/>
          </a:xfrm>
          <a:prstGeom prst="rect">
            <a:avLst/>
          </a:prstGeom>
          <a:solidFill>
            <a:srgbClr val="FFCCFF"/>
          </a:solidFill>
          <a:ln w="9525">
            <a:solidFill>
              <a:schemeClr val="tx2"/>
            </a:solidFill>
            <a:miter lim="800000"/>
            <a:headEnd/>
            <a:tailEnd/>
          </a:ln>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400">
                <a:solidFill>
                  <a:srgbClr val="333399"/>
                </a:solidFill>
                <a:latin typeface="Arial" charset="0"/>
              </a:rPr>
              <a:t>接受</a:t>
            </a:r>
          </a:p>
        </p:txBody>
      </p:sp>
      <p:sp>
        <p:nvSpPr>
          <p:cNvPr id="52260" name="Text Box 49"/>
          <p:cNvSpPr txBox="1">
            <a:spLocks noChangeArrowheads="1"/>
          </p:cNvSpPr>
          <p:nvPr/>
        </p:nvSpPr>
        <p:spPr bwMode="auto">
          <a:xfrm>
            <a:off x="3901060" y="5504103"/>
            <a:ext cx="442644" cy="47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en-US" altLang="zh-CN" sz="2400" dirty="0">
                <a:solidFill>
                  <a:srgbClr val="111111"/>
                </a:solidFill>
                <a:latin typeface="Arial" charset="0"/>
              </a:rPr>
              <a:t>B</a:t>
            </a:r>
          </a:p>
        </p:txBody>
      </p:sp>
      <p:sp>
        <p:nvSpPr>
          <p:cNvPr id="278578" name="Text Box 50"/>
          <p:cNvSpPr txBox="1">
            <a:spLocks noChangeArrowheads="1"/>
          </p:cNvSpPr>
          <p:nvPr/>
        </p:nvSpPr>
        <p:spPr bwMode="auto">
          <a:xfrm>
            <a:off x="5130971" y="4475164"/>
            <a:ext cx="2074501" cy="848577"/>
          </a:xfrm>
          <a:prstGeom prst="rect">
            <a:avLst/>
          </a:prstGeom>
          <a:solidFill>
            <a:srgbClr val="FFFF99"/>
          </a:solidFill>
          <a:ln w="9525">
            <a:solidFill>
              <a:srgbClr val="333399"/>
            </a:solidFill>
            <a:miter lim="800000"/>
            <a:headEnd/>
            <a:tailEnd/>
          </a:ln>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algn="ctr" eaLnBrk="1" hangingPunct="1"/>
            <a:r>
              <a:rPr lang="zh-CN" altLang="en-US" sz="2400">
                <a:solidFill>
                  <a:srgbClr val="333399"/>
                </a:solidFill>
                <a:latin typeface="Arial" charset="0"/>
              </a:rPr>
              <a:t>只有 </a:t>
            </a:r>
            <a:r>
              <a:rPr lang="en-US" altLang="zh-CN" sz="2400">
                <a:solidFill>
                  <a:srgbClr val="333399"/>
                </a:solidFill>
                <a:latin typeface="Arial" charset="0"/>
              </a:rPr>
              <a:t>D </a:t>
            </a:r>
            <a:r>
              <a:rPr lang="zh-CN" altLang="en-US" sz="2400">
                <a:solidFill>
                  <a:srgbClr val="333399"/>
                </a:solidFill>
                <a:latin typeface="Arial" charset="0"/>
              </a:rPr>
              <a:t>接受</a:t>
            </a:r>
          </a:p>
          <a:p>
            <a:pPr algn="ctr" eaLnBrk="1" hangingPunct="1"/>
            <a:r>
              <a:rPr lang="en-US" altLang="zh-CN" sz="2400">
                <a:solidFill>
                  <a:srgbClr val="333399"/>
                </a:solidFill>
                <a:latin typeface="Arial" charset="0"/>
              </a:rPr>
              <a:t>B </a:t>
            </a:r>
            <a:r>
              <a:rPr lang="zh-CN" altLang="en-US" sz="2400">
                <a:solidFill>
                  <a:srgbClr val="333399"/>
                </a:solidFill>
                <a:latin typeface="Arial" charset="0"/>
              </a:rPr>
              <a:t>发送的数据</a:t>
            </a:r>
          </a:p>
        </p:txBody>
      </p:sp>
    </p:spTree>
    <p:extLst>
      <p:ext uri="{BB962C8B-B14F-4D97-AF65-F5344CB8AC3E}">
        <p14:creationId xmlns:p14="http://schemas.microsoft.com/office/powerpoint/2010/main" val="2437965817"/>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8550"/>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4000" fill="hold" grpId="1" nodeType="afterEffect">
                                  <p:stCondLst>
                                    <p:cond delay="0"/>
                                  </p:stCondLst>
                                  <p:childTnLst>
                                    <p:anim calcmode="discrete" valueType="str">
                                      <p:cBhvr>
                                        <p:cTn id="9" dur="500" fill="hold"/>
                                        <p:tgtEl>
                                          <p:spTgt spid="278550"/>
                                        </p:tgtEl>
                                        <p:attrNameLst>
                                          <p:attrName>style.visibility</p:attrName>
                                        </p:attrNameLst>
                                      </p:cBhvr>
                                      <p:tavLst>
                                        <p:tav tm="0">
                                          <p:val>
                                            <p:strVal val="hidden"/>
                                          </p:val>
                                        </p:tav>
                                        <p:tav tm="50000">
                                          <p:val>
                                            <p:strVal val="visible"/>
                                          </p:val>
                                        </p:tav>
                                      </p:tavLst>
                                    </p:anim>
                                  </p:childTnLst>
                                </p:cTn>
                              </p:par>
                            </p:childTnLst>
                          </p:cTn>
                        </p:par>
                        <p:par>
                          <p:cTn id="10" fill="hold" nodeType="afterGroup">
                            <p:stCondLst>
                              <p:cond delay="2000"/>
                            </p:stCondLst>
                            <p:childTnLst>
                              <p:par>
                                <p:cTn id="11" presetID="22" presetClass="entr" presetSubtype="2" fill="hold" grpId="0" nodeType="afterEffect">
                                  <p:stCondLst>
                                    <p:cond delay="0"/>
                                  </p:stCondLst>
                                  <p:childTnLst>
                                    <p:set>
                                      <p:cBhvr>
                                        <p:cTn id="12" dur="1" fill="hold">
                                          <p:stCondLst>
                                            <p:cond delay="0"/>
                                          </p:stCondLst>
                                        </p:cTn>
                                        <p:tgtEl>
                                          <p:spTgt spid="278562"/>
                                        </p:tgtEl>
                                        <p:attrNameLst>
                                          <p:attrName>style.visibility</p:attrName>
                                        </p:attrNameLst>
                                      </p:cBhvr>
                                      <p:to>
                                        <p:strVal val="visible"/>
                                      </p:to>
                                    </p:set>
                                    <p:animEffect transition="in" filter="wipe(right)">
                                      <p:cBhvr>
                                        <p:cTn id="13" dur="2000"/>
                                        <p:tgtEl>
                                          <p:spTgt spid="278562"/>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278563"/>
                                        </p:tgtEl>
                                        <p:attrNameLst>
                                          <p:attrName>style.visibility</p:attrName>
                                        </p:attrNameLst>
                                      </p:cBhvr>
                                      <p:to>
                                        <p:strVal val="visible"/>
                                      </p:to>
                                    </p:set>
                                    <p:animEffect transition="in" filter="wipe(right)">
                                      <p:cBhvr>
                                        <p:cTn id="16" dur="2000"/>
                                        <p:tgtEl>
                                          <p:spTgt spid="278563"/>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78561"/>
                                        </p:tgtEl>
                                        <p:attrNameLst>
                                          <p:attrName>style.visibility</p:attrName>
                                        </p:attrNameLst>
                                      </p:cBhvr>
                                      <p:to>
                                        <p:strVal val="visible"/>
                                      </p:to>
                                    </p:set>
                                    <p:animEffect transition="in" filter="wipe(left)">
                                      <p:cBhvr>
                                        <p:cTn id="19" dur="2000"/>
                                        <p:tgtEl>
                                          <p:spTgt spid="278561"/>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78560"/>
                                        </p:tgtEl>
                                        <p:attrNameLst>
                                          <p:attrName>style.visibility</p:attrName>
                                        </p:attrNameLst>
                                      </p:cBhvr>
                                      <p:to>
                                        <p:strVal val="visible"/>
                                      </p:to>
                                    </p:set>
                                    <p:animEffect transition="in" filter="wipe(left)">
                                      <p:cBhvr>
                                        <p:cTn id="22" dur="2000"/>
                                        <p:tgtEl>
                                          <p:spTgt spid="278560"/>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278559"/>
                                        </p:tgtEl>
                                        <p:attrNameLst>
                                          <p:attrName>style.visibility</p:attrName>
                                        </p:attrNameLst>
                                      </p:cBhvr>
                                      <p:to>
                                        <p:strVal val="visible"/>
                                      </p:to>
                                    </p:set>
                                    <p:animEffect transition="in" filter="wipe(left)">
                                      <p:cBhvr>
                                        <p:cTn id="25" dur="2000"/>
                                        <p:tgtEl>
                                          <p:spTgt spid="278559"/>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278558"/>
                                        </p:tgtEl>
                                        <p:attrNameLst>
                                          <p:attrName>style.visibility</p:attrName>
                                        </p:attrNameLst>
                                      </p:cBhvr>
                                      <p:to>
                                        <p:strVal val="visible"/>
                                      </p:to>
                                    </p:set>
                                    <p:animEffect transition="in" filter="wipe(left)">
                                      <p:cBhvr>
                                        <p:cTn id="28" dur="2000"/>
                                        <p:tgtEl>
                                          <p:spTgt spid="278558"/>
                                        </p:tgtEl>
                                      </p:cBhvr>
                                    </p:animEffect>
                                  </p:childTnLst>
                                </p:cTn>
                              </p:par>
                            </p:childTnLst>
                          </p:cTn>
                        </p:par>
                        <p:par>
                          <p:cTn id="29" fill="hold" nodeType="afterGroup">
                            <p:stCondLst>
                              <p:cond delay="4000"/>
                            </p:stCondLst>
                            <p:childTnLst>
                              <p:par>
                                <p:cTn id="30" presetID="1" presetClass="entr" presetSubtype="0" fill="hold" grpId="0" nodeType="afterEffect">
                                  <p:stCondLst>
                                    <p:cond delay="0"/>
                                  </p:stCondLst>
                                  <p:childTnLst>
                                    <p:set>
                                      <p:cBhvr>
                                        <p:cTn id="31" dur="1" fill="hold">
                                          <p:stCondLst>
                                            <p:cond delay="0"/>
                                          </p:stCondLst>
                                        </p:cTn>
                                        <p:tgtEl>
                                          <p:spTgt spid="278575"/>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78571"/>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278576"/>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278567"/>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5"/>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6"/>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7"/>
                                        </p:tgtEl>
                                        <p:attrNameLst>
                                          <p:attrName>style.visibility</p:attrName>
                                        </p:attrNameLst>
                                      </p:cBhvr>
                                      <p:to>
                                        <p:strVal val="visible"/>
                                      </p:to>
                                    </p:set>
                                  </p:childTnLst>
                                </p:cTn>
                              </p:par>
                            </p:childTnLst>
                          </p:cTn>
                        </p:par>
                        <p:par>
                          <p:cTn id="44" fill="hold" nodeType="afterGroup">
                            <p:stCondLst>
                              <p:cond delay="4000"/>
                            </p:stCondLst>
                            <p:childTnLst>
                              <p:par>
                                <p:cTn id="45" presetID="35" presetClass="emph" presetSubtype="0" repeatCount="5000" fill="hold" grpId="1" nodeType="afterEffect">
                                  <p:stCondLst>
                                    <p:cond delay="0"/>
                                  </p:stCondLst>
                                  <p:childTnLst>
                                    <p:anim calcmode="discrete" valueType="str">
                                      <p:cBhvr>
                                        <p:cTn id="46" dur="500" fill="hold"/>
                                        <p:tgtEl>
                                          <p:spTgt spid="278575"/>
                                        </p:tgtEl>
                                        <p:attrNameLst>
                                          <p:attrName>style.visibility</p:attrName>
                                        </p:attrNameLst>
                                      </p:cBhvr>
                                      <p:tavLst>
                                        <p:tav tm="0">
                                          <p:val>
                                            <p:strVal val="hidden"/>
                                          </p:val>
                                        </p:tav>
                                        <p:tav tm="50000">
                                          <p:val>
                                            <p:strVal val="visible"/>
                                          </p:val>
                                        </p:tav>
                                      </p:tavLst>
                                    </p:anim>
                                  </p:childTnLst>
                                </p:cTn>
                              </p:par>
                              <p:par>
                                <p:cTn id="47" presetID="35" presetClass="emph" presetSubtype="0" repeatCount="5000" fill="hold" grpId="1" nodeType="withEffect">
                                  <p:stCondLst>
                                    <p:cond delay="0"/>
                                  </p:stCondLst>
                                  <p:childTnLst>
                                    <p:anim calcmode="discrete" valueType="str">
                                      <p:cBhvr>
                                        <p:cTn id="48" dur="500" fill="hold"/>
                                        <p:tgtEl>
                                          <p:spTgt spid="278571"/>
                                        </p:tgtEl>
                                        <p:attrNameLst>
                                          <p:attrName>style.visibility</p:attrName>
                                        </p:attrNameLst>
                                      </p:cBhvr>
                                      <p:tavLst>
                                        <p:tav tm="0">
                                          <p:val>
                                            <p:strVal val="hidden"/>
                                          </p:val>
                                        </p:tav>
                                        <p:tav tm="50000">
                                          <p:val>
                                            <p:strVal val="visible"/>
                                          </p:val>
                                        </p:tav>
                                      </p:tavLst>
                                    </p:anim>
                                  </p:childTnLst>
                                </p:cTn>
                              </p:par>
                              <p:par>
                                <p:cTn id="49" presetID="35" presetClass="emph" presetSubtype="0" repeatCount="5000" fill="hold" grpId="1" nodeType="withEffect">
                                  <p:stCondLst>
                                    <p:cond delay="0"/>
                                  </p:stCondLst>
                                  <p:childTnLst>
                                    <p:anim calcmode="discrete" valueType="str">
                                      <p:cBhvr>
                                        <p:cTn id="50" dur="500" fill="hold"/>
                                        <p:tgtEl>
                                          <p:spTgt spid="278576"/>
                                        </p:tgtEl>
                                        <p:attrNameLst>
                                          <p:attrName>style.visibility</p:attrName>
                                        </p:attrNameLst>
                                      </p:cBhvr>
                                      <p:tavLst>
                                        <p:tav tm="0">
                                          <p:val>
                                            <p:strVal val="hidden"/>
                                          </p:val>
                                        </p:tav>
                                        <p:tav tm="50000">
                                          <p:val>
                                            <p:strVal val="visible"/>
                                          </p:val>
                                        </p:tav>
                                      </p:tavLst>
                                    </p:anim>
                                  </p:childTnLst>
                                </p:cTn>
                              </p:par>
                              <p:par>
                                <p:cTn id="51" presetID="35" presetClass="emph" presetSubtype="0" repeatCount="5000" fill="hold" grpId="1" nodeType="withEffect">
                                  <p:stCondLst>
                                    <p:cond delay="0"/>
                                  </p:stCondLst>
                                  <p:childTnLst>
                                    <p:anim calcmode="discrete" valueType="str">
                                      <p:cBhvr>
                                        <p:cTn id="52" dur="500" fill="hold"/>
                                        <p:tgtEl>
                                          <p:spTgt spid="278567"/>
                                        </p:tgtEl>
                                        <p:attrNameLst>
                                          <p:attrName>style.visibility</p:attrName>
                                        </p:attrNameLst>
                                      </p:cBhvr>
                                      <p:tavLst>
                                        <p:tav tm="0">
                                          <p:val>
                                            <p:strVal val="hidden"/>
                                          </p:val>
                                        </p:tav>
                                        <p:tav tm="50000">
                                          <p:val>
                                            <p:strVal val="visible"/>
                                          </p:val>
                                        </p:tav>
                                      </p:tavLst>
                                    </p:anim>
                                  </p:childTnLst>
                                </p:cTn>
                              </p:par>
                              <p:par>
                                <p:cTn id="53" presetID="35" presetClass="emph" presetSubtype="0" repeatCount="5000" fill="hold" nodeType="withEffect">
                                  <p:stCondLst>
                                    <p:cond delay="0"/>
                                  </p:stCondLst>
                                  <p:childTnLst>
                                    <p:anim calcmode="discrete" valueType="str">
                                      <p:cBhvr>
                                        <p:cTn id="54" dur="500" fill="hold"/>
                                        <p:tgtEl>
                                          <p:spTgt spid="5"/>
                                        </p:tgtEl>
                                        <p:attrNameLst>
                                          <p:attrName>style.visibility</p:attrName>
                                        </p:attrNameLst>
                                      </p:cBhvr>
                                      <p:tavLst>
                                        <p:tav tm="0">
                                          <p:val>
                                            <p:strVal val="hidden"/>
                                          </p:val>
                                        </p:tav>
                                        <p:tav tm="50000">
                                          <p:val>
                                            <p:strVal val="visible"/>
                                          </p:val>
                                        </p:tav>
                                      </p:tavLst>
                                    </p:anim>
                                  </p:childTnLst>
                                </p:cTn>
                              </p:par>
                              <p:par>
                                <p:cTn id="55" presetID="35" presetClass="emph" presetSubtype="0" repeatCount="5000" fill="hold" nodeType="withEffect">
                                  <p:stCondLst>
                                    <p:cond delay="0"/>
                                  </p:stCondLst>
                                  <p:childTnLst>
                                    <p:anim calcmode="discrete" valueType="str">
                                      <p:cBhvr>
                                        <p:cTn id="56" dur="500" fill="hold"/>
                                        <p:tgtEl>
                                          <p:spTgt spid="6"/>
                                        </p:tgtEl>
                                        <p:attrNameLst>
                                          <p:attrName>style.visibility</p:attrName>
                                        </p:attrNameLst>
                                      </p:cBhvr>
                                      <p:tavLst>
                                        <p:tav tm="0">
                                          <p:val>
                                            <p:strVal val="hidden"/>
                                          </p:val>
                                        </p:tav>
                                        <p:tav tm="50000">
                                          <p:val>
                                            <p:strVal val="visible"/>
                                          </p:val>
                                        </p:tav>
                                      </p:tavLst>
                                    </p:anim>
                                  </p:childTnLst>
                                </p:cTn>
                              </p:par>
                              <p:par>
                                <p:cTn id="57" presetID="35" presetClass="emph" presetSubtype="0" repeatCount="5000" fill="hold" nodeType="withEffect">
                                  <p:stCondLst>
                                    <p:cond delay="0"/>
                                  </p:stCondLst>
                                  <p:childTnLst>
                                    <p:anim calcmode="discrete" valueType="str">
                                      <p:cBhvr>
                                        <p:cTn id="58" dur="500" fill="hold"/>
                                        <p:tgtEl>
                                          <p:spTgt spid="7"/>
                                        </p:tgtEl>
                                        <p:attrNameLst>
                                          <p:attrName>style.visibility</p:attrName>
                                        </p:attrNameLst>
                                      </p:cBhvr>
                                      <p:tavLst>
                                        <p:tav tm="0">
                                          <p:val>
                                            <p:strVal val="hidden"/>
                                          </p:val>
                                        </p:tav>
                                        <p:tav tm="50000">
                                          <p:val>
                                            <p:strVal val="visible"/>
                                          </p:val>
                                        </p:tav>
                                      </p:tavLst>
                                    </p:anim>
                                  </p:childTnLst>
                                </p:cTn>
                              </p:par>
                            </p:childTnLst>
                          </p:cTn>
                        </p:par>
                        <p:par>
                          <p:cTn id="59" fill="hold" nodeType="afterGroup">
                            <p:stCondLst>
                              <p:cond delay="6500"/>
                            </p:stCondLst>
                            <p:childTnLst>
                              <p:par>
                                <p:cTn id="60" presetID="10" presetClass="exit" presetSubtype="0" fill="hold" grpId="1" nodeType="afterEffect">
                                  <p:stCondLst>
                                    <p:cond delay="0"/>
                                  </p:stCondLst>
                                  <p:childTnLst>
                                    <p:animEffect transition="out" filter="fade">
                                      <p:cBhvr>
                                        <p:cTn id="61" dur="2000"/>
                                        <p:tgtEl>
                                          <p:spTgt spid="278558"/>
                                        </p:tgtEl>
                                      </p:cBhvr>
                                    </p:animEffect>
                                    <p:set>
                                      <p:cBhvr>
                                        <p:cTn id="62" dur="1" fill="hold">
                                          <p:stCondLst>
                                            <p:cond delay="1999"/>
                                          </p:stCondLst>
                                        </p:cTn>
                                        <p:tgtEl>
                                          <p:spTgt spid="278558"/>
                                        </p:tgtEl>
                                        <p:attrNameLst>
                                          <p:attrName>style.visibility</p:attrName>
                                        </p:attrNameLst>
                                      </p:cBhvr>
                                      <p:to>
                                        <p:strVal val="hidden"/>
                                      </p:to>
                                    </p:set>
                                  </p:childTnLst>
                                </p:cTn>
                              </p:par>
                              <p:par>
                                <p:cTn id="63" presetID="10" presetClass="exit" presetSubtype="0" fill="hold" grpId="1" nodeType="withEffect">
                                  <p:stCondLst>
                                    <p:cond delay="0"/>
                                  </p:stCondLst>
                                  <p:childTnLst>
                                    <p:animEffect transition="out" filter="fade">
                                      <p:cBhvr>
                                        <p:cTn id="64" dur="2000"/>
                                        <p:tgtEl>
                                          <p:spTgt spid="278560"/>
                                        </p:tgtEl>
                                      </p:cBhvr>
                                    </p:animEffect>
                                    <p:set>
                                      <p:cBhvr>
                                        <p:cTn id="65" dur="1" fill="hold">
                                          <p:stCondLst>
                                            <p:cond delay="1999"/>
                                          </p:stCondLst>
                                        </p:cTn>
                                        <p:tgtEl>
                                          <p:spTgt spid="278560"/>
                                        </p:tgtEl>
                                        <p:attrNameLst>
                                          <p:attrName>style.visibility</p:attrName>
                                        </p:attrNameLst>
                                      </p:cBhvr>
                                      <p:to>
                                        <p:strVal val="hidden"/>
                                      </p:to>
                                    </p:set>
                                  </p:childTnLst>
                                </p:cTn>
                              </p:par>
                              <p:par>
                                <p:cTn id="66" presetID="10" presetClass="exit" presetSubtype="0" fill="hold" grpId="1" nodeType="withEffect">
                                  <p:stCondLst>
                                    <p:cond delay="0"/>
                                  </p:stCondLst>
                                  <p:childTnLst>
                                    <p:animEffect transition="out" filter="fade">
                                      <p:cBhvr>
                                        <p:cTn id="67" dur="2000"/>
                                        <p:tgtEl>
                                          <p:spTgt spid="278561"/>
                                        </p:tgtEl>
                                      </p:cBhvr>
                                    </p:animEffect>
                                    <p:set>
                                      <p:cBhvr>
                                        <p:cTn id="68" dur="1" fill="hold">
                                          <p:stCondLst>
                                            <p:cond delay="1999"/>
                                          </p:stCondLst>
                                        </p:cTn>
                                        <p:tgtEl>
                                          <p:spTgt spid="278561"/>
                                        </p:tgtEl>
                                        <p:attrNameLst>
                                          <p:attrName>style.visibility</p:attrName>
                                        </p:attrNameLst>
                                      </p:cBhvr>
                                      <p:to>
                                        <p:strVal val="hidden"/>
                                      </p:to>
                                    </p:set>
                                  </p:childTnLst>
                                </p:cTn>
                              </p:par>
                              <p:par>
                                <p:cTn id="69" presetID="10" presetClass="exit" presetSubtype="0" fill="hold" grpId="1" nodeType="withEffect">
                                  <p:stCondLst>
                                    <p:cond delay="0"/>
                                  </p:stCondLst>
                                  <p:childTnLst>
                                    <p:animEffect transition="out" filter="fade">
                                      <p:cBhvr>
                                        <p:cTn id="70" dur="2000"/>
                                        <p:tgtEl>
                                          <p:spTgt spid="278563"/>
                                        </p:tgtEl>
                                      </p:cBhvr>
                                    </p:animEffect>
                                    <p:set>
                                      <p:cBhvr>
                                        <p:cTn id="71" dur="1" fill="hold">
                                          <p:stCondLst>
                                            <p:cond delay="1999"/>
                                          </p:stCondLst>
                                        </p:cTn>
                                        <p:tgtEl>
                                          <p:spTgt spid="278563"/>
                                        </p:tgtEl>
                                        <p:attrNameLst>
                                          <p:attrName>style.visibility</p:attrName>
                                        </p:attrNameLst>
                                      </p:cBhvr>
                                      <p:to>
                                        <p:strVal val="hidden"/>
                                      </p:to>
                                    </p:set>
                                  </p:childTnLst>
                                </p:cTn>
                              </p:par>
                              <p:par>
                                <p:cTn id="72" presetID="10" presetClass="exit" presetSubtype="0" fill="hold" grpId="1" nodeType="withEffect">
                                  <p:stCondLst>
                                    <p:cond delay="0"/>
                                  </p:stCondLst>
                                  <p:childTnLst>
                                    <p:animEffect transition="out" filter="fade">
                                      <p:cBhvr>
                                        <p:cTn id="73" dur="2000"/>
                                        <p:tgtEl>
                                          <p:spTgt spid="278562"/>
                                        </p:tgtEl>
                                      </p:cBhvr>
                                    </p:animEffect>
                                    <p:set>
                                      <p:cBhvr>
                                        <p:cTn id="74" dur="1" fill="hold">
                                          <p:stCondLst>
                                            <p:cond delay="1999"/>
                                          </p:stCondLst>
                                        </p:cTn>
                                        <p:tgtEl>
                                          <p:spTgt spid="278562"/>
                                        </p:tgtEl>
                                        <p:attrNameLst>
                                          <p:attrName>style.visibility</p:attrName>
                                        </p:attrNameLst>
                                      </p:cBhvr>
                                      <p:to>
                                        <p:strVal val="hidden"/>
                                      </p:to>
                                    </p:set>
                                  </p:childTnLst>
                                </p:cTn>
                              </p:par>
                              <p:par>
                                <p:cTn id="75" presetID="10" presetClass="exit" presetSubtype="0" fill="hold" nodeType="withEffect">
                                  <p:stCondLst>
                                    <p:cond delay="0"/>
                                  </p:stCondLst>
                                  <p:childTnLst>
                                    <p:animEffect transition="out" filter="fade">
                                      <p:cBhvr>
                                        <p:cTn id="76" dur="2000"/>
                                        <p:tgtEl>
                                          <p:spTgt spid="7"/>
                                        </p:tgtEl>
                                      </p:cBhvr>
                                    </p:animEffect>
                                    <p:set>
                                      <p:cBhvr>
                                        <p:cTn id="77" dur="1" fill="hold">
                                          <p:stCondLst>
                                            <p:cond delay="1999"/>
                                          </p:stCondLst>
                                        </p:cTn>
                                        <p:tgtEl>
                                          <p:spTgt spid="7"/>
                                        </p:tgtEl>
                                        <p:attrNameLst>
                                          <p:attrName>style.visibility</p:attrName>
                                        </p:attrNameLst>
                                      </p:cBhvr>
                                      <p:to>
                                        <p:strVal val="hidden"/>
                                      </p:to>
                                    </p:set>
                                  </p:childTnLst>
                                </p:cTn>
                              </p:par>
                              <p:par>
                                <p:cTn id="78" presetID="10" presetClass="exit" presetSubtype="0" fill="hold" nodeType="withEffect">
                                  <p:stCondLst>
                                    <p:cond delay="0"/>
                                  </p:stCondLst>
                                  <p:childTnLst>
                                    <p:animEffect transition="out" filter="fade">
                                      <p:cBhvr>
                                        <p:cTn id="79" dur="2000"/>
                                        <p:tgtEl>
                                          <p:spTgt spid="6"/>
                                        </p:tgtEl>
                                      </p:cBhvr>
                                    </p:animEffect>
                                    <p:set>
                                      <p:cBhvr>
                                        <p:cTn id="80" dur="1" fill="hold">
                                          <p:stCondLst>
                                            <p:cond delay="1999"/>
                                          </p:stCondLst>
                                        </p:cTn>
                                        <p:tgtEl>
                                          <p:spTgt spid="6"/>
                                        </p:tgtEl>
                                        <p:attrNameLst>
                                          <p:attrName>style.visibility</p:attrName>
                                        </p:attrNameLst>
                                      </p:cBhvr>
                                      <p:to>
                                        <p:strVal val="hidden"/>
                                      </p:to>
                                    </p:set>
                                  </p:childTnLst>
                                </p:cTn>
                              </p:par>
                              <p:par>
                                <p:cTn id="81" presetID="10" presetClass="exit" presetSubtype="0" fill="hold" nodeType="withEffect">
                                  <p:stCondLst>
                                    <p:cond delay="0"/>
                                  </p:stCondLst>
                                  <p:childTnLst>
                                    <p:animEffect transition="out" filter="fade">
                                      <p:cBhvr>
                                        <p:cTn id="82" dur="2000"/>
                                        <p:tgtEl>
                                          <p:spTgt spid="5"/>
                                        </p:tgtEl>
                                      </p:cBhvr>
                                    </p:animEffect>
                                    <p:set>
                                      <p:cBhvr>
                                        <p:cTn id="83" dur="1" fill="hold">
                                          <p:stCondLst>
                                            <p:cond delay="1999"/>
                                          </p:stCondLst>
                                        </p:cTn>
                                        <p:tgtEl>
                                          <p:spTgt spid="5"/>
                                        </p:tgtEl>
                                        <p:attrNameLst>
                                          <p:attrName>style.visibility</p:attrName>
                                        </p:attrNameLst>
                                      </p:cBhvr>
                                      <p:to>
                                        <p:strVal val="hidden"/>
                                      </p:to>
                                    </p:set>
                                  </p:childTnLst>
                                </p:cTn>
                              </p:par>
                            </p:childTnLst>
                          </p:cTn>
                        </p:par>
                        <p:par>
                          <p:cTn id="84" fill="hold" nodeType="afterGroup">
                            <p:stCondLst>
                              <p:cond delay="8500"/>
                            </p:stCondLst>
                            <p:childTnLst>
                              <p:par>
                                <p:cTn id="85" presetID="1" presetClass="entr" presetSubtype="0" fill="hold" grpId="1" nodeType="afterEffect">
                                  <p:stCondLst>
                                    <p:cond delay="0"/>
                                  </p:stCondLst>
                                  <p:childTnLst>
                                    <p:set>
                                      <p:cBhvr>
                                        <p:cTn id="86" dur="1" fill="hold">
                                          <p:stCondLst>
                                            <p:cond delay="0"/>
                                          </p:stCondLst>
                                        </p:cTn>
                                        <p:tgtEl>
                                          <p:spTgt spid="278578"/>
                                        </p:tgtEl>
                                        <p:attrNameLst>
                                          <p:attrName>style.visibility</p:attrName>
                                        </p:attrNameLst>
                                      </p:cBhvr>
                                      <p:to>
                                        <p:strVal val="visible"/>
                                      </p:to>
                                    </p:set>
                                  </p:childTnLst>
                                </p:cTn>
                              </p:par>
                            </p:childTnLst>
                          </p:cTn>
                        </p:par>
                        <p:par>
                          <p:cTn id="87" fill="hold" nodeType="afterGroup">
                            <p:stCondLst>
                              <p:cond delay="8500"/>
                            </p:stCondLst>
                            <p:childTnLst>
                              <p:par>
                                <p:cTn id="88" presetID="35" presetClass="emph" presetSubtype="0" repeatCount="3000" fill="hold" grpId="0" nodeType="afterEffect">
                                  <p:stCondLst>
                                    <p:cond delay="0"/>
                                  </p:stCondLst>
                                  <p:childTnLst>
                                    <p:anim calcmode="discrete" valueType="str">
                                      <p:cBhvr>
                                        <p:cTn id="89" dur="1000" fill="hold"/>
                                        <p:tgtEl>
                                          <p:spTgt spid="27857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550" grpId="0"/>
      <p:bldP spid="278550" grpId="1"/>
      <p:bldP spid="278558" grpId="0" animBg="1"/>
      <p:bldP spid="278558" grpId="1" animBg="1"/>
      <p:bldP spid="278559" grpId="0" animBg="1"/>
      <p:bldP spid="278560" grpId="0" animBg="1"/>
      <p:bldP spid="278560" grpId="1" animBg="1"/>
      <p:bldP spid="278561" grpId="0" animBg="1"/>
      <p:bldP spid="278561" grpId="1" animBg="1"/>
      <p:bldP spid="278562" grpId="0" animBg="1"/>
      <p:bldP spid="278562" grpId="1" animBg="1"/>
      <p:bldP spid="278563" grpId="0" animBg="1"/>
      <p:bldP spid="278563" grpId="1" animBg="1"/>
      <p:bldP spid="278567" grpId="0" animBg="1"/>
      <p:bldP spid="278567" grpId="1" animBg="1"/>
      <p:bldP spid="278571" grpId="0" animBg="1"/>
      <p:bldP spid="278571" grpId="1" animBg="1"/>
      <p:bldP spid="278575" grpId="0" animBg="1"/>
      <p:bldP spid="278575" grpId="1" animBg="1"/>
      <p:bldP spid="278576" grpId="0" animBg="1"/>
      <p:bldP spid="278576" grpId="1" animBg="1"/>
      <p:bldP spid="278578" grpId="0" animBg="1"/>
      <p:bldP spid="278578" grpId="1"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noChangeArrowheads="1"/>
          </p:cNvSpPr>
          <p:nvPr>
            <p:ph idx="1"/>
          </p:nvPr>
        </p:nvSpPr>
        <p:spPr/>
        <p:txBody>
          <a:bodyPr/>
          <a:lstStyle/>
          <a:p>
            <a:pPr>
              <a:lnSpc>
                <a:spcPct val="140000"/>
              </a:lnSpc>
            </a:pPr>
            <a:r>
              <a:rPr lang="zh-CN" altLang="en-US" b="1" kern="1200" dirty="0"/>
              <a:t>总线上的每一</a:t>
            </a:r>
            <a:r>
              <a:rPr lang="zh-CN" altLang="en-US" b="1" kern="1200" dirty="0" smtClean="0"/>
              <a:t>台计算机</a:t>
            </a:r>
            <a:r>
              <a:rPr lang="zh-CN" altLang="en-US" b="1" kern="1200" dirty="0"/>
              <a:t>都能检测</a:t>
            </a:r>
            <a:r>
              <a:rPr lang="zh-CN" altLang="en-US" b="1" kern="1200" dirty="0" smtClean="0"/>
              <a:t>到计算机 </a:t>
            </a:r>
            <a:r>
              <a:rPr lang="en-US" altLang="zh-CN" b="1" kern="1200" dirty="0"/>
              <a:t>B </a:t>
            </a:r>
            <a:r>
              <a:rPr lang="zh-CN" altLang="en-US" b="1" kern="1200" dirty="0"/>
              <a:t>发送的数据。 </a:t>
            </a:r>
          </a:p>
          <a:p>
            <a:pPr>
              <a:lnSpc>
                <a:spcPct val="140000"/>
              </a:lnSpc>
            </a:pPr>
            <a:r>
              <a:rPr lang="zh-CN" altLang="en-US" sz="3200" b="1" kern="1200" dirty="0" smtClean="0">
                <a:solidFill>
                  <a:srgbClr val="4D4D4D"/>
                </a:solidFill>
              </a:rPr>
              <a:t>每一台计算机的网卡都有一个全球唯一的</a:t>
            </a:r>
            <a:r>
              <a:rPr lang="zh-CN" altLang="en-US" sz="3200" b="1" kern="1200" dirty="0" smtClean="0">
                <a:solidFill>
                  <a:srgbClr val="C00000"/>
                </a:solidFill>
              </a:rPr>
              <a:t>硬件地址</a:t>
            </a:r>
            <a:r>
              <a:rPr lang="zh-CN" altLang="en-US" sz="3200" b="1" kern="1200" dirty="0" smtClean="0">
                <a:solidFill>
                  <a:srgbClr val="4D4D4D"/>
                </a:solidFill>
              </a:rPr>
              <a:t>。计算机 </a:t>
            </a:r>
            <a:r>
              <a:rPr lang="en-US" altLang="zh-CN" sz="3200" b="1" kern="1200" dirty="0" smtClean="0">
                <a:solidFill>
                  <a:srgbClr val="4D4D4D"/>
                </a:solidFill>
              </a:rPr>
              <a:t>B </a:t>
            </a:r>
            <a:r>
              <a:rPr lang="zh-CN" altLang="en-US" sz="3200" b="1" kern="1200" dirty="0" smtClean="0">
                <a:solidFill>
                  <a:srgbClr val="4D4D4D"/>
                </a:solidFill>
              </a:rPr>
              <a:t>在发送数据帧时，在帧的</a:t>
            </a:r>
            <a:r>
              <a:rPr lang="zh-CN" altLang="en-US" sz="3200" b="1" kern="1200" dirty="0" smtClean="0">
                <a:solidFill>
                  <a:srgbClr val="C00000"/>
                </a:solidFill>
              </a:rPr>
              <a:t>首部</a:t>
            </a:r>
            <a:r>
              <a:rPr lang="zh-CN" altLang="en-US" sz="3200" b="1" kern="1200" dirty="0" smtClean="0">
                <a:solidFill>
                  <a:srgbClr val="4D4D4D"/>
                </a:solidFill>
              </a:rPr>
              <a:t>写明计算机 </a:t>
            </a:r>
            <a:r>
              <a:rPr lang="en-US" altLang="zh-CN" sz="3200" b="1" kern="1200" dirty="0" smtClean="0">
                <a:solidFill>
                  <a:srgbClr val="4D4D4D"/>
                </a:solidFill>
              </a:rPr>
              <a:t>D </a:t>
            </a:r>
            <a:r>
              <a:rPr lang="zh-CN" altLang="en-US" sz="3200" b="1" kern="1200" dirty="0" smtClean="0">
                <a:solidFill>
                  <a:srgbClr val="4D4D4D"/>
                </a:solidFill>
              </a:rPr>
              <a:t>的硬件地址。</a:t>
            </a:r>
            <a:endParaRPr lang="en-US" altLang="zh-CN" sz="3200" b="1" kern="1200" dirty="0" smtClean="0">
              <a:solidFill>
                <a:srgbClr val="4D4D4D"/>
              </a:solidFill>
            </a:endParaRPr>
          </a:p>
          <a:p>
            <a:pPr>
              <a:lnSpc>
                <a:spcPct val="140000"/>
              </a:lnSpc>
            </a:pPr>
            <a:r>
              <a:rPr lang="zh-CN" altLang="en-US" sz="3200" b="1" kern="1200" dirty="0" smtClean="0">
                <a:solidFill>
                  <a:srgbClr val="4D4D4D"/>
                </a:solidFill>
              </a:rPr>
              <a:t>只有</a:t>
            </a:r>
            <a:r>
              <a:rPr lang="zh-CN" altLang="en-US" b="1" kern="1200" dirty="0" smtClean="0"/>
              <a:t>计算机</a:t>
            </a:r>
            <a:r>
              <a:rPr lang="zh-CN" altLang="en-US" sz="3200" b="1" kern="1200" dirty="0" smtClean="0">
                <a:solidFill>
                  <a:srgbClr val="4D4D4D"/>
                </a:solidFill>
              </a:rPr>
              <a:t>的硬件地址</a:t>
            </a:r>
            <a:r>
              <a:rPr lang="zh-CN" altLang="en-US" sz="3200" b="1" kern="1200" dirty="0">
                <a:solidFill>
                  <a:srgbClr val="4D4D4D"/>
                </a:solidFill>
              </a:rPr>
              <a:t>与数据帧</a:t>
            </a:r>
            <a:r>
              <a:rPr lang="zh-CN" altLang="en-US" sz="3200" b="1" kern="1200" dirty="0" smtClean="0">
                <a:solidFill>
                  <a:srgbClr val="4D4D4D"/>
                </a:solidFill>
              </a:rPr>
              <a:t>首部的</a:t>
            </a:r>
            <a:r>
              <a:rPr lang="zh-CN" altLang="en-US" sz="3200" b="1" kern="1200" dirty="0" smtClean="0">
                <a:solidFill>
                  <a:srgbClr val="C00000"/>
                </a:solidFill>
              </a:rPr>
              <a:t>目的地址</a:t>
            </a:r>
            <a:r>
              <a:rPr lang="zh-CN" altLang="en-US" sz="3200" b="1" kern="1200" dirty="0" smtClean="0">
                <a:solidFill>
                  <a:srgbClr val="4D4D4D"/>
                </a:solidFill>
              </a:rPr>
              <a:t>一致时才会接收这个帧，</a:t>
            </a:r>
            <a:r>
              <a:rPr lang="zh-CN" altLang="en-US" sz="3200" b="1" kern="1200" dirty="0">
                <a:solidFill>
                  <a:srgbClr val="4D4D4D"/>
                </a:solidFill>
              </a:rPr>
              <a:t>因此</a:t>
            </a:r>
            <a:r>
              <a:rPr lang="zh-CN" altLang="en-US" sz="3200" b="1" kern="1200" dirty="0" smtClean="0">
                <a:solidFill>
                  <a:srgbClr val="4D4D4D"/>
                </a:solidFill>
              </a:rPr>
              <a:t>只有计算机 </a:t>
            </a:r>
            <a:r>
              <a:rPr lang="en-US" altLang="zh-CN" sz="3200" b="1" kern="1200" dirty="0">
                <a:solidFill>
                  <a:srgbClr val="4D4D4D"/>
                </a:solidFill>
              </a:rPr>
              <a:t>D </a:t>
            </a:r>
            <a:r>
              <a:rPr lang="zh-CN" altLang="en-US" sz="3200" b="1" kern="1200" dirty="0" smtClean="0">
                <a:solidFill>
                  <a:srgbClr val="4D4D4D"/>
                </a:solidFill>
              </a:rPr>
              <a:t>接收</a:t>
            </a:r>
            <a:r>
              <a:rPr lang="zh-CN" altLang="en-US" sz="3200" b="1" kern="1200" dirty="0">
                <a:solidFill>
                  <a:srgbClr val="4D4D4D"/>
                </a:solidFill>
              </a:rPr>
              <a:t>这个数据帧。 </a:t>
            </a:r>
          </a:p>
          <a:p>
            <a:pPr>
              <a:lnSpc>
                <a:spcPct val="140000"/>
              </a:lnSpc>
            </a:pPr>
            <a:r>
              <a:rPr lang="zh-CN" altLang="en-US" sz="3200" b="1" kern="1200" dirty="0">
                <a:solidFill>
                  <a:srgbClr val="4D4D4D"/>
                </a:solidFill>
              </a:rPr>
              <a:t>其他所有的</a:t>
            </a:r>
            <a:r>
              <a:rPr lang="zh-CN" altLang="en-US" sz="3200" b="1" kern="1200" dirty="0" smtClean="0">
                <a:solidFill>
                  <a:srgbClr val="4D4D4D"/>
                </a:solidFill>
              </a:rPr>
              <a:t>计算机（</a:t>
            </a:r>
            <a:r>
              <a:rPr lang="en-US" altLang="zh-CN" sz="3200" b="1" kern="1200" dirty="0" smtClean="0">
                <a:solidFill>
                  <a:srgbClr val="4D4D4D"/>
                </a:solidFill>
              </a:rPr>
              <a:t>A</a:t>
            </a:r>
            <a:r>
              <a:rPr lang="zh-CN" altLang="en-US" sz="3200" b="1" kern="1200" dirty="0" smtClean="0">
                <a:solidFill>
                  <a:srgbClr val="4D4D4D"/>
                </a:solidFill>
              </a:rPr>
              <a:t>、</a:t>
            </a:r>
            <a:r>
              <a:rPr lang="en-US" altLang="zh-CN" sz="3200" b="1" kern="1200" dirty="0" smtClean="0">
                <a:solidFill>
                  <a:srgbClr val="4D4D4D"/>
                </a:solidFill>
              </a:rPr>
              <a:t>C </a:t>
            </a:r>
            <a:r>
              <a:rPr lang="zh-CN" altLang="en-US" sz="3200" b="1" kern="1200" dirty="0" smtClean="0">
                <a:solidFill>
                  <a:srgbClr val="4D4D4D"/>
                </a:solidFill>
              </a:rPr>
              <a:t>和 </a:t>
            </a:r>
            <a:r>
              <a:rPr lang="en-US" altLang="zh-CN" sz="3200" b="1" kern="1200" dirty="0" smtClean="0">
                <a:solidFill>
                  <a:srgbClr val="4D4D4D"/>
                </a:solidFill>
              </a:rPr>
              <a:t>E</a:t>
            </a:r>
            <a:r>
              <a:rPr lang="zh-CN" altLang="en-US" sz="3200" b="1" kern="1200" dirty="0" smtClean="0">
                <a:solidFill>
                  <a:srgbClr val="4D4D4D"/>
                </a:solidFill>
              </a:rPr>
              <a:t>）检测</a:t>
            </a:r>
            <a:r>
              <a:rPr lang="zh-CN" altLang="en-US" sz="3200" b="1" kern="1200" dirty="0">
                <a:solidFill>
                  <a:srgbClr val="4D4D4D"/>
                </a:solidFill>
              </a:rPr>
              <a:t>到不是发送给它们的</a:t>
            </a:r>
            <a:r>
              <a:rPr lang="zh-CN" altLang="en-US" sz="3200" b="1" kern="1200" dirty="0" smtClean="0">
                <a:solidFill>
                  <a:srgbClr val="4D4D4D"/>
                </a:solidFill>
              </a:rPr>
              <a:t>数据帧就丢弃。</a:t>
            </a:r>
            <a:endParaRPr lang="zh-CN" altLang="en-US" sz="3200" b="1" kern="1200" dirty="0">
              <a:solidFill>
                <a:srgbClr val="4D4D4D"/>
              </a:solidFill>
            </a:endParaRPr>
          </a:p>
        </p:txBody>
      </p:sp>
      <p:sp>
        <p:nvSpPr>
          <p:cNvPr id="53250" name="Rectangle 2"/>
          <p:cNvSpPr>
            <a:spLocks noGrp="1" noChangeArrowheads="1"/>
          </p:cNvSpPr>
          <p:nvPr>
            <p:ph type="title"/>
          </p:nvPr>
        </p:nvSpPr>
        <p:spPr/>
        <p:txBody>
          <a:bodyPr/>
          <a:lstStyle/>
          <a:p>
            <a:r>
              <a:rPr lang="en-US" altLang="zh-CN" dirty="0"/>
              <a:t>3.3.2 CSMA/CD</a:t>
            </a:r>
            <a:r>
              <a:rPr lang="zh-CN" altLang="en-US" dirty="0"/>
              <a:t>协议</a:t>
            </a:r>
            <a:endParaRPr lang="en-US" altLang="zh-CN" sz="4000" dirty="0">
              <a:solidFill>
                <a:srgbClr val="FFFFFF"/>
              </a:solidFill>
            </a:endParaRPr>
          </a:p>
        </p:txBody>
      </p:sp>
    </p:spTree>
    <p:extLst>
      <p:ext uri="{BB962C8B-B14F-4D97-AF65-F5344CB8AC3E}">
        <p14:creationId xmlns:p14="http://schemas.microsoft.com/office/powerpoint/2010/main" val="8392569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251">
                                            <p:txEl>
                                              <p:pRg st="1" end="1"/>
                                            </p:txEl>
                                          </p:spTgt>
                                        </p:tgtEl>
                                        <p:attrNameLst>
                                          <p:attrName>style.visibility</p:attrName>
                                        </p:attrNameLst>
                                      </p:cBhvr>
                                      <p:to>
                                        <p:strVal val="visible"/>
                                      </p:to>
                                    </p:set>
                                    <p:animEffect transition="in" filter="fade">
                                      <p:cBhvr>
                                        <p:cTn id="7" dur="500"/>
                                        <p:tgtEl>
                                          <p:spTgt spid="5325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3251">
                                            <p:txEl>
                                              <p:pRg st="2" end="2"/>
                                            </p:txEl>
                                          </p:spTgt>
                                        </p:tgtEl>
                                        <p:attrNameLst>
                                          <p:attrName>style.visibility</p:attrName>
                                        </p:attrNameLst>
                                      </p:cBhvr>
                                      <p:to>
                                        <p:strVal val="visible"/>
                                      </p:to>
                                    </p:set>
                                    <p:animEffect transition="in" filter="fade">
                                      <p:cBhvr>
                                        <p:cTn id="12" dur="500"/>
                                        <p:tgtEl>
                                          <p:spTgt spid="5325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3251">
                                            <p:txEl>
                                              <p:pRg st="3" end="3"/>
                                            </p:txEl>
                                          </p:spTgt>
                                        </p:tgtEl>
                                        <p:attrNameLst>
                                          <p:attrName>style.visibility</p:attrName>
                                        </p:attrNameLst>
                                      </p:cBhvr>
                                      <p:to>
                                        <p:strVal val="visible"/>
                                      </p:to>
                                    </p:set>
                                    <p:animEffect transition="in" filter="fade">
                                      <p:cBhvr>
                                        <p:cTn id="17" dur="500"/>
                                        <p:tgtEl>
                                          <p:spTgt spid="532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3"/>
          <p:cNvSpPr>
            <a:spLocks noGrp="1" noChangeArrowheads="1"/>
          </p:cNvSpPr>
          <p:nvPr>
            <p:ph idx="1"/>
          </p:nvPr>
        </p:nvSpPr>
        <p:spPr>
          <a:xfrm>
            <a:off x="442800" y="1267199"/>
            <a:ext cx="11485054" cy="4896000"/>
          </a:xfrm>
        </p:spPr>
        <p:txBody>
          <a:bodyPr/>
          <a:lstStyle/>
          <a:p>
            <a:r>
              <a:rPr lang="zh-CN" altLang="en-US" sz="3200" b="1" kern="1200" dirty="0">
                <a:solidFill>
                  <a:srgbClr val="4D4D4D"/>
                </a:solidFill>
                <a:latin typeface="微软雅黑" panose="020B0503020204020204" pitchFamily="34" charset="-122"/>
                <a:ea typeface="微软雅黑" panose="020B0503020204020204" pitchFamily="34" charset="-122"/>
              </a:rPr>
              <a:t>以太网提供的服务是不可靠的交付，即尽最大努力的交付。</a:t>
            </a:r>
          </a:p>
          <a:p>
            <a:r>
              <a:rPr lang="zh-CN" altLang="en-US" sz="3200" b="1" kern="1200" dirty="0">
                <a:solidFill>
                  <a:srgbClr val="4D4D4D"/>
                </a:solidFill>
                <a:latin typeface="微软雅黑" panose="020B0503020204020204" pitchFamily="34" charset="-122"/>
                <a:ea typeface="微软雅黑" panose="020B0503020204020204" pitchFamily="34" charset="-122"/>
              </a:rPr>
              <a:t>当</a:t>
            </a:r>
            <a:r>
              <a:rPr lang="zh-CN" altLang="en-US" sz="3200" b="1" kern="1200" dirty="0" smtClean="0">
                <a:solidFill>
                  <a:srgbClr val="4D4D4D"/>
                </a:solidFill>
                <a:latin typeface="微软雅黑" panose="020B0503020204020204" pitchFamily="34" charset="-122"/>
                <a:ea typeface="微软雅黑" panose="020B0503020204020204" pitchFamily="34" charset="-122"/>
              </a:rPr>
              <a:t>目的主机收到有</a:t>
            </a:r>
            <a:r>
              <a:rPr lang="zh-CN" altLang="en-US" sz="3200" b="1" kern="1200" dirty="0" smtClean="0">
                <a:solidFill>
                  <a:srgbClr val="C00000"/>
                </a:solidFill>
                <a:latin typeface="微软雅黑" panose="020B0503020204020204" pitchFamily="34" charset="-122"/>
                <a:ea typeface="微软雅黑" panose="020B0503020204020204" pitchFamily="34" charset="-122"/>
              </a:rPr>
              <a:t>比特差错</a:t>
            </a:r>
            <a:r>
              <a:rPr lang="zh-CN" altLang="en-US" sz="3200" b="1" kern="1200" dirty="0">
                <a:solidFill>
                  <a:srgbClr val="4D4D4D"/>
                </a:solidFill>
                <a:latin typeface="微软雅黑" panose="020B0503020204020204" pitchFamily="34" charset="-122"/>
                <a:ea typeface="微软雅黑" panose="020B0503020204020204" pitchFamily="34" charset="-122"/>
              </a:rPr>
              <a:t>的数据帧</a:t>
            </a:r>
            <a:r>
              <a:rPr lang="zh-CN" altLang="en-US" sz="3200" b="1" kern="1200" dirty="0" smtClean="0">
                <a:solidFill>
                  <a:srgbClr val="4D4D4D"/>
                </a:solidFill>
                <a:latin typeface="微软雅黑" panose="020B0503020204020204" pitchFamily="34" charset="-122"/>
                <a:ea typeface="微软雅黑" panose="020B0503020204020204" pitchFamily="34" charset="-122"/>
              </a:rPr>
              <a:t>时，就把帧丢弃，</a:t>
            </a:r>
            <a:r>
              <a:rPr lang="zh-CN" altLang="en-US" sz="3200" b="1" kern="1200" dirty="0">
                <a:solidFill>
                  <a:srgbClr val="4D4D4D"/>
                </a:solidFill>
                <a:latin typeface="微软雅黑" panose="020B0503020204020204" pitchFamily="34" charset="-122"/>
                <a:ea typeface="微软雅黑" panose="020B0503020204020204" pitchFamily="34" charset="-122"/>
              </a:rPr>
              <a:t>其他什么也不</a:t>
            </a:r>
            <a:r>
              <a:rPr lang="zh-CN" altLang="en-US" sz="3200" b="1" kern="1200" dirty="0" smtClean="0">
                <a:solidFill>
                  <a:srgbClr val="4D4D4D"/>
                </a:solidFill>
                <a:latin typeface="微软雅黑" panose="020B0503020204020204" pitchFamily="34" charset="-122"/>
                <a:ea typeface="微软雅黑" panose="020B0503020204020204" pitchFamily="34" charset="-122"/>
              </a:rPr>
              <a:t>做，是否需要重传则由高层协议来</a:t>
            </a:r>
            <a:r>
              <a:rPr lang="zh-CN" altLang="en-US" sz="3200" b="1" kern="1200" dirty="0">
                <a:solidFill>
                  <a:srgbClr val="4D4D4D"/>
                </a:solidFill>
                <a:latin typeface="微软雅黑" panose="020B0503020204020204" pitchFamily="34" charset="-122"/>
                <a:ea typeface="微软雅黑" panose="020B0503020204020204" pitchFamily="34" charset="-122"/>
              </a:rPr>
              <a:t>决定</a:t>
            </a:r>
            <a:r>
              <a:rPr lang="zh-CN" altLang="en-US" sz="3200" b="1" kern="1200" dirty="0" smtClean="0">
                <a:solidFill>
                  <a:srgbClr val="4D4D4D"/>
                </a:solidFill>
                <a:latin typeface="微软雅黑" panose="020B0503020204020204" pitchFamily="34" charset="-122"/>
                <a:ea typeface="微软雅黑" panose="020B0503020204020204" pitchFamily="34" charset="-122"/>
              </a:rPr>
              <a:t>。</a:t>
            </a:r>
            <a:endParaRPr lang="zh-CN" altLang="en-US" sz="3200" b="1" kern="1200" dirty="0">
              <a:solidFill>
                <a:srgbClr val="4D4D4D"/>
              </a:solidFill>
              <a:latin typeface="微软雅黑" panose="020B0503020204020204" pitchFamily="34" charset="-122"/>
              <a:ea typeface="微软雅黑" panose="020B0503020204020204" pitchFamily="34" charset="-122"/>
            </a:endParaRPr>
          </a:p>
        </p:txBody>
      </p:sp>
      <p:sp>
        <p:nvSpPr>
          <p:cNvPr id="67586" name="Rectangle 2"/>
          <p:cNvSpPr>
            <a:spLocks noGrp="1" noChangeArrowheads="1"/>
          </p:cNvSpPr>
          <p:nvPr>
            <p:ph type="title"/>
          </p:nvPr>
        </p:nvSpPr>
        <p:spPr/>
        <p:txBody>
          <a:bodyPr/>
          <a:lstStyle/>
          <a:p>
            <a:r>
              <a:rPr lang="en-US" altLang="zh-CN" dirty="0"/>
              <a:t>3.3.2 CSMA/CD</a:t>
            </a:r>
            <a:r>
              <a:rPr lang="zh-CN" altLang="en-US" dirty="0"/>
              <a:t>协议</a:t>
            </a:r>
            <a:endParaRPr lang="zh-CN" altLang="en-US" sz="4000" dirty="0">
              <a:solidFill>
                <a:srgbClr val="FFFFFF"/>
              </a:solidFill>
            </a:endParaRPr>
          </a:p>
        </p:txBody>
      </p:sp>
    </p:spTree>
    <p:extLst>
      <p:ext uri="{BB962C8B-B14F-4D97-AF65-F5344CB8AC3E}">
        <p14:creationId xmlns:p14="http://schemas.microsoft.com/office/powerpoint/2010/main" val="1985947958"/>
      </p:ext>
    </p:extLst>
  </p:cSld>
  <p:clrMapOvr>
    <a:masterClrMapping/>
  </p:clrMapOvr>
  <p:transition>
    <p:fad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b="1" dirty="0"/>
              <a:t>以太网发送的</a:t>
            </a:r>
            <a:r>
              <a:rPr lang="zh-CN" altLang="en-US" b="1" dirty="0" smtClean="0"/>
              <a:t>数据信号使用</a:t>
            </a:r>
            <a:r>
              <a:rPr lang="zh-CN" altLang="en-US" b="1" dirty="0">
                <a:solidFill>
                  <a:srgbClr val="C00000"/>
                </a:solidFill>
              </a:rPr>
              <a:t>曼彻斯特编码</a:t>
            </a:r>
            <a:r>
              <a:rPr lang="zh-CN" altLang="en-US" b="1" dirty="0" smtClean="0"/>
              <a:t>。使用曼彻斯特编码，即使信号中出现一长串的连 </a:t>
            </a:r>
            <a:r>
              <a:rPr lang="en-US" altLang="zh-CN" b="1" dirty="0" smtClean="0"/>
              <a:t>1 </a:t>
            </a:r>
            <a:r>
              <a:rPr lang="zh-CN" altLang="en-US" b="1" dirty="0" smtClean="0"/>
              <a:t>或连 </a:t>
            </a:r>
            <a:r>
              <a:rPr lang="en-US" altLang="zh-CN" b="1" dirty="0" smtClean="0"/>
              <a:t>0</a:t>
            </a:r>
            <a:r>
              <a:rPr lang="zh-CN" altLang="en-US" b="1" dirty="0" smtClean="0"/>
              <a:t>，接收端也能从收到的比特流中提取比特同步信号。</a:t>
            </a:r>
            <a:r>
              <a:rPr lang="zh-CN" altLang="en-US" b="1" dirty="0"/>
              <a:t/>
            </a:r>
            <a:br>
              <a:rPr lang="zh-CN" altLang="en-US" b="1" dirty="0"/>
            </a:br>
            <a:endParaRPr lang="zh-CN" altLang="en-US" b="1" dirty="0"/>
          </a:p>
        </p:txBody>
      </p:sp>
      <p:sp>
        <p:nvSpPr>
          <p:cNvPr id="68610" name="Rectangle 2"/>
          <p:cNvSpPr>
            <a:spLocks noGrp="1" noChangeArrowheads="1"/>
          </p:cNvSpPr>
          <p:nvPr>
            <p:ph type="title"/>
          </p:nvPr>
        </p:nvSpPr>
        <p:spPr/>
        <p:txBody>
          <a:bodyPr/>
          <a:lstStyle/>
          <a:p>
            <a:r>
              <a:rPr lang="en-US" altLang="zh-CN" dirty="0"/>
              <a:t>3.3.2 CSMA/CD</a:t>
            </a:r>
            <a:r>
              <a:rPr lang="zh-CN" altLang="en-US" dirty="0"/>
              <a:t>协议</a:t>
            </a:r>
            <a:endParaRPr lang="en-US" altLang="zh-CN" sz="4000" dirty="0">
              <a:solidFill>
                <a:srgbClr val="FFFFFF"/>
              </a:solidFill>
            </a:endParaRPr>
          </a:p>
        </p:txBody>
      </p:sp>
      <p:sp>
        <p:nvSpPr>
          <p:cNvPr id="68611" name="Rectangle 4"/>
          <p:cNvSpPr>
            <a:spLocks noChangeArrowheads="1"/>
          </p:cNvSpPr>
          <p:nvPr/>
        </p:nvSpPr>
        <p:spPr bwMode="auto">
          <a:xfrm>
            <a:off x="358601" y="4753803"/>
            <a:ext cx="2064197" cy="476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2400" b="1" dirty="0">
                <a:solidFill>
                  <a:srgbClr val="4D4D4D"/>
                </a:solidFill>
                <a:latin typeface="微软雅黑" pitchFamily="34" charset="-122"/>
                <a:ea typeface="微软雅黑" pitchFamily="34" charset="-122"/>
              </a:rPr>
              <a:t>曼彻斯特编码</a:t>
            </a:r>
          </a:p>
        </p:txBody>
      </p:sp>
      <p:sp>
        <p:nvSpPr>
          <p:cNvPr id="68612" name="Rectangle 5"/>
          <p:cNvSpPr>
            <a:spLocks noChangeArrowheads="1"/>
          </p:cNvSpPr>
          <p:nvPr/>
        </p:nvSpPr>
        <p:spPr bwMode="auto">
          <a:xfrm>
            <a:off x="908939" y="3889707"/>
            <a:ext cx="1225827" cy="476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2400" b="1" dirty="0">
                <a:solidFill>
                  <a:schemeClr val="folHlink"/>
                </a:solidFill>
                <a:latin typeface="微软雅黑" pitchFamily="34" charset="-122"/>
                <a:ea typeface="微软雅黑" pitchFamily="34" charset="-122"/>
              </a:rPr>
              <a:t> </a:t>
            </a:r>
            <a:r>
              <a:rPr kumimoji="1" lang="zh-CN" altLang="en-US" sz="2400" b="1" dirty="0">
                <a:solidFill>
                  <a:srgbClr val="4D4D4D"/>
                </a:solidFill>
                <a:latin typeface="微软雅黑" pitchFamily="34" charset="-122"/>
                <a:ea typeface="微软雅黑" pitchFamily="34" charset="-122"/>
              </a:rPr>
              <a:t>比特流</a:t>
            </a:r>
          </a:p>
        </p:txBody>
      </p:sp>
      <p:sp>
        <p:nvSpPr>
          <p:cNvPr id="68613" name="Rectangle 6"/>
          <p:cNvSpPr>
            <a:spLocks noChangeArrowheads="1"/>
          </p:cNvSpPr>
          <p:nvPr/>
        </p:nvSpPr>
        <p:spPr bwMode="auto">
          <a:xfrm>
            <a:off x="10215821" y="3824051"/>
            <a:ext cx="950259" cy="1718073"/>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nchor="ctr"/>
          <a:lstStyle/>
          <a:p>
            <a:pPr eaLnBrk="1" hangingPunct="1"/>
            <a:endParaRPr lang="zh-CN" altLang="en-US"/>
          </a:p>
        </p:txBody>
      </p:sp>
      <p:sp>
        <p:nvSpPr>
          <p:cNvPr id="68614" name="Rectangle 7"/>
          <p:cNvSpPr>
            <a:spLocks noChangeArrowheads="1"/>
          </p:cNvSpPr>
          <p:nvPr/>
        </p:nvSpPr>
        <p:spPr bwMode="auto">
          <a:xfrm>
            <a:off x="4533311" y="3824051"/>
            <a:ext cx="929096" cy="1718073"/>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nchor="ctr"/>
          <a:lstStyle/>
          <a:p>
            <a:pPr eaLnBrk="1" hangingPunct="1"/>
            <a:endParaRPr lang="zh-CN" altLang="en-US"/>
          </a:p>
        </p:txBody>
      </p:sp>
      <p:sp>
        <p:nvSpPr>
          <p:cNvPr id="68615" name="Rectangle 8"/>
          <p:cNvSpPr>
            <a:spLocks noChangeArrowheads="1"/>
          </p:cNvSpPr>
          <p:nvPr/>
        </p:nvSpPr>
        <p:spPr bwMode="auto">
          <a:xfrm>
            <a:off x="6446528" y="3817699"/>
            <a:ext cx="920631" cy="1718073"/>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nchor="ctr"/>
          <a:lstStyle/>
          <a:p>
            <a:pPr eaLnBrk="1" hangingPunct="1"/>
            <a:endParaRPr lang="zh-CN" altLang="en-US"/>
          </a:p>
        </p:txBody>
      </p:sp>
      <p:sp>
        <p:nvSpPr>
          <p:cNvPr id="68616" name="Rectangle 9"/>
          <p:cNvSpPr>
            <a:spLocks noChangeArrowheads="1"/>
          </p:cNvSpPr>
          <p:nvPr/>
        </p:nvSpPr>
        <p:spPr bwMode="auto">
          <a:xfrm>
            <a:off x="8344931" y="3817699"/>
            <a:ext cx="918514" cy="1718073"/>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nchor="ctr"/>
          <a:lstStyle/>
          <a:p>
            <a:pPr eaLnBrk="1" hangingPunct="1"/>
            <a:endParaRPr lang="zh-CN" altLang="en-US"/>
          </a:p>
        </p:txBody>
      </p:sp>
      <p:sp>
        <p:nvSpPr>
          <p:cNvPr id="68617" name="Rectangle 10"/>
          <p:cNvSpPr>
            <a:spLocks noChangeArrowheads="1"/>
          </p:cNvSpPr>
          <p:nvPr/>
        </p:nvSpPr>
        <p:spPr bwMode="auto">
          <a:xfrm>
            <a:off x="2662421" y="3817699"/>
            <a:ext cx="952376" cy="1718073"/>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nchor="ctr"/>
          <a:lstStyle/>
          <a:p>
            <a:pPr eaLnBrk="1" hangingPunct="1"/>
            <a:endParaRPr lang="zh-CN" altLang="en-US"/>
          </a:p>
        </p:txBody>
      </p:sp>
      <p:sp>
        <p:nvSpPr>
          <p:cNvPr id="68618" name="Rectangle 11"/>
          <p:cNvSpPr>
            <a:spLocks noChangeArrowheads="1"/>
          </p:cNvSpPr>
          <p:nvPr/>
        </p:nvSpPr>
        <p:spPr bwMode="auto">
          <a:xfrm>
            <a:off x="2901573" y="3895505"/>
            <a:ext cx="389060" cy="476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2400" b="1" dirty="0">
                <a:solidFill>
                  <a:srgbClr val="111111"/>
                </a:solidFill>
                <a:ea typeface="黑体" pitchFamily="49" charset="-122"/>
              </a:rPr>
              <a:t>1</a:t>
            </a:r>
          </a:p>
        </p:txBody>
      </p:sp>
      <p:sp>
        <p:nvSpPr>
          <p:cNvPr id="68619" name="Rectangle 12"/>
          <p:cNvSpPr>
            <a:spLocks noChangeArrowheads="1"/>
          </p:cNvSpPr>
          <p:nvPr/>
        </p:nvSpPr>
        <p:spPr bwMode="auto">
          <a:xfrm>
            <a:off x="11384069" y="3895505"/>
            <a:ext cx="389060" cy="476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2400" b="1">
                <a:solidFill>
                  <a:srgbClr val="111111"/>
                </a:solidFill>
                <a:ea typeface="黑体" pitchFamily="49" charset="-122"/>
              </a:rPr>
              <a:t>1</a:t>
            </a:r>
          </a:p>
        </p:txBody>
      </p:sp>
      <p:sp>
        <p:nvSpPr>
          <p:cNvPr id="68620" name="Rectangle 13"/>
          <p:cNvSpPr>
            <a:spLocks noChangeArrowheads="1"/>
          </p:cNvSpPr>
          <p:nvPr/>
        </p:nvSpPr>
        <p:spPr bwMode="auto">
          <a:xfrm>
            <a:off x="6696262" y="3895505"/>
            <a:ext cx="389060" cy="476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2400" b="1">
                <a:solidFill>
                  <a:srgbClr val="111111"/>
                </a:solidFill>
                <a:ea typeface="黑体" pitchFamily="49" charset="-122"/>
              </a:rPr>
              <a:t>1</a:t>
            </a:r>
          </a:p>
        </p:txBody>
      </p:sp>
      <p:sp>
        <p:nvSpPr>
          <p:cNvPr id="68621" name="Rectangle 14"/>
          <p:cNvSpPr>
            <a:spLocks noChangeArrowheads="1"/>
          </p:cNvSpPr>
          <p:nvPr/>
        </p:nvSpPr>
        <p:spPr bwMode="auto">
          <a:xfrm>
            <a:off x="10438041" y="3895505"/>
            <a:ext cx="397882" cy="476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07717" tIns="52913" rIns="107717" bIns="52913">
            <a:spAutoFit/>
          </a:bodyPr>
          <a:lstStyle/>
          <a:p>
            <a:pPr defTabSz="907085"/>
            <a:r>
              <a:rPr kumimoji="1" lang="en-US" altLang="zh-CN" sz="2400" b="1">
                <a:solidFill>
                  <a:srgbClr val="111111"/>
                </a:solidFill>
                <a:ea typeface="黑体" pitchFamily="49" charset="-122"/>
              </a:rPr>
              <a:t>1</a:t>
            </a:r>
          </a:p>
        </p:txBody>
      </p:sp>
      <p:sp>
        <p:nvSpPr>
          <p:cNvPr id="68622" name="Rectangle 15"/>
          <p:cNvSpPr>
            <a:spLocks noChangeArrowheads="1"/>
          </p:cNvSpPr>
          <p:nvPr/>
        </p:nvSpPr>
        <p:spPr bwMode="auto">
          <a:xfrm>
            <a:off x="9500480" y="3895505"/>
            <a:ext cx="389060" cy="476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2400" b="1">
                <a:solidFill>
                  <a:srgbClr val="111111"/>
                </a:solidFill>
                <a:ea typeface="黑体" pitchFamily="49" charset="-122"/>
              </a:rPr>
              <a:t>1</a:t>
            </a:r>
          </a:p>
        </p:txBody>
      </p:sp>
      <p:sp>
        <p:nvSpPr>
          <p:cNvPr id="68623" name="Rectangle 16"/>
          <p:cNvSpPr>
            <a:spLocks noChangeArrowheads="1"/>
          </p:cNvSpPr>
          <p:nvPr/>
        </p:nvSpPr>
        <p:spPr bwMode="auto">
          <a:xfrm>
            <a:off x="3866647" y="3895505"/>
            <a:ext cx="389060" cy="476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2400" b="1">
                <a:solidFill>
                  <a:srgbClr val="111111"/>
                </a:solidFill>
                <a:ea typeface="黑体" pitchFamily="49" charset="-122"/>
              </a:rPr>
              <a:t>0</a:t>
            </a:r>
          </a:p>
        </p:txBody>
      </p:sp>
      <p:sp>
        <p:nvSpPr>
          <p:cNvPr id="68624" name="Rectangle 17"/>
          <p:cNvSpPr>
            <a:spLocks noChangeArrowheads="1"/>
          </p:cNvSpPr>
          <p:nvPr/>
        </p:nvSpPr>
        <p:spPr bwMode="auto">
          <a:xfrm>
            <a:off x="4833838" y="3895505"/>
            <a:ext cx="389060" cy="476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2400" b="1">
                <a:solidFill>
                  <a:srgbClr val="111111"/>
                </a:solidFill>
                <a:ea typeface="黑体" pitchFamily="49" charset="-122"/>
              </a:rPr>
              <a:t>0</a:t>
            </a:r>
          </a:p>
        </p:txBody>
      </p:sp>
      <p:sp>
        <p:nvSpPr>
          <p:cNvPr id="68625" name="Rectangle 18"/>
          <p:cNvSpPr>
            <a:spLocks noChangeArrowheads="1"/>
          </p:cNvSpPr>
          <p:nvPr/>
        </p:nvSpPr>
        <p:spPr bwMode="auto">
          <a:xfrm>
            <a:off x="5756585" y="3895505"/>
            <a:ext cx="389060" cy="476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2400" b="1">
                <a:solidFill>
                  <a:srgbClr val="111111"/>
                </a:solidFill>
                <a:ea typeface="黑体" pitchFamily="49" charset="-122"/>
              </a:rPr>
              <a:t>0</a:t>
            </a:r>
          </a:p>
        </p:txBody>
      </p:sp>
      <p:sp>
        <p:nvSpPr>
          <p:cNvPr id="68626" name="Rectangle 19"/>
          <p:cNvSpPr>
            <a:spLocks noChangeArrowheads="1"/>
          </p:cNvSpPr>
          <p:nvPr/>
        </p:nvSpPr>
        <p:spPr bwMode="auto">
          <a:xfrm>
            <a:off x="7640173" y="3895505"/>
            <a:ext cx="389060" cy="476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2400" b="1">
                <a:solidFill>
                  <a:srgbClr val="111111"/>
                </a:solidFill>
                <a:ea typeface="黑体" pitchFamily="49" charset="-122"/>
              </a:rPr>
              <a:t>0</a:t>
            </a:r>
          </a:p>
        </p:txBody>
      </p:sp>
      <p:sp>
        <p:nvSpPr>
          <p:cNvPr id="68627" name="Rectangle 20"/>
          <p:cNvSpPr>
            <a:spLocks noChangeArrowheads="1"/>
          </p:cNvSpPr>
          <p:nvPr/>
        </p:nvSpPr>
        <p:spPr bwMode="auto">
          <a:xfrm>
            <a:off x="8560803" y="3895505"/>
            <a:ext cx="389060" cy="476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2400" b="1">
                <a:solidFill>
                  <a:srgbClr val="111111"/>
                </a:solidFill>
                <a:ea typeface="黑体" pitchFamily="49" charset="-122"/>
              </a:rPr>
              <a:t>0</a:t>
            </a:r>
          </a:p>
        </p:txBody>
      </p:sp>
      <p:sp>
        <p:nvSpPr>
          <p:cNvPr id="68629" name="Freeform 28"/>
          <p:cNvSpPr>
            <a:spLocks/>
          </p:cNvSpPr>
          <p:nvPr/>
        </p:nvSpPr>
        <p:spPr bwMode="auto">
          <a:xfrm>
            <a:off x="2626443" y="4821357"/>
            <a:ext cx="9314237" cy="336629"/>
          </a:xfrm>
          <a:custGeom>
            <a:avLst/>
            <a:gdLst>
              <a:gd name="T0" fmla="*/ 0 w 4401"/>
              <a:gd name="T1" fmla="*/ 0 h 245"/>
              <a:gd name="T2" fmla="*/ 2147483646 w 4401"/>
              <a:gd name="T3" fmla="*/ 0 h 245"/>
              <a:gd name="T4" fmla="*/ 2147483646 w 4401"/>
              <a:gd name="T5" fmla="*/ 2147483646 h 245"/>
              <a:gd name="T6" fmla="*/ 2147483646 w 4401"/>
              <a:gd name="T7" fmla="*/ 2147483646 h 245"/>
              <a:gd name="T8" fmla="*/ 2147483646 w 4401"/>
              <a:gd name="T9" fmla="*/ 0 h 245"/>
              <a:gd name="T10" fmla="*/ 2147483646 w 4401"/>
              <a:gd name="T11" fmla="*/ 0 h 245"/>
              <a:gd name="T12" fmla="*/ 2147483646 w 4401"/>
              <a:gd name="T13" fmla="*/ 2147483646 h 245"/>
              <a:gd name="T14" fmla="*/ 2147483646 w 4401"/>
              <a:gd name="T15" fmla="*/ 2147483646 h 245"/>
              <a:gd name="T16" fmla="*/ 2147483646 w 4401"/>
              <a:gd name="T17" fmla="*/ 0 h 245"/>
              <a:gd name="T18" fmla="*/ 2147483646 w 4401"/>
              <a:gd name="T19" fmla="*/ 0 h 245"/>
              <a:gd name="T20" fmla="*/ 2147483646 w 4401"/>
              <a:gd name="T21" fmla="*/ 2147483646 h 245"/>
              <a:gd name="T22" fmla="*/ 2147483646 w 4401"/>
              <a:gd name="T23" fmla="*/ 2147483646 h 245"/>
              <a:gd name="T24" fmla="*/ 2147483646 w 4401"/>
              <a:gd name="T25" fmla="*/ 0 h 245"/>
              <a:gd name="T26" fmla="*/ 2147483646 w 4401"/>
              <a:gd name="T27" fmla="*/ 0 h 245"/>
              <a:gd name="T28" fmla="*/ 2147483646 w 4401"/>
              <a:gd name="T29" fmla="*/ 2147483646 h 245"/>
              <a:gd name="T30" fmla="*/ 2147483646 w 4401"/>
              <a:gd name="T31" fmla="*/ 2147483646 h 245"/>
              <a:gd name="T32" fmla="*/ 2147483646 w 4401"/>
              <a:gd name="T33" fmla="*/ 2147483646 h 245"/>
              <a:gd name="T34" fmla="*/ 2147483646 w 4401"/>
              <a:gd name="T35" fmla="*/ 0 h 245"/>
              <a:gd name="T36" fmla="*/ 2147483646 w 4401"/>
              <a:gd name="T37" fmla="*/ 2147483646 h 245"/>
              <a:gd name="T38" fmla="*/ 2147483646 w 4401"/>
              <a:gd name="T39" fmla="*/ 2147483646 h 245"/>
              <a:gd name="T40" fmla="*/ 2147483646 w 4401"/>
              <a:gd name="T41" fmla="*/ 0 h 245"/>
              <a:gd name="T42" fmla="*/ 2147483646 w 4401"/>
              <a:gd name="T43" fmla="*/ 0 h 245"/>
              <a:gd name="T44" fmla="*/ 2147483646 w 4401"/>
              <a:gd name="T45" fmla="*/ 2147483646 h 245"/>
              <a:gd name="T46" fmla="*/ 2147483646 w 4401"/>
              <a:gd name="T47" fmla="*/ 2147483646 h 245"/>
              <a:gd name="T48" fmla="*/ 2147483646 w 4401"/>
              <a:gd name="T49" fmla="*/ 0 h 245"/>
              <a:gd name="T50" fmla="*/ 2147483646 w 4401"/>
              <a:gd name="T51" fmla="*/ 0 h 245"/>
              <a:gd name="T52" fmla="*/ 2147483646 w 4401"/>
              <a:gd name="T53" fmla="*/ 2147483646 h 245"/>
              <a:gd name="T54" fmla="*/ 2147483646 w 4401"/>
              <a:gd name="T55" fmla="*/ 2147483646 h 245"/>
              <a:gd name="T56" fmla="*/ 2147483646 w 4401"/>
              <a:gd name="T57" fmla="*/ 0 h 245"/>
              <a:gd name="T58" fmla="*/ 2147483646 w 4401"/>
              <a:gd name="T59" fmla="*/ 0 h 245"/>
              <a:gd name="T60" fmla="*/ 2147483646 w 4401"/>
              <a:gd name="T61" fmla="*/ 2147483646 h 245"/>
              <a:gd name="T62" fmla="*/ 2147483646 w 4401"/>
              <a:gd name="T63" fmla="*/ 2147483646 h 24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401"/>
              <a:gd name="T97" fmla="*/ 0 h 245"/>
              <a:gd name="T98" fmla="*/ 4401 w 4401"/>
              <a:gd name="T99" fmla="*/ 245 h 24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401" h="245">
                <a:moveTo>
                  <a:pt x="0" y="0"/>
                </a:moveTo>
                <a:lnTo>
                  <a:pt x="222" y="0"/>
                </a:lnTo>
                <a:lnTo>
                  <a:pt x="222" y="245"/>
                </a:lnTo>
                <a:lnTo>
                  <a:pt x="676" y="245"/>
                </a:lnTo>
                <a:lnTo>
                  <a:pt x="676" y="0"/>
                </a:lnTo>
                <a:lnTo>
                  <a:pt x="898" y="0"/>
                </a:lnTo>
                <a:lnTo>
                  <a:pt x="898" y="245"/>
                </a:lnTo>
                <a:lnTo>
                  <a:pt x="1129" y="245"/>
                </a:lnTo>
                <a:lnTo>
                  <a:pt x="1129" y="0"/>
                </a:lnTo>
                <a:lnTo>
                  <a:pt x="1351" y="0"/>
                </a:lnTo>
                <a:lnTo>
                  <a:pt x="1351" y="245"/>
                </a:lnTo>
                <a:lnTo>
                  <a:pt x="1573" y="245"/>
                </a:lnTo>
                <a:lnTo>
                  <a:pt x="1573" y="0"/>
                </a:lnTo>
                <a:lnTo>
                  <a:pt x="2027" y="0"/>
                </a:lnTo>
                <a:lnTo>
                  <a:pt x="2027" y="245"/>
                </a:lnTo>
                <a:lnTo>
                  <a:pt x="2471" y="245"/>
                </a:lnTo>
                <a:lnTo>
                  <a:pt x="2471" y="3"/>
                </a:lnTo>
                <a:lnTo>
                  <a:pt x="2693" y="0"/>
                </a:lnTo>
                <a:lnTo>
                  <a:pt x="2693" y="245"/>
                </a:lnTo>
                <a:lnTo>
                  <a:pt x="2915" y="245"/>
                </a:lnTo>
                <a:lnTo>
                  <a:pt x="2915" y="0"/>
                </a:lnTo>
                <a:lnTo>
                  <a:pt x="3368" y="0"/>
                </a:lnTo>
                <a:lnTo>
                  <a:pt x="3368" y="245"/>
                </a:lnTo>
                <a:lnTo>
                  <a:pt x="3590" y="245"/>
                </a:lnTo>
                <a:lnTo>
                  <a:pt x="3590" y="0"/>
                </a:lnTo>
                <a:lnTo>
                  <a:pt x="3812" y="0"/>
                </a:lnTo>
                <a:lnTo>
                  <a:pt x="3812" y="245"/>
                </a:lnTo>
                <a:lnTo>
                  <a:pt x="4034" y="245"/>
                </a:lnTo>
                <a:lnTo>
                  <a:pt x="4034" y="0"/>
                </a:lnTo>
                <a:lnTo>
                  <a:pt x="4256" y="0"/>
                </a:lnTo>
                <a:lnTo>
                  <a:pt x="4256" y="245"/>
                </a:lnTo>
                <a:lnTo>
                  <a:pt x="4401" y="245"/>
                </a:lnTo>
              </a:path>
            </a:pathLst>
          </a:custGeom>
          <a:noFill/>
          <a:ln w="38100" cap="rnd">
            <a:solidFill>
              <a:srgbClr val="111111"/>
            </a:solidFill>
            <a:round/>
            <a:headEnd/>
            <a:tailEnd/>
          </a:ln>
          <a:extLst>
            <a:ext uri="{909E8E84-426E-40DD-AFC4-6F175D3DCCD1}">
              <a14:hiddenFill xmlns:a14="http://schemas.microsoft.com/office/drawing/2010/main">
                <a:solidFill>
                  <a:srgbClr val="FFFFFF"/>
                </a:solidFill>
              </a14:hiddenFill>
            </a:ext>
          </a:extLst>
        </p:spPr>
        <p:txBody>
          <a:bodyPr lIns="108850" tIns="54425" rIns="108850" bIns="54425"/>
          <a:lstStyle/>
          <a:p>
            <a:endParaRPr lang="zh-CN" altLang="en-US"/>
          </a:p>
        </p:txBody>
      </p:sp>
      <p:sp>
        <p:nvSpPr>
          <p:cNvPr id="68631" name="Line 30"/>
          <p:cNvSpPr>
            <a:spLocks noChangeShapeType="1"/>
          </p:cNvSpPr>
          <p:nvPr/>
        </p:nvSpPr>
        <p:spPr bwMode="auto">
          <a:xfrm flipH="1" flipV="1">
            <a:off x="2649722" y="3865336"/>
            <a:ext cx="0" cy="167678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68632" name="Line 31"/>
          <p:cNvSpPr>
            <a:spLocks noChangeShapeType="1"/>
          </p:cNvSpPr>
          <p:nvPr/>
        </p:nvSpPr>
        <p:spPr bwMode="auto">
          <a:xfrm flipV="1">
            <a:off x="3601041" y="3849456"/>
            <a:ext cx="0" cy="169266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68633" name="Line 32"/>
          <p:cNvSpPr>
            <a:spLocks noChangeShapeType="1"/>
          </p:cNvSpPr>
          <p:nvPr/>
        </p:nvSpPr>
        <p:spPr bwMode="auto">
          <a:xfrm flipH="1" flipV="1">
            <a:off x="4533311" y="3849456"/>
            <a:ext cx="0" cy="169266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68634" name="Line 33"/>
          <p:cNvSpPr>
            <a:spLocks noChangeShapeType="1"/>
          </p:cNvSpPr>
          <p:nvPr/>
        </p:nvSpPr>
        <p:spPr bwMode="auto">
          <a:xfrm flipV="1">
            <a:off x="5447134" y="3865334"/>
            <a:ext cx="0" cy="1676789"/>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68635" name="Line 34"/>
          <p:cNvSpPr>
            <a:spLocks noChangeShapeType="1"/>
          </p:cNvSpPr>
          <p:nvPr/>
        </p:nvSpPr>
        <p:spPr bwMode="auto">
          <a:xfrm flipV="1">
            <a:off x="6427481" y="3865335"/>
            <a:ext cx="0" cy="167043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68636" name="Line 35"/>
          <p:cNvSpPr>
            <a:spLocks noChangeShapeType="1"/>
          </p:cNvSpPr>
          <p:nvPr/>
        </p:nvSpPr>
        <p:spPr bwMode="auto">
          <a:xfrm flipV="1">
            <a:off x="7372300" y="3865334"/>
            <a:ext cx="0" cy="1676789"/>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68637" name="Line 36"/>
          <p:cNvSpPr>
            <a:spLocks noChangeShapeType="1"/>
          </p:cNvSpPr>
          <p:nvPr/>
        </p:nvSpPr>
        <p:spPr bwMode="auto">
          <a:xfrm flipV="1">
            <a:off x="8330116" y="3865335"/>
            <a:ext cx="0" cy="167043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68638" name="Line 37"/>
          <p:cNvSpPr>
            <a:spLocks noChangeShapeType="1"/>
          </p:cNvSpPr>
          <p:nvPr/>
        </p:nvSpPr>
        <p:spPr bwMode="auto">
          <a:xfrm flipV="1">
            <a:off x="9268734" y="3865336"/>
            <a:ext cx="0" cy="167043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68639" name="Line 38"/>
          <p:cNvSpPr>
            <a:spLocks noChangeShapeType="1"/>
          </p:cNvSpPr>
          <p:nvPr/>
        </p:nvSpPr>
        <p:spPr bwMode="auto">
          <a:xfrm flipV="1">
            <a:off x="10215821" y="3865333"/>
            <a:ext cx="4233" cy="167679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68640" name="Line 39"/>
          <p:cNvSpPr>
            <a:spLocks noChangeShapeType="1"/>
          </p:cNvSpPr>
          <p:nvPr/>
        </p:nvSpPr>
        <p:spPr bwMode="auto">
          <a:xfrm flipV="1">
            <a:off x="11166080" y="3866924"/>
            <a:ext cx="0" cy="166884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Tree>
    <p:extLst>
      <p:ext uri="{BB962C8B-B14F-4D97-AF65-F5344CB8AC3E}">
        <p14:creationId xmlns:p14="http://schemas.microsoft.com/office/powerpoint/2010/main" val="714112585"/>
      </p:ext>
    </p:extLst>
  </p:cSld>
  <p:clrMapOvr>
    <a:masterClrMapping/>
  </p:clrMapOvr>
  <p:transition>
    <p:fad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p:cNvSpPr>
            <a:spLocks noGrp="1" noChangeArrowheads="1"/>
          </p:cNvSpPr>
          <p:nvPr>
            <p:ph idx="1"/>
          </p:nvPr>
        </p:nvSpPr>
        <p:spPr>
          <a:xfrm>
            <a:off x="442800" y="1267199"/>
            <a:ext cx="11413046" cy="4896000"/>
          </a:xfrm>
        </p:spPr>
        <p:txBody>
          <a:bodyPr/>
          <a:lstStyle/>
          <a:p>
            <a:r>
              <a:rPr lang="zh-CN" altLang="en-US" b="1" kern="1200" dirty="0" smtClean="0"/>
              <a:t>当多台计算机</a:t>
            </a:r>
            <a:r>
              <a:rPr lang="zh-CN" altLang="en-US" b="1" kern="1200" dirty="0" smtClean="0">
                <a:solidFill>
                  <a:srgbClr val="C00000"/>
                </a:solidFill>
              </a:rPr>
              <a:t>同时</a:t>
            </a:r>
            <a:r>
              <a:rPr lang="zh-CN" altLang="en-US" b="1" kern="1200" dirty="0" smtClean="0"/>
              <a:t>发送数据时</a:t>
            </a:r>
            <a:r>
              <a:rPr lang="zh-CN" altLang="en-US" b="1" kern="1200" dirty="0"/>
              <a:t>，会</a:t>
            </a:r>
            <a:r>
              <a:rPr lang="zh-CN" altLang="en-US" b="1" kern="1200" dirty="0" smtClean="0"/>
              <a:t>产生碰撞，</a:t>
            </a:r>
            <a:r>
              <a:rPr lang="zh-CN" altLang="en-US" b="1" kern="1200" dirty="0"/>
              <a:t>导致发送失败</a:t>
            </a:r>
            <a:r>
              <a:rPr lang="zh-CN" altLang="en-US" b="1" kern="1200" dirty="0" smtClean="0"/>
              <a:t>。以太网使用 </a:t>
            </a:r>
            <a:r>
              <a:rPr lang="en-US" altLang="zh-CN" b="1" kern="1200" dirty="0" smtClean="0">
                <a:solidFill>
                  <a:srgbClr val="C00000"/>
                </a:solidFill>
              </a:rPr>
              <a:t>CSMA/CD</a:t>
            </a:r>
            <a:r>
              <a:rPr lang="en-US" altLang="zh-CN" b="1" kern="1200" dirty="0" smtClean="0"/>
              <a:t> </a:t>
            </a:r>
            <a:r>
              <a:rPr lang="zh-CN" altLang="en-US" b="1" kern="1200" dirty="0" smtClean="0"/>
              <a:t>协议来解决这一问题。</a:t>
            </a:r>
            <a:endParaRPr lang="zh-CN" altLang="en-US" b="1" kern="1200" dirty="0"/>
          </a:p>
          <a:p>
            <a:r>
              <a:rPr lang="en-US" altLang="zh-CN" sz="3200" b="1" kern="1200" dirty="0" smtClean="0">
                <a:solidFill>
                  <a:srgbClr val="4D4D4D"/>
                </a:solidFill>
              </a:rPr>
              <a:t>CSMA/CD (Carrier </a:t>
            </a:r>
            <a:r>
              <a:rPr lang="en-US" altLang="zh-CN" sz="3200" b="1" kern="1200" dirty="0">
                <a:solidFill>
                  <a:srgbClr val="4D4D4D"/>
                </a:solidFill>
              </a:rPr>
              <a:t>Sense Multiple Access with Collision </a:t>
            </a:r>
            <a:r>
              <a:rPr lang="en-US" altLang="zh-CN" sz="3200" b="1" kern="1200" dirty="0" smtClean="0">
                <a:solidFill>
                  <a:srgbClr val="4D4D4D"/>
                </a:solidFill>
              </a:rPr>
              <a:t>Detection) </a:t>
            </a:r>
            <a:r>
              <a:rPr lang="zh-CN" altLang="en-US" sz="3200" b="1" kern="1200" dirty="0" smtClean="0">
                <a:solidFill>
                  <a:srgbClr val="4D4D4D"/>
                </a:solidFill>
              </a:rPr>
              <a:t>意思是</a:t>
            </a:r>
            <a:r>
              <a:rPr lang="zh-CN" altLang="en-US" sz="3200" b="1" kern="1200" dirty="0" smtClean="0">
                <a:solidFill>
                  <a:srgbClr val="C00000"/>
                </a:solidFill>
              </a:rPr>
              <a:t>载波监听多点接入</a:t>
            </a:r>
            <a:r>
              <a:rPr lang="en-US" altLang="zh-CN" sz="3200" b="1" kern="1200" dirty="0" smtClean="0">
                <a:solidFill>
                  <a:srgbClr val="C00000"/>
                </a:solidFill>
              </a:rPr>
              <a:t>/</a:t>
            </a:r>
            <a:r>
              <a:rPr lang="zh-CN" altLang="en-US" sz="3200" b="1" kern="1200" dirty="0" smtClean="0">
                <a:solidFill>
                  <a:srgbClr val="C00000"/>
                </a:solidFill>
              </a:rPr>
              <a:t>碰撞检测</a:t>
            </a:r>
            <a:r>
              <a:rPr lang="zh-CN" altLang="en-US" sz="3200" b="1" kern="1200" dirty="0" smtClean="0">
                <a:solidFill>
                  <a:srgbClr val="4D4D4D"/>
                </a:solidFill>
              </a:rPr>
              <a:t>。</a:t>
            </a:r>
            <a:endParaRPr lang="zh-CN" altLang="en-US" sz="3200" b="1" kern="1200" dirty="0">
              <a:solidFill>
                <a:srgbClr val="4D4D4D"/>
              </a:solidFill>
            </a:endParaRPr>
          </a:p>
          <a:p>
            <a:pPr lvl="1"/>
            <a:r>
              <a:rPr lang="zh-CN" altLang="en-US" sz="2800" b="1" kern="1200" dirty="0" smtClean="0">
                <a:solidFill>
                  <a:srgbClr val="C00000"/>
                </a:solidFill>
              </a:rPr>
              <a:t>多</a:t>
            </a:r>
            <a:r>
              <a:rPr lang="zh-CN" altLang="en-US" sz="2800" b="1" kern="1200" dirty="0">
                <a:solidFill>
                  <a:srgbClr val="C00000"/>
                </a:solidFill>
              </a:rPr>
              <a:t>点</a:t>
            </a:r>
            <a:r>
              <a:rPr lang="zh-CN" altLang="en-US" sz="2800" b="1" kern="1200" dirty="0" smtClean="0">
                <a:solidFill>
                  <a:srgbClr val="C00000"/>
                </a:solidFill>
              </a:rPr>
              <a:t>接入</a:t>
            </a:r>
            <a:r>
              <a:rPr lang="zh-CN" altLang="en-US" sz="2800" b="1" kern="1200" dirty="0" smtClean="0">
                <a:solidFill>
                  <a:srgbClr val="4D4D4D"/>
                </a:solidFill>
              </a:rPr>
              <a:t>：许多</a:t>
            </a:r>
            <a:r>
              <a:rPr lang="zh-CN" altLang="en-US" sz="2800" b="1" kern="1200" dirty="0">
                <a:solidFill>
                  <a:srgbClr val="4D4D4D"/>
                </a:solidFill>
              </a:rPr>
              <a:t>计算机以多点接入的方式连接在一根总线上。</a:t>
            </a:r>
          </a:p>
          <a:p>
            <a:pPr lvl="1"/>
            <a:r>
              <a:rPr lang="zh-CN" altLang="en-US" sz="2800" b="1" kern="1200" dirty="0" smtClean="0">
                <a:solidFill>
                  <a:srgbClr val="C00000"/>
                </a:solidFill>
              </a:rPr>
              <a:t>载波监听</a:t>
            </a:r>
            <a:r>
              <a:rPr lang="zh-CN" altLang="en-US" sz="2800" b="1" kern="1200" dirty="0" smtClean="0">
                <a:solidFill>
                  <a:srgbClr val="4D4D4D"/>
                </a:solidFill>
              </a:rPr>
              <a:t>：</a:t>
            </a:r>
            <a:r>
              <a:rPr lang="zh-CN" altLang="en-US" b="1" kern="1200" dirty="0"/>
              <a:t>每</a:t>
            </a:r>
            <a:r>
              <a:rPr lang="zh-CN" altLang="en-US" b="1" kern="1200" dirty="0" smtClean="0"/>
              <a:t>一台计算机在</a:t>
            </a:r>
            <a:r>
              <a:rPr lang="zh-CN" altLang="en-US" b="1" kern="1200" dirty="0"/>
              <a:t>发送数据之前要先检测一下总线上是否有其他计算机在发送</a:t>
            </a:r>
            <a:r>
              <a:rPr lang="zh-CN" altLang="en-US" b="1" kern="1200" dirty="0" smtClean="0"/>
              <a:t>数据。如果</a:t>
            </a:r>
            <a:r>
              <a:rPr lang="zh-CN" altLang="en-US" b="1" kern="1200" dirty="0"/>
              <a:t>有，则</a:t>
            </a:r>
            <a:r>
              <a:rPr lang="zh-CN" altLang="en-US" b="1" kern="1200" dirty="0" smtClean="0"/>
              <a:t>暂时先不</a:t>
            </a:r>
            <a:r>
              <a:rPr lang="zh-CN" altLang="en-US" b="1" kern="1200" dirty="0"/>
              <a:t>发送数据，等到信道空闲时再发送。 </a:t>
            </a:r>
          </a:p>
          <a:p>
            <a:pPr lvl="1"/>
            <a:endParaRPr lang="zh-CN" altLang="en-US" sz="2800" b="1" kern="1200" dirty="0">
              <a:solidFill>
                <a:srgbClr val="4D4D4D"/>
              </a:solidFill>
            </a:endParaRPr>
          </a:p>
        </p:txBody>
      </p:sp>
      <p:sp>
        <p:nvSpPr>
          <p:cNvPr id="54274" name="Rectangle 2"/>
          <p:cNvSpPr>
            <a:spLocks noGrp="1" noChangeArrowheads="1"/>
          </p:cNvSpPr>
          <p:nvPr>
            <p:ph type="title"/>
          </p:nvPr>
        </p:nvSpPr>
        <p:spPr/>
        <p:txBody>
          <a:bodyPr/>
          <a:lstStyle/>
          <a:p>
            <a:r>
              <a:rPr lang="en-US" altLang="zh-CN" dirty="0"/>
              <a:t>3.3.2 CSMA/CD</a:t>
            </a:r>
            <a:r>
              <a:rPr lang="zh-CN" altLang="en-US" dirty="0"/>
              <a:t>协议</a:t>
            </a:r>
            <a:endParaRPr lang="zh-CN" altLang="en-US" sz="4000" dirty="0">
              <a:solidFill>
                <a:srgbClr val="FFFFFF"/>
              </a:solidFill>
            </a:endParaRPr>
          </a:p>
        </p:txBody>
      </p:sp>
    </p:spTree>
    <p:extLst>
      <p:ext uri="{BB962C8B-B14F-4D97-AF65-F5344CB8AC3E}">
        <p14:creationId xmlns:p14="http://schemas.microsoft.com/office/powerpoint/2010/main" val="13650694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4275">
                                            <p:txEl>
                                              <p:pRg st="2" end="2"/>
                                            </p:txEl>
                                          </p:spTgt>
                                        </p:tgtEl>
                                        <p:attrNameLst>
                                          <p:attrName>style.visibility</p:attrName>
                                        </p:attrNameLst>
                                      </p:cBhvr>
                                      <p:to>
                                        <p:strVal val="visible"/>
                                      </p:to>
                                    </p:set>
                                    <p:anim calcmode="lin" valueType="num">
                                      <p:cBhvr additive="base">
                                        <p:cTn id="7" dur="500" fill="hold"/>
                                        <p:tgtEl>
                                          <p:spTgt spid="5427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42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4275">
                                            <p:txEl>
                                              <p:pRg st="3" end="3"/>
                                            </p:txEl>
                                          </p:spTgt>
                                        </p:tgtEl>
                                        <p:attrNameLst>
                                          <p:attrName>style.visibility</p:attrName>
                                        </p:attrNameLst>
                                      </p:cBhvr>
                                      <p:to>
                                        <p:strVal val="visible"/>
                                      </p:to>
                                    </p:set>
                                    <p:anim calcmode="lin" valueType="num">
                                      <p:cBhvr additive="base">
                                        <p:cTn id="13" dur="500" fill="hold"/>
                                        <p:tgtEl>
                                          <p:spTgt spid="5427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427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p:cNvSpPr>
            <a:spLocks noGrp="1" noChangeArrowheads="1"/>
          </p:cNvSpPr>
          <p:nvPr>
            <p:ph idx="1"/>
          </p:nvPr>
        </p:nvSpPr>
        <p:spPr/>
        <p:txBody>
          <a:bodyPr/>
          <a:lstStyle/>
          <a:p>
            <a:pPr lvl="1"/>
            <a:r>
              <a:rPr lang="zh-CN" altLang="en-US" sz="2800" b="1" kern="1200" dirty="0" smtClean="0">
                <a:solidFill>
                  <a:srgbClr val="C00000"/>
                </a:solidFill>
              </a:rPr>
              <a:t>碰撞检测</a:t>
            </a:r>
            <a:r>
              <a:rPr lang="zh-CN" altLang="en-US" sz="2800" b="1" kern="1200" dirty="0" smtClean="0">
                <a:solidFill>
                  <a:srgbClr val="4D4D4D"/>
                </a:solidFill>
              </a:rPr>
              <a:t>：计算机</a:t>
            </a:r>
            <a:r>
              <a:rPr lang="zh-CN" altLang="en-US" sz="2800" b="1" kern="1200" dirty="0">
                <a:solidFill>
                  <a:srgbClr val="4D4D4D"/>
                </a:solidFill>
              </a:rPr>
              <a:t>边发送数据边检测信道上的信号</a:t>
            </a:r>
            <a:r>
              <a:rPr lang="zh-CN" altLang="en-US" sz="2800" b="1" kern="1200" dirty="0" smtClean="0">
                <a:solidFill>
                  <a:srgbClr val="4D4D4D"/>
                </a:solidFill>
              </a:rPr>
              <a:t>电压的变化情况，以</a:t>
            </a:r>
            <a:r>
              <a:rPr lang="zh-CN" altLang="en-US" b="1" kern="1200" dirty="0" smtClean="0"/>
              <a:t>便判断是否与其他计算机发生</a:t>
            </a:r>
            <a:r>
              <a:rPr lang="zh-CN" altLang="en-US" b="1" kern="1200" dirty="0"/>
              <a:t>碰撞。</a:t>
            </a:r>
            <a:endParaRPr lang="zh-CN" altLang="en-US" sz="2800" b="1" kern="1200" dirty="0">
              <a:solidFill>
                <a:srgbClr val="4D4D4D"/>
              </a:solidFill>
            </a:endParaRPr>
          </a:p>
          <a:p>
            <a:pPr lvl="2"/>
            <a:r>
              <a:rPr lang="zh-CN" altLang="en-US" sz="2400" b="1" dirty="0" smtClean="0">
                <a:solidFill>
                  <a:srgbClr val="4D4D4D"/>
                </a:solidFill>
                <a:cs typeface="+mn-cs"/>
              </a:rPr>
              <a:t>当</a:t>
            </a:r>
            <a:r>
              <a:rPr lang="zh-CN" altLang="en-US" b="1" dirty="0">
                <a:cs typeface="+mn-cs"/>
              </a:rPr>
              <a:t>多</a:t>
            </a:r>
            <a:r>
              <a:rPr lang="zh-CN" altLang="en-US" sz="2400" b="1" dirty="0" smtClean="0">
                <a:solidFill>
                  <a:srgbClr val="4D4D4D"/>
                </a:solidFill>
                <a:cs typeface="+mn-cs"/>
              </a:rPr>
              <a:t>台计算机同时</a:t>
            </a:r>
            <a:r>
              <a:rPr lang="zh-CN" altLang="en-US" sz="2400" b="1" dirty="0">
                <a:solidFill>
                  <a:srgbClr val="4D4D4D"/>
                </a:solidFill>
                <a:cs typeface="+mn-cs"/>
              </a:rPr>
              <a:t>在总线上发送数据时，总线上的信号</a:t>
            </a:r>
            <a:r>
              <a:rPr lang="zh-CN" altLang="en-US" sz="2400" b="1" dirty="0" smtClean="0">
                <a:solidFill>
                  <a:srgbClr val="4D4D4D"/>
                </a:solidFill>
                <a:cs typeface="+mn-cs"/>
              </a:rPr>
              <a:t>电压变化幅度将</a:t>
            </a:r>
            <a:r>
              <a:rPr lang="zh-CN" altLang="en-US" sz="2400" b="1" dirty="0">
                <a:solidFill>
                  <a:srgbClr val="4D4D4D"/>
                </a:solidFill>
                <a:cs typeface="+mn-cs"/>
              </a:rPr>
              <a:t>会增大（互相叠加）。</a:t>
            </a:r>
          </a:p>
          <a:p>
            <a:pPr lvl="2"/>
            <a:r>
              <a:rPr lang="zh-CN" altLang="en-US" sz="2400" b="1" dirty="0" smtClean="0">
                <a:solidFill>
                  <a:srgbClr val="4D4D4D"/>
                </a:solidFill>
                <a:cs typeface="+mn-cs"/>
              </a:rPr>
              <a:t>当计算机检测到信号电压变化幅度超过</a:t>
            </a:r>
            <a:r>
              <a:rPr lang="zh-CN" altLang="en-US" sz="2400" b="1" dirty="0">
                <a:solidFill>
                  <a:srgbClr val="4D4D4D"/>
                </a:solidFill>
                <a:cs typeface="+mn-cs"/>
              </a:rPr>
              <a:t>一定的门限值时，就认为总线上至少有</a:t>
            </a:r>
            <a:r>
              <a:rPr lang="zh-CN" altLang="en-US" sz="2400" b="1" dirty="0" smtClean="0">
                <a:solidFill>
                  <a:srgbClr val="4D4D4D"/>
                </a:solidFill>
                <a:cs typeface="+mn-cs"/>
              </a:rPr>
              <a:t>两</a:t>
            </a:r>
            <a:r>
              <a:rPr lang="zh-CN" altLang="en-US" b="1" dirty="0" smtClean="0">
                <a:cs typeface="+mn-cs"/>
              </a:rPr>
              <a:t>台计算机</a:t>
            </a:r>
            <a:r>
              <a:rPr lang="zh-CN" altLang="en-US" sz="2400" b="1" dirty="0" smtClean="0">
                <a:solidFill>
                  <a:srgbClr val="4D4D4D"/>
                </a:solidFill>
                <a:cs typeface="+mn-cs"/>
              </a:rPr>
              <a:t>同时</a:t>
            </a:r>
            <a:r>
              <a:rPr lang="zh-CN" altLang="en-US" sz="2400" b="1" dirty="0">
                <a:solidFill>
                  <a:srgbClr val="4D4D4D"/>
                </a:solidFill>
                <a:cs typeface="+mn-cs"/>
              </a:rPr>
              <a:t>在发送数据</a:t>
            </a:r>
            <a:r>
              <a:rPr lang="zh-CN" altLang="en-US" sz="2400" b="1" dirty="0" smtClean="0">
                <a:solidFill>
                  <a:srgbClr val="4D4D4D"/>
                </a:solidFill>
                <a:cs typeface="+mn-cs"/>
              </a:rPr>
              <a:t>，</a:t>
            </a:r>
            <a:r>
              <a:rPr lang="zh-CN" altLang="en-US" b="1" dirty="0">
                <a:cs typeface="+mn-cs"/>
              </a:rPr>
              <a:t>即</a:t>
            </a:r>
            <a:r>
              <a:rPr lang="zh-CN" altLang="en-US" sz="2400" b="1" dirty="0" smtClean="0">
                <a:solidFill>
                  <a:srgbClr val="4D4D4D"/>
                </a:solidFill>
                <a:cs typeface="+mn-cs"/>
              </a:rPr>
              <a:t>产生</a:t>
            </a:r>
            <a:r>
              <a:rPr lang="zh-CN" altLang="en-US" sz="2400" b="1" dirty="0">
                <a:solidFill>
                  <a:srgbClr val="4D4D4D"/>
                </a:solidFill>
                <a:cs typeface="+mn-cs"/>
              </a:rPr>
              <a:t>了碰撞。</a:t>
            </a:r>
          </a:p>
          <a:p>
            <a:pPr lvl="2"/>
            <a:r>
              <a:rPr lang="zh-CN" altLang="en-US" sz="2400" b="1" dirty="0">
                <a:solidFill>
                  <a:srgbClr val="4D4D4D"/>
                </a:solidFill>
                <a:cs typeface="+mn-cs"/>
              </a:rPr>
              <a:t>所谓“碰撞”就是发生了冲突。因此“碰撞检测”也称为“冲突检测”</a:t>
            </a:r>
            <a:r>
              <a:rPr lang="zh-CN" altLang="en-US" sz="2400" b="1" dirty="0" smtClean="0">
                <a:solidFill>
                  <a:srgbClr val="4D4D4D"/>
                </a:solidFill>
                <a:cs typeface="+mn-cs"/>
              </a:rPr>
              <a:t>。</a:t>
            </a:r>
            <a:endParaRPr lang="en-US" altLang="zh-CN" sz="2400" b="1" dirty="0" smtClean="0">
              <a:solidFill>
                <a:srgbClr val="4D4D4D"/>
              </a:solidFill>
              <a:cs typeface="+mn-cs"/>
            </a:endParaRPr>
          </a:p>
          <a:p>
            <a:pPr lvl="2"/>
            <a:r>
              <a:rPr lang="zh-CN" altLang="en-US" b="1" dirty="0">
                <a:cs typeface="+mn-cs"/>
              </a:rPr>
              <a:t>任何一台正在发送数据的计算机，一旦发现总线上出现了碰撞，就要立即停止</a:t>
            </a:r>
            <a:r>
              <a:rPr lang="zh-CN" altLang="en-US" b="1" dirty="0" smtClean="0">
                <a:cs typeface="+mn-cs"/>
              </a:rPr>
              <a:t>发送以免浪费网络资源，</a:t>
            </a:r>
            <a:r>
              <a:rPr lang="zh-CN" altLang="en-US" b="1" dirty="0">
                <a:cs typeface="+mn-cs"/>
              </a:rPr>
              <a:t>然后等待一段随机时间后再次发送。</a:t>
            </a:r>
          </a:p>
          <a:p>
            <a:pPr lvl="2"/>
            <a:endParaRPr lang="zh-CN" altLang="en-US" sz="2400" b="1" dirty="0">
              <a:solidFill>
                <a:srgbClr val="4D4D4D"/>
              </a:solidFill>
              <a:cs typeface="+mn-cs"/>
            </a:endParaRPr>
          </a:p>
        </p:txBody>
      </p:sp>
      <p:sp>
        <p:nvSpPr>
          <p:cNvPr id="55298" name="Rectangle 2"/>
          <p:cNvSpPr>
            <a:spLocks noGrp="1" noChangeArrowheads="1"/>
          </p:cNvSpPr>
          <p:nvPr>
            <p:ph type="title"/>
          </p:nvPr>
        </p:nvSpPr>
        <p:spPr/>
        <p:txBody>
          <a:bodyPr/>
          <a:lstStyle/>
          <a:p>
            <a:r>
              <a:rPr lang="en-US" altLang="zh-CN" dirty="0"/>
              <a:t>3.3.2 CSMA/CD</a:t>
            </a:r>
            <a:r>
              <a:rPr lang="zh-CN" altLang="en-US" dirty="0"/>
              <a:t>协议</a:t>
            </a:r>
            <a:endParaRPr lang="zh-CN" altLang="en-US" sz="4000" dirty="0">
              <a:solidFill>
                <a:srgbClr val="FFFFFF"/>
              </a:solidFill>
            </a:endParaRPr>
          </a:p>
        </p:txBody>
      </p:sp>
    </p:spTree>
    <p:extLst>
      <p:ext uri="{BB962C8B-B14F-4D97-AF65-F5344CB8AC3E}">
        <p14:creationId xmlns:p14="http://schemas.microsoft.com/office/powerpoint/2010/main" val="2703537996"/>
      </p:ext>
    </p:extLst>
  </p:cSld>
  <p:clrMapOvr>
    <a:masterClrMapping/>
  </p:clrMapOvr>
  <p:transition>
    <p:fad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3"/>
          <p:cNvSpPr>
            <a:spLocks noGrp="1" noChangeArrowheads="1"/>
          </p:cNvSpPr>
          <p:nvPr>
            <p:ph idx="1"/>
          </p:nvPr>
        </p:nvSpPr>
        <p:spPr/>
        <p:txBody>
          <a:bodyPr/>
          <a:lstStyle/>
          <a:p>
            <a:r>
              <a:rPr lang="zh-CN" altLang="en-US" sz="3200" b="1" kern="1200" dirty="0" smtClean="0">
                <a:solidFill>
                  <a:srgbClr val="4D4D4D"/>
                </a:solidFill>
              </a:rPr>
              <a:t>既然每一台计算机在发送数据之前已经监听到信道为空闲，那么为什么还会出现碰撞呢？</a:t>
            </a:r>
            <a:endParaRPr lang="en-US" altLang="zh-CN" sz="3200" b="1" kern="1200" dirty="0" smtClean="0">
              <a:solidFill>
                <a:srgbClr val="4D4D4D"/>
              </a:solidFill>
            </a:endParaRPr>
          </a:p>
          <a:p>
            <a:r>
              <a:rPr lang="zh-CN" altLang="en-US" b="1" kern="1200" dirty="0" smtClean="0"/>
              <a:t>因为电磁波在总线上的传播速率是有限的，</a:t>
            </a:r>
            <a:r>
              <a:rPr lang="zh-CN" altLang="en-US" b="1" kern="1200" dirty="0"/>
              <a:t>当</a:t>
            </a:r>
            <a:r>
              <a:rPr lang="zh-CN" altLang="en-US" b="1" kern="1200" dirty="0" smtClean="0"/>
              <a:t>某台计算机监听</a:t>
            </a:r>
            <a:r>
              <a:rPr lang="zh-CN" altLang="en-US" b="1" kern="1200" dirty="0"/>
              <a:t>到</a:t>
            </a:r>
            <a:r>
              <a:rPr lang="zh-CN" altLang="en-US" b="1" kern="1200" dirty="0" smtClean="0"/>
              <a:t>总线空闲而发送数据时，可能已经有其他计算机在发送数据了，只是因为</a:t>
            </a:r>
            <a:r>
              <a:rPr lang="zh-CN" altLang="en-US" b="1" kern="1200" dirty="0" smtClean="0">
                <a:solidFill>
                  <a:srgbClr val="C00000"/>
                </a:solidFill>
              </a:rPr>
              <a:t>传播时延</a:t>
            </a:r>
            <a:r>
              <a:rPr lang="zh-CN" altLang="en-US" b="1" kern="1200" dirty="0" smtClean="0"/>
              <a:t>还没有到达该计算机那里。</a:t>
            </a:r>
            <a:endParaRPr lang="en-US" altLang="zh-CN" sz="3200" b="1" kern="1200" dirty="0" smtClean="0">
              <a:solidFill>
                <a:srgbClr val="4D4D4D"/>
              </a:solidFill>
            </a:endParaRPr>
          </a:p>
        </p:txBody>
      </p:sp>
      <p:sp>
        <p:nvSpPr>
          <p:cNvPr id="56322" name="Rectangle 2"/>
          <p:cNvSpPr>
            <a:spLocks noGrp="1" noChangeArrowheads="1"/>
          </p:cNvSpPr>
          <p:nvPr>
            <p:ph type="title"/>
          </p:nvPr>
        </p:nvSpPr>
        <p:spPr/>
        <p:txBody>
          <a:bodyPr/>
          <a:lstStyle/>
          <a:p>
            <a:r>
              <a:rPr lang="en-US" altLang="zh-CN" dirty="0"/>
              <a:t>3.3.2 CSMA/CD</a:t>
            </a:r>
            <a:r>
              <a:rPr lang="zh-CN" altLang="en-US" dirty="0"/>
              <a:t>协议</a:t>
            </a:r>
            <a:endParaRPr lang="zh-CN" altLang="en-US" sz="4000" dirty="0">
              <a:solidFill>
                <a:srgbClr val="FFFFFF"/>
              </a:solidFill>
            </a:endParaRPr>
          </a:p>
        </p:txBody>
      </p:sp>
    </p:spTree>
    <p:extLst>
      <p:ext uri="{BB962C8B-B14F-4D97-AF65-F5344CB8AC3E}">
        <p14:creationId xmlns:p14="http://schemas.microsoft.com/office/powerpoint/2010/main" val="31515652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6323">
                                            <p:txEl>
                                              <p:pRg st="1" end="1"/>
                                            </p:txEl>
                                          </p:spTgt>
                                        </p:tgtEl>
                                        <p:attrNameLst>
                                          <p:attrName>style.visibility</p:attrName>
                                        </p:attrNameLst>
                                      </p:cBhvr>
                                      <p:to>
                                        <p:strVal val="visible"/>
                                      </p:to>
                                    </p:set>
                                    <p:anim calcmode="lin" valueType="num">
                                      <p:cBhvr additive="base">
                                        <p:cTn id="7" dur="500" fill="hold"/>
                                        <p:tgtEl>
                                          <p:spTgt spid="5632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632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3.3.2 CSMA/CD</a:t>
            </a:r>
            <a:r>
              <a:rPr lang="zh-CN" altLang="en-US" dirty="0"/>
              <a:t>协议</a:t>
            </a:r>
          </a:p>
        </p:txBody>
      </p:sp>
      <p:sp>
        <p:nvSpPr>
          <p:cNvPr id="57346" name="Line 2"/>
          <p:cNvSpPr>
            <a:spLocks noChangeShapeType="1"/>
          </p:cNvSpPr>
          <p:nvPr/>
        </p:nvSpPr>
        <p:spPr bwMode="auto">
          <a:xfrm>
            <a:off x="2543902" y="2882530"/>
            <a:ext cx="6213724" cy="0"/>
          </a:xfrm>
          <a:prstGeom prst="line">
            <a:avLst/>
          </a:prstGeom>
          <a:noFill/>
          <a:ln w="38100" cmpd="dbl">
            <a:solidFill>
              <a:srgbClr val="333399"/>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57347" name="Line 3"/>
          <p:cNvSpPr>
            <a:spLocks noChangeShapeType="1"/>
          </p:cNvSpPr>
          <p:nvPr/>
        </p:nvSpPr>
        <p:spPr bwMode="auto">
          <a:xfrm>
            <a:off x="2535436" y="2593538"/>
            <a:ext cx="6230656" cy="0"/>
          </a:xfrm>
          <a:prstGeom prst="line">
            <a:avLst/>
          </a:prstGeom>
          <a:noFill/>
          <a:ln w="19050">
            <a:solidFill>
              <a:srgbClr val="333399"/>
            </a:solidFill>
            <a:round/>
            <a:headEnd type="triangle" w="med" len="med"/>
            <a:tailEnd type="triangle" w="sm" len="me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57348" name="Rectangle 4"/>
          <p:cNvSpPr>
            <a:spLocks noChangeArrowheads="1"/>
          </p:cNvSpPr>
          <p:nvPr/>
        </p:nvSpPr>
        <p:spPr bwMode="auto">
          <a:xfrm>
            <a:off x="5026430" y="2383939"/>
            <a:ext cx="919653" cy="47619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2400" b="1">
                <a:solidFill>
                  <a:srgbClr val="333399"/>
                </a:solidFill>
                <a:ea typeface="黑体" pitchFamily="49" charset="-122"/>
              </a:rPr>
              <a:t>1 km</a:t>
            </a:r>
          </a:p>
        </p:txBody>
      </p:sp>
      <p:sp>
        <p:nvSpPr>
          <p:cNvPr id="57349" name="Line 5"/>
          <p:cNvSpPr>
            <a:spLocks noChangeShapeType="1"/>
          </p:cNvSpPr>
          <p:nvPr/>
        </p:nvSpPr>
        <p:spPr bwMode="auto">
          <a:xfrm>
            <a:off x="2529088" y="2887294"/>
            <a:ext cx="0" cy="180858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284678" name="Line 6"/>
          <p:cNvSpPr>
            <a:spLocks noChangeShapeType="1"/>
          </p:cNvSpPr>
          <p:nvPr/>
        </p:nvSpPr>
        <p:spPr bwMode="auto">
          <a:xfrm>
            <a:off x="2535437" y="2887294"/>
            <a:ext cx="6196793" cy="868563"/>
          </a:xfrm>
          <a:prstGeom prst="line">
            <a:avLst/>
          </a:prstGeom>
          <a:noFill/>
          <a:ln w="76200">
            <a:solidFill>
              <a:schemeClr val="accent1"/>
            </a:solidFill>
            <a:round/>
            <a:headEnd/>
            <a:tailEnd type="triangle" w="med" len="lg"/>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57351" name="Rectangle 7"/>
          <p:cNvSpPr>
            <a:spLocks noChangeArrowheads="1"/>
          </p:cNvSpPr>
          <p:nvPr/>
        </p:nvSpPr>
        <p:spPr bwMode="auto">
          <a:xfrm>
            <a:off x="2063482" y="2385528"/>
            <a:ext cx="523712" cy="614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3200" b="1" dirty="0">
                <a:solidFill>
                  <a:srgbClr val="111111"/>
                </a:solidFill>
                <a:ea typeface="黑体" pitchFamily="49" charset="-122"/>
              </a:rPr>
              <a:t>A</a:t>
            </a:r>
          </a:p>
        </p:txBody>
      </p:sp>
      <p:sp>
        <p:nvSpPr>
          <p:cNvPr id="57352" name="Rectangle 8"/>
          <p:cNvSpPr>
            <a:spLocks noChangeArrowheads="1"/>
          </p:cNvSpPr>
          <p:nvPr/>
        </p:nvSpPr>
        <p:spPr bwMode="auto">
          <a:xfrm>
            <a:off x="8706834" y="2385528"/>
            <a:ext cx="523712" cy="614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3200" b="1" dirty="0">
                <a:solidFill>
                  <a:srgbClr val="111111"/>
                </a:solidFill>
                <a:ea typeface="黑体" pitchFamily="49" charset="-122"/>
              </a:rPr>
              <a:t>B</a:t>
            </a:r>
          </a:p>
        </p:txBody>
      </p:sp>
      <p:sp>
        <p:nvSpPr>
          <p:cNvPr id="57353" name="Line 9"/>
          <p:cNvSpPr>
            <a:spLocks noChangeShapeType="1"/>
          </p:cNvSpPr>
          <p:nvPr/>
        </p:nvSpPr>
        <p:spPr bwMode="auto">
          <a:xfrm flipH="1">
            <a:off x="2372475" y="3230273"/>
            <a:ext cx="8466" cy="1090865"/>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57354" name="Rectangle 10"/>
          <p:cNvSpPr>
            <a:spLocks noChangeArrowheads="1"/>
          </p:cNvSpPr>
          <p:nvPr/>
        </p:nvSpPr>
        <p:spPr bwMode="auto">
          <a:xfrm>
            <a:off x="2080414" y="3562137"/>
            <a:ext cx="320130" cy="476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2400" b="1" i="1">
                <a:solidFill>
                  <a:srgbClr val="333399"/>
                </a:solidFill>
                <a:ea typeface="黑体" pitchFamily="49" charset="-122"/>
              </a:rPr>
              <a:t>t</a:t>
            </a:r>
          </a:p>
        </p:txBody>
      </p:sp>
      <p:sp>
        <p:nvSpPr>
          <p:cNvPr id="57355" name="Line 11"/>
          <p:cNvSpPr>
            <a:spLocks noChangeShapeType="1"/>
          </p:cNvSpPr>
          <p:nvPr/>
        </p:nvSpPr>
        <p:spPr bwMode="auto">
          <a:xfrm>
            <a:off x="8757627" y="2876178"/>
            <a:ext cx="0" cy="1484657"/>
          </a:xfrm>
          <a:prstGeom prst="line">
            <a:avLst/>
          </a:prstGeom>
          <a:noFill/>
          <a:ln w="12700">
            <a:solidFill>
              <a:srgbClr val="333399"/>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284684" name="Line 12"/>
          <p:cNvSpPr>
            <a:spLocks noChangeShapeType="1"/>
          </p:cNvSpPr>
          <p:nvPr/>
        </p:nvSpPr>
        <p:spPr bwMode="auto">
          <a:xfrm flipH="1">
            <a:off x="2529089" y="3590719"/>
            <a:ext cx="6226423" cy="879679"/>
          </a:xfrm>
          <a:prstGeom prst="line">
            <a:avLst/>
          </a:prstGeom>
          <a:noFill/>
          <a:ln w="76200">
            <a:solidFill>
              <a:srgbClr val="996600"/>
            </a:solidFill>
            <a:round/>
            <a:headEnd/>
            <a:tailEnd type="triangle" w="sm" len="me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grpSp>
        <p:nvGrpSpPr>
          <p:cNvPr id="2" name="Group 13"/>
          <p:cNvGrpSpPr>
            <a:grpSpLocks/>
          </p:cNvGrpSpPr>
          <p:nvPr/>
        </p:nvGrpSpPr>
        <p:grpSpPr bwMode="auto">
          <a:xfrm>
            <a:off x="7119540" y="2882529"/>
            <a:ext cx="1286766" cy="793934"/>
            <a:chOff x="3364" y="411"/>
            <a:chExt cx="608" cy="500"/>
          </a:xfrm>
        </p:grpSpPr>
        <p:sp>
          <p:nvSpPr>
            <p:cNvPr id="57381" name="Line 14"/>
            <p:cNvSpPr>
              <a:spLocks noChangeShapeType="1"/>
            </p:cNvSpPr>
            <p:nvPr/>
          </p:nvSpPr>
          <p:spPr bwMode="auto">
            <a:xfrm>
              <a:off x="3755" y="728"/>
              <a:ext cx="112" cy="183"/>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57382" name="AutoShape 15"/>
            <p:cNvSpPr>
              <a:spLocks noChangeArrowheads="1"/>
            </p:cNvSpPr>
            <p:nvPr/>
          </p:nvSpPr>
          <p:spPr bwMode="auto">
            <a:xfrm>
              <a:off x="3364" y="411"/>
              <a:ext cx="608" cy="454"/>
            </a:xfrm>
            <a:prstGeom prst="irregularSeal1">
              <a:avLst/>
            </a:prstGeom>
            <a:solidFill>
              <a:srgbClr val="FFCCFF"/>
            </a:solidFill>
            <a:ln w="12700">
              <a:solidFill>
                <a:srgbClr val="FFCCFF"/>
              </a:solidFill>
              <a:miter lim="800000"/>
              <a:headEnd/>
              <a:tailEnd/>
            </a:ln>
            <a:effectLst>
              <a:outerShdw dist="35921" dir="2700000" algn="ctr" rotWithShape="0">
                <a:schemeClr val="bg2"/>
              </a:outerShdw>
            </a:effectLst>
          </p:spPr>
          <p:txBody>
            <a:bodyPr wrap="none" anchor="ctr"/>
            <a:lstStyle/>
            <a:p>
              <a:pPr algn="ctr" defTabSz="907085"/>
              <a:r>
                <a:rPr kumimoji="1" lang="zh-CN" altLang="en-US" sz="2400" b="1">
                  <a:solidFill>
                    <a:srgbClr val="333399"/>
                  </a:solidFill>
                  <a:ea typeface="黑体" pitchFamily="49" charset="-122"/>
                </a:rPr>
                <a:t>碰撞</a:t>
              </a:r>
            </a:p>
          </p:txBody>
        </p:sp>
      </p:grpSp>
      <p:grpSp>
        <p:nvGrpSpPr>
          <p:cNvPr id="3" name="Group 16"/>
          <p:cNvGrpSpPr>
            <a:grpSpLocks/>
          </p:cNvGrpSpPr>
          <p:nvPr/>
        </p:nvGrpSpPr>
        <p:grpSpPr bwMode="auto">
          <a:xfrm>
            <a:off x="334390" y="3427169"/>
            <a:ext cx="5280397" cy="1279821"/>
            <a:chOff x="158" y="754"/>
            <a:chExt cx="2495" cy="806"/>
          </a:xfrm>
        </p:grpSpPr>
        <p:sp>
          <p:nvSpPr>
            <p:cNvPr id="57376" name="Text Box 17"/>
            <p:cNvSpPr txBox="1">
              <a:spLocks noChangeArrowheads="1"/>
            </p:cNvSpPr>
            <p:nvPr/>
          </p:nvSpPr>
          <p:spPr bwMode="auto">
            <a:xfrm>
              <a:off x="158" y="1269"/>
              <a:ext cx="67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defRPr sz="1600" b="1">
                  <a:solidFill>
                    <a:srgbClr val="1C1C1C"/>
                  </a:solidFill>
                  <a:latin typeface="黑体" pitchFamily="49" charset="-122"/>
                  <a:ea typeface="黑体" pitchFamily="49" charset="-122"/>
                </a:defRPr>
              </a:lvl1pPr>
              <a:lvl2pPr marL="742950" indent="-285750" defTabSz="762000">
                <a:defRPr sz="1600">
                  <a:solidFill>
                    <a:srgbClr val="1C1C1C"/>
                  </a:solidFill>
                  <a:latin typeface="黑体" pitchFamily="49" charset="-122"/>
                  <a:ea typeface="黑体" pitchFamily="49" charset="-122"/>
                </a:defRPr>
              </a:lvl2pPr>
              <a:lvl3pPr marL="1143000" indent="-228600" defTabSz="762000">
                <a:defRPr sz="1600">
                  <a:solidFill>
                    <a:srgbClr val="1C1C1C"/>
                  </a:solidFill>
                  <a:latin typeface="黑体" pitchFamily="49" charset="-122"/>
                  <a:ea typeface="黑体" pitchFamily="49" charset="-122"/>
                </a:defRPr>
              </a:lvl3pPr>
              <a:lvl4pPr marL="1600200" indent="-228600" defTabSz="762000">
                <a:defRPr sz="1600">
                  <a:solidFill>
                    <a:srgbClr val="1C1C1C"/>
                  </a:solidFill>
                  <a:latin typeface="黑体" pitchFamily="49" charset="-122"/>
                  <a:ea typeface="黑体" pitchFamily="49" charset="-122"/>
                </a:defRPr>
              </a:lvl4pPr>
              <a:lvl5pPr marL="2057400" indent="-228600" defTabSz="762000">
                <a:defRPr sz="1600">
                  <a:solidFill>
                    <a:srgbClr val="1C1C1C"/>
                  </a:solidFill>
                  <a:latin typeface="黑体" pitchFamily="49" charset="-122"/>
                  <a:ea typeface="黑体" pitchFamily="49" charset="-122"/>
                </a:defRPr>
              </a:lvl5pPr>
              <a:lvl6pPr marL="2514600" indent="-228600" defTabSz="762000" eaLnBrk="0" hangingPunct="0">
                <a:defRPr sz="1600">
                  <a:solidFill>
                    <a:srgbClr val="1C1C1C"/>
                  </a:solidFill>
                  <a:latin typeface="黑体" pitchFamily="49" charset="-122"/>
                  <a:ea typeface="黑体" pitchFamily="49" charset="-122"/>
                </a:defRPr>
              </a:lvl6pPr>
              <a:lvl7pPr marL="2971800" indent="-228600" defTabSz="762000" eaLnBrk="0" hangingPunct="0">
                <a:defRPr sz="1600">
                  <a:solidFill>
                    <a:srgbClr val="1C1C1C"/>
                  </a:solidFill>
                  <a:latin typeface="黑体" pitchFamily="49" charset="-122"/>
                  <a:ea typeface="黑体" pitchFamily="49" charset="-122"/>
                </a:defRPr>
              </a:lvl7pPr>
              <a:lvl8pPr marL="3429000" indent="-228600" defTabSz="762000" eaLnBrk="0" hangingPunct="0">
                <a:defRPr sz="1600">
                  <a:solidFill>
                    <a:srgbClr val="1C1C1C"/>
                  </a:solidFill>
                  <a:latin typeface="黑体" pitchFamily="49" charset="-122"/>
                  <a:ea typeface="黑体" pitchFamily="49" charset="-122"/>
                </a:defRPr>
              </a:lvl8pPr>
              <a:lvl9pPr marL="3886200" indent="-228600" defTabSz="762000" eaLnBrk="0" hangingPunct="0">
                <a:defRPr sz="1600">
                  <a:solidFill>
                    <a:srgbClr val="1C1C1C"/>
                  </a:solidFill>
                  <a:latin typeface="黑体" pitchFamily="49" charset="-122"/>
                  <a:ea typeface="黑体" pitchFamily="49" charset="-122"/>
                </a:defRPr>
              </a:lvl9pPr>
            </a:lstStyle>
            <a:p>
              <a:r>
                <a:rPr kumimoji="1" lang="en-US" altLang="zh-CN" sz="2400" i="1">
                  <a:solidFill>
                    <a:srgbClr val="333399"/>
                  </a:solidFill>
                  <a:latin typeface="Arial" charset="0"/>
                </a:rPr>
                <a:t>t</a:t>
              </a:r>
              <a:r>
                <a:rPr kumimoji="1" lang="en-US" altLang="zh-CN" sz="2400">
                  <a:solidFill>
                    <a:srgbClr val="333399"/>
                  </a:solidFill>
                  <a:latin typeface="Arial" charset="0"/>
                </a:rPr>
                <a:t> = 2</a:t>
              </a:r>
              <a:r>
                <a:rPr kumimoji="1" lang="en-US" altLang="zh-CN" sz="2400">
                  <a:solidFill>
                    <a:srgbClr val="333399"/>
                  </a:solidFill>
                  <a:latin typeface="Arial" charset="0"/>
                  <a:sym typeface="Symbol" pitchFamily="18" charset="2"/>
                </a:rPr>
                <a:t></a:t>
              </a:r>
              <a:r>
                <a:rPr kumimoji="1" lang="en-US" altLang="zh-CN" sz="2400">
                  <a:solidFill>
                    <a:srgbClr val="333399"/>
                  </a:solidFill>
                  <a:latin typeface="Arial" charset="0"/>
                </a:rPr>
                <a:t> </a:t>
              </a:r>
              <a:r>
                <a:rPr kumimoji="1" lang="en-US" altLang="zh-CN" sz="2400">
                  <a:solidFill>
                    <a:srgbClr val="333399"/>
                  </a:solidFill>
                  <a:latin typeface="Arial" charset="0"/>
                  <a:sym typeface="Symbol" pitchFamily="18" charset="2"/>
                </a:rPr>
                <a:t> </a:t>
              </a:r>
            </a:p>
          </p:txBody>
        </p:sp>
        <p:sp>
          <p:nvSpPr>
            <p:cNvPr id="57377" name="Line 18"/>
            <p:cNvSpPr>
              <a:spLocks noChangeShapeType="1"/>
            </p:cNvSpPr>
            <p:nvPr/>
          </p:nvSpPr>
          <p:spPr bwMode="auto">
            <a:xfrm>
              <a:off x="913" y="1417"/>
              <a:ext cx="26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grpSp>
          <p:nvGrpSpPr>
            <p:cNvPr id="57378" name="Group 19"/>
            <p:cNvGrpSpPr>
              <a:grpSpLocks/>
            </p:cNvGrpSpPr>
            <p:nvPr/>
          </p:nvGrpSpPr>
          <p:grpSpPr bwMode="auto">
            <a:xfrm>
              <a:off x="1247" y="754"/>
              <a:ext cx="1406" cy="291"/>
              <a:chOff x="1247" y="754"/>
              <a:chExt cx="1406" cy="291"/>
            </a:xfrm>
          </p:grpSpPr>
          <p:sp>
            <p:nvSpPr>
              <p:cNvPr id="57379" name="AutoShape 20"/>
              <p:cNvSpPr>
                <a:spLocks noChangeArrowheads="1"/>
              </p:cNvSpPr>
              <p:nvPr/>
            </p:nvSpPr>
            <p:spPr bwMode="auto">
              <a:xfrm>
                <a:off x="1247" y="754"/>
                <a:ext cx="1406" cy="272"/>
              </a:xfrm>
              <a:prstGeom prst="wedgeRoundRectCallout">
                <a:avLst>
                  <a:gd name="adj1" fmla="val -52986"/>
                  <a:gd name="adj2" fmla="val 182352"/>
                  <a:gd name="adj3" fmla="val 16667"/>
                </a:avLst>
              </a:prstGeom>
              <a:solidFill>
                <a:srgbClr val="FFFF99"/>
              </a:solidFill>
              <a:ln w="12700">
                <a:solidFill>
                  <a:schemeClr val="tx1"/>
                </a:solidFill>
                <a:miter lim="800000"/>
                <a:headEnd/>
                <a:tailEnd/>
              </a:ln>
            </p:spPr>
            <p:txBody>
              <a:bodyPr/>
              <a:lstStyle/>
              <a:p>
                <a:pPr algn="ctr" defTabSz="907085"/>
                <a:endParaRPr kumimoji="1" lang="zh-CN" altLang="en-US" sz="2400" b="1">
                  <a:solidFill>
                    <a:srgbClr val="333399"/>
                  </a:solidFill>
                  <a:ea typeface="黑体" pitchFamily="49" charset="-122"/>
                </a:endParaRPr>
              </a:p>
            </p:txBody>
          </p:sp>
          <p:sp>
            <p:nvSpPr>
              <p:cNvPr id="57380" name="Text Box 21"/>
              <p:cNvSpPr txBox="1">
                <a:spLocks noChangeArrowheads="1"/>
              </p:cNvSpPr>
              <p:nvPr/>
            </p:nvSpPr>
            <p:spPr bwMode="auto">
              <a:xfrm>
                <a:off x="1247" y="754"/>
                <a:ext cx="138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defRPr sz="1600" b="1">
                    <a:solidFill>
                      <a:srgbClr val="1C1C1C"/>
                    </a:solidFill>
                    <a:latin typeface="黑体" pitchFamily="49" charset="-122"/>
                    <a:ea typeface="黑体" pitchFamily="49" charset="-122"/>
                  </a:defRPr>
                </a:lvl1pPr>
                <a:lvl2pPr marL="742950" indent="-285750" defTabSz="762000">
                  <a:defRPr sz="1600">
                    <a:solidFill>
                      <a:srgbClr val="1C1C1C"/>
                    </a:solidFill>
                    <a:latin typeface="黑体" pitchFamily="49" charset="-122"/>
                    <a:ea typeface="黑体" pitchFamily="49" charset="-122"/>
                  </a:defRPr>
                </a:lvl2pPr>
                <a:lvl3pPr marL="1143000" indent="-228600" defTabSz="762000">
                  <a:defRPr sz="1600">
                    <a:solidFill>
                      <a:srgbClr val="1C1C1C"/>
                    </a:solidFill>
                    <a:latin typeface="黑体" pitchFamily="49" charset="-122"/>
                    <a:ea typeface="黑体" pitchFamily="49" charset="-122"/>
                  </a:defRPr>
                </a:lvl3pPr>
                <a:lvl4pPr marL="1600200" indent="-228600" defTabSz="762000">
                  <a:defRPr sz="1600">
                    <a:solidFill>
                      <a:srgbClr val="1C1C1C"/>
                    </a:solidFill>
                    <a:latin typeface="黑体" pitchFamily="49" charset="-122"/>
                    <a:ea typeface="黑体" pitchFamily="49" charset="-122"/>
                  </a:defRPr>
                </a:lvl4pPr>
                <a:lvl5pPr marL="2057400" indent="-228600" defTabSz="762000">
                  <a:defRPr sz="1600">
                    <a:solidFill>
                      <a:srgbClr val="1C1C1C"/>
                    </a:solidFill>
                    <a:latin typeface="黑体" pitchFamily="49" charset="-122"/>
                    <a:ea typeface="黑体" pitchFamily="49" charset="-122"/>
                  </a:defRPr>
                </a:lvl5pPr>
                <a:lvl6pPr marL="2514600" indent="-228600" defTabSz="762000" eaLnBrk="0" hangingPunct="0">
                  <a:defRPr sz="1600">
                    <a:solidFill>
                      <a:srgbClr val="1C1C1C"/>
                    </a:solidFill>
                    <a:latin typeface="黑体" pitchFamily="49" charset="-122"/>
                    <a:ea typeface="黑体" pitchFamily="49" charset="-122"/>
                  </a:defRPr>
                </a:lvl6pPr>
                <a:lvl7pPr marL="2971800" indent="-228600" defTabSz="762000" eaLnBrk="0" hangingPunct="0">
                  <a:defRPr sz="1600">
                    <a:solidFill>
                      <a:srgbClr val="1C1C1C"/>
                    </a:solidFill>
                    <a:latin typeface="黑体" pitchFamily="49" charset="-122"/>
                    <a:ea typeface="黑体" pitchFamily="49" charset="-122"/>
                  </a:defRPr>
                </a:lvl7pPr>
                <a:lvl8pPr marL="3429000" indent="-228600" defTabSz="762000" eaLnBrk="0" hangingPunct="0">
                  <a:defRPr sz="1600">
                    <a:solidFill>
                      <a:srgbClr val="1C1C1C"/>
                    </a:solidFill>
                    <a:latin typeface="黑体" pitchFamily="49" charset="-122"/>
                    <a:ea typeface="黑体" pitchFamily="49" charset="-122"/>
                  </a:defRPr>
                </a:lvl8pPr>
                <a:lvl9pPr marL="3886200" indent="-228600" defTabSz="762000" eaLnBrk="0" hangingPunct="0">
                  <a:defRPr sz="1600">
                    <a:solidFill>
                      <a:srgbClr val="1C1C1C"/>
                    </a:solidFill>
                    <a:latin typeface="黑体" pitchFamily="49" charset="-122"/>
                    <a:ea typeface="黑体" pitchFamily="49" charset="-122"/>
                  </a:defRPr>
                </a:lvl9pPr>
              </a:lstStyle>
              <a:p>
                <a:r>
                  <a:rPr kumimoji="1" lang="en-US" altLang="zh-CN" sz="2400">
                    <a:solidFill>
                      <a:srgbClr val="333399"/>
                    </a:solidFill>
                    <a:latin typeface="Arial" charset="0"/>
                  </a:rPr>
                  <a:t>A </a:t>
                </a:r>
                <a:r>
                  <a:rPr kumimoji="1" lang="zh-CN" altLang="en-US" sz="2400">
                    <a:solidFill>
                      <a:srgbClr val="333399"/>
                    </a:solidFill>
                    <a:latin typeface="Arial" charset="0"/>
                  </a:rPr>
                  <a:t>检测到发生碰撞</a:t>
                </a:r>
              </a:p>
            </p:txBody>
          </p:sp>
        </p:grpSp>
      </p:grpSp>
      <p:grpSp>
        <p:nvGrpSpPr>
          <p:cNvPr id="5" name="Group 22"/>
          <p:cNvGrpSpPr>
            <a:grpSpLocks/>
          </p:cNvGrpSpPr>
          <p:nvPr/>
        </p:nvGrpSpPr>
        <p:grpSpPr bwMode="auto">
          <a:xfrm>
            <a:off x="8819003" y="2763440"/>
            <a:ext cx="2459247" cy="1035290"/>
            <a:chOff x="4167" y="336"/>
            <a:chExt cx="1162" cy="652"/>
          </a:xfrm>
        </p:grpSpPr>
        <p:grpSp>
          <p:nvGrpSpPr>
            <p:cNvPr id="57370" name="Group 23"/>
            <p:cNvGrpSpPr>
              <a:grpSpLocks/>
            </p:cNvGrpSpPr>
            <p:nvPr/>
          </p:nvGrpSpPr>
          <p:grpSpPr bwMode="auto">
            <a:xfrm>
              <a:off x="4167" y="697"/>
              <a:ext cx="948" cy="291"/>
              <a:chOff x="4167" y="697"/>
              <a:chExt cx="948" cy="291"/>
            </a:xfrm>
          </p:grpSpPr>
          <p:sp>
            <p:nvSpPr>
              <p:cNvPr id="57374" name="Line 24"/>
              <p:cNvSpPr>
                <a:spLocks noChangeShapeType="1"/>
              </p:cNvSpPr>
              <p:nvPr/>
            </p:nvSpPr>
            <p:spPr bwMode="auto">
              <a:xfrm flipH="1">
                <a:off x="4167" y="847"/>
                <a:ext cx="261"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57375" name="Text Box 25"/>
              <p:cNvSpPr txBox="1">
                <a:spLocks noChangeArrowheads="1"/>
              </p:cNvSpPr>
              <p:nvPr/>
            </p:nvSpPr>
            <p:spPr bwMode="auto">
              <a:xfrm>
                <a:off x="4411" y="697"/>
                <a:ext cx="70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defRPr sz="1600" b="1">
                    <a:solidFill>
                      <a:srgbClr val="1C1C1C"/>
                    </a:solidFill>
                    <a:latin typeface="黑体" pitchFamily="49" charset="-122"/>
                    <a:ea typeface="黑体" pitchFamily="49" charset="-122"/>
                  </a:defRPr>
                </a:lvl1pPr>
                <a:lvl2pPr marL="742950" indent="-285750" defTabSz="762000">
                  <a:defRPr sz="1600">
                    <a:solidFill>
                      <a:srgbClr val="1C1C1C"/>
                    </a:solidFill>
                    <a:latin typeface="黑体" pitchFamily="49" charset="-122"/>
                    <a:ea typeface="黑体" pitchFamily="49" charset="-122"/>
                  </a:defRPr>
                </a:lvl2pPr>
                <a:lvl3pPr marL="1143000" indent="-228600" defTabSz="762000">
                  <a:defRPr sz="1600">
                    <a:solidFill>
                      <a:srgbClr val="1C1C1C"/>
                    </a:solidFill>
                    <a:latin typeface="黑体" pitchFamily="49" charset="-122"/>
                    <a:ea typeface="黑体" pitchFamily="49" charset="-122"/>
                  </a:defRPr>
                </a:lvl3pPr>
                <a:lvl4pPr marL="1600200" indent="-228600" defTabSz="762000">
                  <a:defRPr sz="1600">
                    <a:solidFill>
                      <a:srgbClr val="1C1C1C"/>
                    </a:solidFill>
                    <a:latin typeface="黑体" pitchFamily="49" charset="-122"/>
                    <a:ea typeface="黑体" pitchFamily="49" charset="-122"/>
                  </a:defRPr>
                </a:lvl4pPr>
                <a:lvl5pPr marL="2057400" indent="-228600" defTabSz="762000">
                  <a:defRPr sz="1600">
                    <a:solidFill>
                      <a:srgbClr val="1C1C1C"/>
                    </a:solidFill>
                    <a:latin typeface="黑体" pitchFamily="49" charset="-122"/>
                    <a:ea typeface="黑体" pitchFamily="49" charset="-122"/>
                  </a:defRPr>
                </a:lvl5pPr>
                <a:lvl6pPr marL="2514600" indent="-228600" defTabSz="762000" eaLnBrk="0" hangingPunct="0">
                  <a:defRPr sz="1600">
                    <a:solidFill>
                      <a:srgbClr val="1C1C1C"/>
                    </a:solidFill>
                    <a:latin typeface="黑体" pitchFamily="49" charset="-122"/>
                    <a:ea typeface="黑体" pitchFamily="49" charset="-122"/>
                  </a:defRPr>
                </a:lvl6pPr>
                <a:lvl7pPr marL="2971800" indent="-228600" defTabSz="762000" eaLnBrk="0" hangingPunct="0">
                  <a:defRPr sz="1600">
                    <a:solidFill>
                      <a:srgbClr val="1C1C1C"/>
                    </a:solidFill>
                    <a:latin typeface="黑体" pitchFamily="49" charset="-122"/>
                    <a:ea typeface="黑体" pitchFamily="49" charset="-122"/>
                  </a:defRPr>
                </a:lvl7pPr>
                <a:lvl8pPr marL="3429000" indent="-228600" defTabSz="762000" eaLnBrk="0" hangingPunct="0">
                  <a:defRPr sz="1600">
                    <a:solidFill>
                      <a:srgbClr val="1C1C1C"/>
                    </a:solidFill>
                    <a:latin typeface="黑体" pitchFamily="49" charset="-122"/>
                    <a:ea typeface="黑体" pitchFamily="49" charset="-122"/>
                  </a:defRPr>
                </a:lvl8pPr>
                <a:lvl9pPr marL="3886200" indent="-228600" defTabSz="762000" eaLnBrk="0" hangingPunct="0">
                  <a:defRPr sz="1600">
                    <a:solidFill>
                      <a:srgbClr val="1C1C1C"/>
                    </a:solidFill>
                    <a:latin typeface="黑体" pitchFamily="49" charset="-122"/>
                    <a:ea typeface="黑体" pitchFamily="49" charset="-122"/>
                  </a:defRPr>
                </a:lvl9pPr>
              </a:lstStyle>
              <a:p>
                <a:r>
                  <a:rPr kumimoji="1" lang="zh-CN" altLang="en-US" sz="2400" i="1">
                    <a:solidFill>
                      <a:srgbClr val="333399"/>
                    </a:solidFill>
                    <a:latin typeface="Arial" charset="0"/>
                  </a:rPr>
                  <a:t>  </a:t>
                </a:r>
                <a:r>
                  <a:rPr kumimoji="1" lang="en-US" altLang="zh-CN" sz="2400" i="1">
                    <a:solidFill>
                      <a:srgbClr val="333399"/>
                    </a:solidFill>
                    <a:latin typeface="Arial" charset="0"/>
                  </a:rPr>
                  <a:t>t</a:t>
                </a:r>
                <a:r>
                  <a:rPr kumimoji="1" lang="en-US" altLang="zh-CN" sz="2400">
                    <a:solidFill>
                      <a:srgbClr val="333399"/>
                    </a:solidFill>
                    <a:latin typeface="Arial" charset="0"/>
                  </a:rPr>
                  <a:t> = </a:t>
                </a:r>
                <a:r>
                  <a:rPr kumimoji="1" lang="en-US" altLang="zh-CN" sz="2400">
                    <a:solidFill>
                      <a:srgbClr val="333399"/>
                    </a:solidFill>
                    <a:latin typeface="Tahoma" pitchFamily="34" charset="0"/>
                    <a:ea typeface="宋体" pitchFamily="2" charset="-122"/>
                    <a:sym typeface="Symbol" pitchFamily="18" charset="2"/>
                  </a:rPr>
                  <a:t></a:t>
                </a:r>
                <a:r>
                  <a:rPr kumimoji="1" lang="en-US" altLang="zh-CN" sz="2400">
                    <a:solidFill>
                      <a:srgbClr val="333399"/>
                    </a:solidFill>
                    <a:latin typeface="Arial" charset="0"/>
                  </a:rPr>
                  <a:t> </a:t>
                </a:r>
                <a:r>
                  <a:rPr kumimoji="1" lang="en-US" altLang="zh-CN" sz="2400">
                    <a:solidFill>
                      <a:srgbClr val="333399"/>
                    </a:solidFill>
                    <a:latin typeface="Arial" charset="0"/>
                    <a:sym typeface="Symbol" pitchFamily="18" charset="2"/>
                  </a:rPr>
                  <a:t> </a:t>
                </a:r>
                <a:r>
                  <a:rPr kumimoji="1" lang="en-US" altLang="zh-CN" sz="2400" baseline="30000">
                    <a:solidFill>
                      <a:srgbClr val="333399"/>
                    </a:solidFill>
                    <a:latin typeface="Arial" charset="0"/>
                  </a:rPr>
                  <a:t> </a:t>
                </a:r>
              </a:p>
            </p:txBody>
          </p:sp>
        </p:grpSp>
        <p:grpSp>
          <p:nvGrpSpPr>
            <p:cNvPr id="57371" name="Group 26"/>
            <p:cNvGrpSpPr>
              <a:grpSpLocks/>
            </p:cNvGrpSpPr>
            <p:nvPr/>
          </p:nvGrpSpPr>
          <p:grpSpPr bwMode="auto">
            <a:xfrm>
              <a:off x="4286" y="336"/>
              <a:ext cx="1043" cy="291"/>
              <a:chOff x="4286" y="336"/>
              <a:chExt cx="1043" cy="291"/>
            </a:xfrm>
          </p:grpSpPr>
          <p:sp>
            <p:nvSpPr>
              <p:cNvPr id="57372" name="AutoShape 27"/>
              <p:cNvSpPr>
                <a:spLocks noChangeArrowheads="1"/>
              </p:cNvSpPr>
              <p:nvPr/>
            </p:nvSpPr>
            <p:spPr bwMode="auto">
              <a:xfrm>
                <a:off x="4341" y="346"/>
                <a:ext cx="988" cy="246"/>
              </a:xfrm>
              <a:prstGeom prst="wedgeRoundRectCallout">
                <a:avLst>
                  <a:gd name="adj1" fmla="val -70042"/>
                  <a:gd name="adj2" fmla="val 145528"/>
                  <a:gd name="adj3" fmla="val 16667"/>
                </a:avLst>
              </a:prstGeom>
              <a:solidFill>
                <a:srgbClr val="FFFF99"/>
              </a:solidFill>
              <a:ln w="12700">
                <a:solidFill>
                  <a:schemeClr val="tx1"/>
                </a:solidFill>
                <a:miter lim="800000"/>
                <a:headEnd/>
                <a:tailEnd/>
              </a:ln>
            </p:spPr>
            <p:txBody>
              <a:bodyPr/>
              <a:lstStyle/>
              <a:p>
                <a:pPr algn="ctr" defTabSz="907085"/>
                <a:endParaRPr kumimoji="1" lang="zh-CN" altLang="en-US" sz="2400" b="1">
                  <a:solidFill>
                    <a:srgbClr val="333399"/>
                  </a:solidFill>
                  <a:ea typeface="黑体" pitchFamily="49" charset="-122"/>
                </a:endParaRPr>
              </a:p>
            </p:txBody>
          </p:sp>
          <p:sp>
            <p:nvSpPr>
              <p:cNvPr id="57373" name="Text Box 28"/>
              <p:cNvSpPr txBox="1">
                <a:spLocks noChangeArrowheads="1"/>
              </p:cNvSpPr>
              <p:nvPr/>
            </p:nvSpPr>
            <p:spPr bwMode="auto">
              <a:xfrm>
                <a:off x="4286" y="336"/>
                <a:ext cx="89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defRPr sz="1600" b="1">
                    <a:solidFill>
                      <a:srgbClr val="1C1C1C"/>
                    </a:solidFill>
                    <a:latin typeface="黑体" pitchFamily="49" charset="-122"/>
                    <a:ea typeface="黑体" pitchFamily="49" charset="-122"/>
                  </a:defRPr>
                </a:lvl1pPr>
                <a:lvl2pPr marL="742950" indent="-285750" defTabSz="762000">
                  <a:defRPr sz="1600">
                    <a:solidFill>
                      <a:srgbClr val="1C1C1C"/>
                    </a:solidFill>
                    <a:latin typeface="黑体" pitchFamily="49" charset="-122"/>
                    <a:ea typeface="黑体" pitchFamily="49" charset="-122"/>
                  </a:defRPr>
                </a:lvl2pPr>
                <a:lvl3pPr marL="1143000" indent="-228600" defTabSz="762000">
                  <a:defRPr sz="1600">
                    <a:solidFill>
                      <a:srgbClr val="1C1C1C"/>
                    </a:solidFill>
                    <a:latin typeface="黑体" pitchFamily="49" charset="-122"/>
                    <a:ea typeface="黑体" pitchFamily="49" charset="-122"/>
                  </a:defRPr>
                </a:lvl3pPr>
                <a:lvl4pPr marL="1600200" indent="-228600" defTabSz="762000">
                  <a:defRPr sz="1600">
                    <a:solidFill>
                      <a:srgbClr val="1C1C1C"/>
                    </a:solidFill>
                    <a:latin typeface="黑体" pitchFamily="49" charset="-122"/>
                    <a:ea typeface="黑体" pitchFamily="49" charset="-122"/>
                  </a:defRPr>
                </a:lvl4pPr>
                <a:lvl5pPr marL="2057400" indent="-228600" defTabSz="762000">
                  <a:defRPr sz="1600">
                    <a:solidFill>
                      <a:srgbClr val="1C1C1C"/>
                    </a:solidFill>
                    <a:latin typeface="黑体" pitchFamily="49" charset="-122"/>
                    <a:ea typeface="黑体" pitchFamily="49" charset="-122"/>
                  </a:defRPr>
                </a:lvl5pPr>
                <a:lvl6pPr marL="2514600" indent="-228600" defTabSz="762000" eaLnBrk="0" hangingPunct="0">
                  <a:defRPr sz="1600">
                    <a:solidFill>
                      <a:srgbClr val="1C1C1C"/>
                    </a:solidFill>
                    <a:latin typeface="黑体" pitchFamily="49" charset="-122"/>
                    <a:ea typeface="黑体" pitchFamily="49" charset="-122"/>
                  </a:defRPr>
                </a:lvl6pPr>
                <a:lvl7pPr marL="2971800" indent="-228600" defTabSz="762000" eaLnBrk="0" hangingPunct="0">
                  <a:defRPr sz="1600">
                    <a:solidFill>
                      <a:srgbClr val="1C1C1C"/>
                    </a:solidFill>
                    <a:latin typeface="黑体" pitchFamily="49" charset="-122"/>
                    <a:ea typeface="黑体" pitchFamily="49" charset="-122"/>
                  </a:defRPr>
                </a:lvl7pPr>
                <a:lvl8pPr marL="3429000" indent="-228600" defTabSz="762000" eaLnBrk="0" hangingPunct="0">
                  <a:defRPr sz="1600">
                    <a:solidFill>
                      <a:srgbClr val="1C1C1C"/>
                    </a:solidFill>
                    <a:latin typeface="黑体" pitchFamily="49" charset="-122"/>
                    <a:ea typeface="黑体" pitchFamily="49" charset="-122"/>
                  </a:defRPr>
                </a:lvl8pPr>
                <a:lvl9pPr marL="3886200" indent="-228600" defTabSz="762000" eaLnBrk="0" hangingPunct="0">
                  <a:defRPr sz="1600">
                    <a:solidFill>
                      <a:srgbClr val="1C1C1C"/>
                    </a:solidFill>
                    <a:latin typeface="黑体" pitchFamily="49" charset="-122"/>
                    <a:ea typeface="黑体" pitchFamily="49" charset="-122"/>
                  </a:defRPr>
                </a:lvl9pPr>
              </a:lstStyle>
              <a:p>
                <a:r>
                  <a:rPr kumimoji="1" lang="zh-CN" altLang="en-US" sz="2400">
                    <a:solidFill>
                      <a:srgbClr val="333399"/>
                    </a:solidFill>
                    <a:latin typeface="Arial" charset="0"/>
                  </a:rPr>
                  <a:t>  </a:t>
                </a:r>
                <a:r>
                  <a:rPr kumimoji="1" lang="en-US" altLang="zh-CN" sz="2400">
                    <a:solidFill>
                      <a:srgbClr val="333399"/>
                    </a:solidFill>
                    <a:latin typeface="Arial" charset="0"/>
                  </a:rPr>
                  <a:t>B </a:t>
                </a:r>
                <a:r>
                  <a:rPr kumimoji="1" lang="zh-CN" altLang="en-US" sz="2400">
                    <a:solidFill>
                      <a:srgbClr val="333399"/>
                    </a:solidFill>
                    <a:latin typeface="Arial" charset="0"/>
                  </a:rPr>
                  <a:t>发送数据</a:t>
                </a:r>
              </a:p>
            </p:txBody>
          </p:sp>
        </p:grpSp>
      </p:grpSp>
      <p:grpSp>
        <p:nvGrpSpPr>
          <p:cNvPr id="8" name="Group 29"/>
          <p:cNvGrpSpPr>
            <a:grpSpLocks/>
          </p:cNvGrpSpPr>
          <p:nvPr/>
        </p:nvGrpSpPr>
        <p:grpSpPr bwMode="auto">
          <a:xfrm>
            <a:off x="5422196" y="3603422"/>
            <a:ext cx="4852886" cy="1057520"/>
            <a:chOff x="2562" y="865"/>
            <a:chExt cx="2293" cy="666"/>
          </a:xfrm>
        </p:grpSpPr>
        <p:grpSp>
          <p:nvGrpSpPr>
            <p:cNvPr id="57365" name="Group 30"/>
            <p:cNvGrpSpPr>
              <a:grpSpLocks/>
            </p:cNvGrpSpPr>
            <p:nvPr/>
          </p:nvGrpSpPr>
          <p:grpSpPr bwMode="auto">
            <a:xfrm>
              <a:off x="2562" y="1240"/>
              <a:ext cx="1546" cy="291"/>
              <a:chOff x="2562" y="1240"/>
              <a:chExt cx="1546" cy="291"/>
            </a:xfrm>
          </p:grpSpPr>
          <p:sp>
            <p:nvSpPr>
              <p:cNvPr id="57368" name="AutoShape 31"/>
              <p:cNvSpPr>
                <a:spLocks noChangeArrowheads="1"/>
              </p:cNvSpPr>
              <p:nvPr/>
            </p:nvSpPr>
            <p:spPr bwMode="auto">
              <a:xfrm>
                <a:off x="2562" y="1253"/>
                <a:ext cx="1407" cy="246"/>
              </a:xfrm>
              <a:prstGeom prst="wedgeRoundRectCallout">
                <a:avLst>
                  <a:gd name="adj1" fmla="val 61231"/>
                  <a:gd name="adj2" fmla="val -165449"/>
                  <a:gd name="adj3" fmla="val 16667"/>
                </a:avLst>
              </a:prstGeom>
              <a:solidFill>
                <a:srgbClr val="FFFF99"/>
              </a:solidFill>
              <a:ln w="12700">
                <a:solidFill>
                  <a:schemeClr val="tx1"/>
                </a:solidFill>
                <a:miter lim="800000"/>
                <a:headEnd/>
                <a:tailEnd/>
              </a:ln>
            </p:spPr>
            <p:txBody>
              <a:bodyPr/>
              <a:lstStyle/>
              <a:p>
                <a:pPr algn="ctr" defTabSz="907085"/>
                <a:endParaRPr kumimoji="1" lang="zh-CN" altLang="en-US" sz="2400" b="1">
                  <a:solidFill>
                    <a:srgbClr val="333399"/>
                  </a:solidFill>
                  <a:ea typeface="黑体" pitchFamily="49" charset="-122"/>
                </a:endParaRPr>
              </a:p>
            </p:txBody>
          </p:sp>
          <p:sp>
            <p:nvSpPr>
              <p:cNvPr id="57369" name="Text Box 32"/>
              <p:cNvSpPr txBox="1">
                <a:spLocks noChangeArrowheads="1"/>
              </p:cNvSpPr>
              <p:nvPr/>
            </p:nvSpPr>
            <p:spPr bwMode="auto">
              <a:xfrm>
                <a:off x="2562" y="1240"/>
                <a:ext cx="154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defRPr sz="1600" b="1">
                    <a:solidFill>
                      <a:srgbClr val="1C1C1C"/>
                    </a:solidFill>
                    <a:latin typeface="黑体" pitchFamily="49" charset="-122"/>
                    <a:ea typeface="黑体" pitchFamily="49" charset="-122"/>
                  </a:defRPr>
                </a:lvl1pPr>
                <a:lvl2pPr marL="742950" indent="-285750" defTabSz="762000">
                  <a:defRPr sz="1600">
                    <a:solidFill>
                      <a:srgbClr val="1C1C1C"/>
                    </a:solidFill>
                    <a:latin typeface="黑体" pitchFamily="49" charset="-122"/>
                    <a:ea typeface="黑体" pitchFamily="49" charset="-122"/>
                  </a:defRPr>
                </a:lvl2pPr>
                <a:lvl3pPr marL="1143000" indent="-228600" defTabSz="762000">
                  <a:defRPr sz="1600">
                    <a:solidFill>
                      <a:srgbClr val="1C1C1C"/>
                    </a:solidFill>
                    <a:latin typeface="黑体" pitchFamily="49" charset="-122"/>
                    <a:ea typeface="黑体" pitchFamily="49" charset="-122"/>
                  </a:defRPr>
                </a:lvl3pPr>
                <a:lvl4pPr marL="1600200" indent="-228600" defTabSz="762000">
                  <a:defRPr sz="1600">
                    <a:solidFill>
                      <a:srgbClr val="1C1C1C"/>
                    </a:solidFill>
                    <a:latin typeface="黑体" pitchFamily="49" charset="-122"/>
                    <a:ea typeface="黑体" pitchFamily="49" charset="-122"/>
                  </a:defRPr>
                </a:lvl4pPr>
                <a:lvl5pPr marL="2057400" indent="-228600" defTabSz="762000">
                  <a:defRPr sz="1600">
                    <a:solidFill>
                      <a:srgbClr val="1C1C1C"/>
                    </a:solidFill>
                    <a:latin typeface="黑体" pitchFamily="49" charset="-122"/>
                    <a:ea typeface="黑体" pitchFamily="49" charset="-122"/>
                  </a:defRPr>
                </a:lvl5pPr>
                <a:lvl6pPr marL="2514600" indent="-228600" defTabSz="762000" eaLnBrk="0" hangingPunct="0">
                  <a:defRPr sz="1600">
                    <a:solidFill>
                      <a:srgbClr val="1C1C1C"/>
                    </a:solidFill>
                    <a:latin typeface="黑体" pitchFamily="49" charset="-122"/>
                    <a:ea typeface="黑体" pitchFamily="49" charset="-122"/>
                  </a:defRPr>
                </a:lvl6pPr>
                <a:lvl7pPr marL="2971800" indent="-228600" defTabSz="762000" eaLnBrk="0" hangingPunct="0">
                  <a:defRPr sz="1600">
                    <a:solidFill>
                      <a:srgbClr val="1C1C1C"/>
                    </a:solidFill>
                    <a:latin typeface="黑体" pitchFamily="49" charset="-122"/>
                    <a:ea typeface="黑体" pitchFamily="49" charset="-122"/>
                  </a:defRPr>
                </a:lvl7pPr>
                <a:lvl8pPr marL="3429000" indent="-228600" defTabSz="762000" eaLnBrk="0" hangingPunct="0">
                  <a:defRPr sz="1600">
                    <a:solidFill>
                      <a:srgbClr val="1C1C1C"/>
                    </a:solidFill>
                    <a:latin typeface="黑体" pitchFamily="49" charset="-122"/>
                    <a:ea typeface="黑体" pitchFamily="49" charset="-122"/>
                  </a:defRPr>
                </a:lvl8pPr>
                <a:lvl9pPr marL="3886200" indent="-228600" defTabSz="762000" eaLnBrk="0" hangingPunct="0">
                  <a:defRPr sz="1600">
                    <a:solidFill>
                      <a:srgbClr val="1C1C1C"/>
                    </a:solidFill>
                    <a:latin typeface="黑体" pitchFamily="49" charset="-122"/>
                    <a:ea typeface="黑体" pitchFamily="49" charset="-122"/>
                  </a:defRPr>
                </a:lvl9pPr>
              </a:lstStyle>
              <a:p>
                <a:r>
                  <a:rPr kumimoji="1" lang="en-US" altLang="zh-CN" sz="2400">
                    <a:solidFill>
                      <a:srgbClr val="333399"/>
                    </a:solidFill>
                    <a:latin typeface="Arial" charset="0"/>
                  </a:rPr>
                  <a:t>B </a:t>
                </a:r>
                <a:r>
                  <a:rPr kumimoji="1" lang="zh-CN" altLang="en-US" sz="2400">
                    <a:solidFill>
                      <a:srgbClr val="333399"/>
                    </a:solidFill>
                    <a:latin typeface="Arial" charset="0"/>
                  </a:rPr>
                  <a:t>检测到发生碰撞</a:t>
                </a:r>
              </a:p>
            </p:txBody>
          </p:sp>
        </p:grpSp>
        <p:sp>
          <p:nvSpPr>
            <p:cNvPr id="57366" name="Line 33"/>
            <p:cNvSpPr>
              <a:spLocks noChangeShapeType="1"/>
            </p:cNvSpPr>
            <p:nvPr/>
          </p:nvSpPr>
          <p:spPr bwMode="auto">
            <a:xfrm flipH="1">
              <a:off x="4167" y="964"/>
              <a:ext cx="261"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57367" name="Text Box 34"/>
            <p:cNvSpPr txBox="1">
              <a:spLocks noChangeArrowheads="1"/>
            </p:cNvSpPr>
            <p:nvPr/>
          </p:nvSpPr>
          <p:spPr bwMode="auto">
            <a:xfrm>
              <a:off x="4410" y="865"/>
              <a:ext cx="44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defRPr sz="1600" b="1">
                  <a:solidFill>
                    <a:srgbClr val="1C1C1C"/>
                  </a:solidFill>
                  <a:latin typeface="黑体" pitchFamily="49" charset="-122"/>
                  <a:ea typeface="黑体" pitchFamily="49" charset="-122"/>
                </a:defRPr>
              </a:lvl1pPr>
              <a:lvl2pPr marL="742950" indent="-285750" defTabSz="762000">
                <a:defRPr sz="1600">
                  <a:solidFill>
                    <a:srgbClr val="1C1C1C"/>
                  </a:solidFill>
                  <a:latin typeface="黑体" pitchFamily="49" charset="-122"/>
                  <a:ea typeface="黑体" pitchFamily="49" charset="-122"/>
                </a:defRPr>
              </a:lvl2pPr>
              <a:lvl3pPr marL="1143000" indent="-228600" defTabSz="762000">
                <a:defRPr sz="1600">
                  <a:solidFill>
                    <a:srgbClr val="1C1C1C"/>
                  </a:solidFill>
                  <a:latin typeface="黑体" pitchFamily="49" charset="-122"/>
                  <a:ea typeface="黑体" pitchFamily="49" charset="-122"/>
                </a:defRPr>
              </a:lvl3pPr>
              <a:lvl4pPr marL="1600200" indent="-228600" defTabSz="762000">
                <a:defRPr sz="1600">
                  <a:solidFill>
                    <a:srgbClr val="1C1C1C"/>
                  </a:solidFill>
                  <a:latin typeface="黑体" pitchFamily="49" charset="-122"/>
                  <a:ea typeface="黑体" pitchFamily="49" charset="-122"/>
                </a:defRPr>
              </a:lvl4pPr>
              <a:lvl5pPr marL="2057400" indent="-228600" defTabSz="762000">
                <a:defRPr sz="1600">
                  <a:solidFill>
                    <a:srgbClr val="1C1C1C"/>
                  </a:solidFill>
                  <a:latin typeface="黑体" pitchFamily="49" charset="-122"/>
                  <a:ea typeface="黑体" pitchFamily="49" charset="-122"/>
                </a:defRPr>
              </a:lvl5pPr>
              <a:lvl6pPr marL="2514600" indent="-228600" defTabSz="762000" eaLnBrk="0" hangingPunct="0">
                <a:defRPr sz="1600">
                  <a:solidFill>
                    <a:srgbClr val="1C1C1C"/>
                  </a:solidFill>
                  <a:latin typeface="黑体" pitchFamily="49" charset="-122"/>
                  <a:ea typeface="黑体" pitchFamily="49" charset="-122"/>
                </a:defRPr>
              </a:lvl6pPr>
              <a:lvl7pPr marL="2971800" indent="-228600" defTabSz="762000" eaLnBrk="0" hangingPunct="0">
                <a:defRPr sz="1600">
                  <a:solidFill>
                    <a:srgbClr val="1C1C1C"/>
                  </a:solidFill>
                  <a:latin typeface="黑体" pitchFamily="49" charset="-122"/>
                  <a:ea typeface="黑体" pitchFamily="49" charset="-122"/>
                </a:defRPr>
              </a:lvl7pPr>
              <a:lvl8pPr marL="3429000" indent="-228600" defTabSz="762000" eaLnBrk="0" hangingPunct="0">
                <a:defRPr sz="1600">
                  <a:solidFill>
                    <a:srgbClr val="1C1C1C"/>
                  </a:solidFill>
                  <a:latin typeface="黑体" pitchFamily="49" charset="-122"/>
                  <a:ea typeface="黑体" pitchFamily="49" charset="-122"/>
                </a:defRPr>
              </a:lvl8pPr>
              <a:lvl9pPr marL="3886200" indent="-228600" defTabSz="762000" eaLnBrk="0" hangingPunct="0">
                <a:defRPr sz="1600">
                  <a:solidFill>
                    <a:srgbClr val="1C1C1C"/>
                  </a:solidFill>
                  <a:latin typeface="黑体" pitchFamily="49" charset="-122"/>
                  <a:ea typeface="黑体" pitchFamily="49" charset="-122"/>
                </a:defRPr>
              </a:lvl9pPr>
            </a:lstStyle>
            <a:p>
              <a:r>
                <a:rPr kumimoji="1" lang="zh-CN" altLang="en-US" sz="2400" i="1">
                  <a:solidFill>
                    <a:srgbClr val="333399"/>
                  </a:solidFill>
                  <a:latin typeface="Arial" charset="0"/>
                </a:rPr>
                <a:t>  </a:t>
              </a:r>
              <a:r>
                <a:rPr kumimoji="1" lang="en-US" altLang="zh-CN" sz="2400" i="1">
                  <a:solidFill>
                    <a:srgbClr val="333399"/>
                  </a:solidFill>
                  <a:latin typeface="Arial" charset="0"/>
                </a:rPr>
                <a:t>t</a:t>
              </a:r>
              <a:r>
                <a:rPr kumimoji="1" lang="en-US" altLang="zh-CN" sz="2400">
                  <a:solidFill>
                    <a:srgbClr val="333399"/>
                  </a:solidFill>
                  <a:latin typeface="Arial" charset="0"/>
                </a:rPr>
                <a:t> = </a:t>
              </a:r>
              <a:r>
                <a:rPr kumimoji="1" lang="en-US" altLang="zh-CN" sz="2400">
                  <a:solidFill>
                    <a:srgbClr val="333399"/>
                  </a:solidFill>
                  <a:latin typeface="Tahoma" pitchFamily="34" charset="0"/>
                  <a:ea typeface="宋体" pitchFamily="2" charset="-122"/>
                  <a:sym typeface="Symbol" pitchFamily="18" charset="2"/>
                </a:rPr>
                <a:t></a:t>
              </a:r>
            </a:p>
          </p:txBody>
        </p:sp>
      </p:grpSp>
      <p:sp>
        <p:nvSpPr>
          <p:cNvPr id="57361" name="Text Box 35"/>
          <p:cNvSpPr txBox="1">
            <a:spLocks noChangeArrowheads="1"/>
          </p:cNvSpPr>
          <p:nvPr/>
        </p:nvSpPr>
        <p:spPr bwMode="auto">
          <a:xfrm>
            <a:off x="1039149" y="2677696"/>
            <a:ext cx="843395" cy="47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spAutoFit/>
          </a:bodyPr>
          <a:lstStyle>
            <a:lvl1pPr defTabSz="762000">
              <a:defRPr sz="1600" b="1">
                <a:solidFill>
                  <a:srgbClr val="1C1C1C"/>
                </a:solidFill>
                <a:latin typeface="黑体" pitchFamily="49" charset="-122"/>
                <a:ea typeface="黑体" pitchFamily="49" charset="-122"/>
              </a:defRPr>
            </a:lvl1pPr>
            <a:lvl2pPr marL="742950" indent="-285750" defTabSz="762000">
              <a:defRPr sz="1600">
                <a:solidFill>
                  <a:srgbClr val="1C1C1C"/>
                </a:solidFill>
                <a:latin typeface="黑体" pitchFamily="49" charset="-122"/>
                <a:ea typeface="黑体" pitchFamily="49" charset="-122"/>
              </a:defRPr>
            </a:lvl2pPr>
            <a:lvl3pPr marL="1143000" indent="-228600" defTabSz="762000">
              <a:defRPr sz="1600">
                <a:solidFill>
                  <a:srgbClr val="1C1C1C"/>
                </a:solidFill>
                <a:latin typeface="黑体" pitchFamily="49" charset="-122"/>
                <a:ea typeface="黑体" pitchFamily="49" charset="-122"/>
              </a:defRPr>
            </a:lvl3pPr>
            <a:lvl4pPr marL="1600200" indent="-228600" defTabSz="762000">
              <a:defRPr sz="1600">
                <a:solidFill>
                  <a:srgbClr val="1C1C1C"/>
                </a:solidFill>
                <a:latin typeface="黑体" pitchFamily="49" charset="-122"/>
                <a:ea typeface="黑体" pitchFamily="49" charset="-122"/>
              </a:defRPr>
            </a:lvl4pPr>
            <a:lvl5pPr marL="2057400" indent="-228600" defTabSz="762000">
              <a:defRPr sz="1600">
                <a:solidFill>
                  <a:srgbClr val="1C1C1C"/>
                </a:solidFill>
                <a:latin typeface="黑体" pitchFamily="49" charset="-122"/>
                <a:ea typeface="黑体" pitchFamily="49" charset="-122"/>
              </a:defRPr>
            </a:lvl5pPr>
            <a:lvl6pPr marL="2514600" indent="-228600" defTabSz="762000" eaLnBrk="0" hangingPunct="0">
              <a:defRPr sz="1600">
                <a:solidFill>
                  <a:srgbClr val="1C1C1C"/>
                </a:solidFill>
                <a:latin typeface="黑体" pitchFamily="49" charset="-122"/>
                <a:ea typeface="黑体" pitchFamily="49" charset="-122"/>
              </a:defRPr>
            </a:lvl6pPr>
            <a:lvl7pPr marL="2971800" indent="-228600" defTabSz="762000" eaLnBrk="0" hangingPunct="0">
              <a:defRPr sz="1600">
                <a:solidFill>
                  <a:srgbClr val="1C1C1C"/>
                </a:solidFill>
                <a:latin typeface="黑体" pitchFamily="49" charset="-122"/>
                <a:ea typeface="黑体" pitchFamily="49" charset="-122"/>
              </a:defRPr>
            </a:lvl7pPr>
            <a:lvl8pPr marL="3429000" indent="-228600" defTabSz="762000" eaLnBrk="0" hangingPunct="0">
              <a:defRPr sz="1600">
                <a:solidFill>
                  <a:srgbClr val="1C1C1C"/>
                </a:solidFill>
                <a:latin typeface="黑体" pitchFamily="49" charset="-122"/>
                <a:ea typeface="黑体" pitchFamily="49" charset="-122"/>
              </a:defRPr>
            </a:lvl8pPr>
            <a:lvl9pPr marL="3886200" indent="-228600" defTabSz="762000" eaLnBrk="0" hangingPunct="0">
              <a:defRPr sz="1600">
                <a:solidFill>
                  <a:srgbClr val="1C1C1C"/>
                </a:solidFill>
                <a:latin typeface="黑体" pitchFamily="49" charset="-122"/>
                <a:ea typeface="黑体" pitchFamily="49" charset="-122"/>
              </a:defRPr>
            </a:lvl9pPr>
          </a:lstStyle>
          <a:p>
            <a:r>
              <a:rPr kumimoji="1" lang="en-US" altLang="zh-CN" sz="2400" i="1">
                <a:solidFill>
                  <a:srgbClr val="333399"/>
                </a:solidFill>
                <a:latin typeface="Arial" charset="0"/>
              </a:rPr>
              <a:t>t</a:t>
            </a:r>
            <a:r>
              <a:rPr kumimoji="1" lang="en-US" altLang="zh-CN" sz="2400">
                <a:solidFill>
                  <a:srgbClr val="333399"/>
                </a:solidFill>
                <a:latin typeface="Arial" charset="0"/>
              </a:rPr>
              <a:t> = 0</a:t>
            </a:r>
            <a:endParaRPr kumimoji="1" lang="en-US" altLang="zh-CN" sz="2400" baseline="30000">
              <a:solidFill>
                <a:srgbClr val="333399"/>
              </a:solidFill>
              <a:latin typeface="Arial" charset="0"/>
            </a:endParaRPr>
          </a:p>
        </p:txBody>
      </p:sp>
      <p:sp>
        <p:nvSpPr>
          <p:cNvPr id="57362" name="Line 36"/>
          <p:cNvSpPr>
            <a:spLocks noChangeShapeType="1"/>
          </p:cNvSpPr>
          <p:nvPr/>
        </p:nvSpPr>
        <p:spPr bwMode="auto">
          <a:xfrm>
            <a:off x="1932266" y="2882530"/>
            <a:ext cx="550262"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57363" name="Text Box 37"/>
          <p:cNvSpPr txBox="1">
            <a:spLocks noChangeArrowheads="1"/>
          </p:cNvSpPr>
          <p:nvPr/>
        </p:nvSpPr>
        <p:spPr bwMode="auto">
          <a:xfrm>
            <a:off x="9010607" y="4011505"/>
            <a:ext cx="2717305" cy="1002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algn="ctr" eaLnBrk="1" hangingPunct="1"/>
            <a:r>
              <a:rPr lang="zh-CN" altLang="en-US" sz="2900">
                <a:solidFill>
                  <a:srgbClr val="333399"/>
                </a:solidFill>
                <a:latin typeface="Arial" charset="0"/>
              </a:rPr>
              <a:t>单程端到端</a:t>
            </a:r>
          </a:p>
          <a:p>
            <a:pPr algn="ctr" eaLnBrk="1" hangingPunct="1"/>
            <a:r>
              <a:rPr lang="zh-CN" altLang="en-US" sz="2900">
                <a:solidFill>
                  <a:srgbClr val="333399"/>
                </a:solidFill>
                <a:latin typeface="Arial" charset="0"/>
              </a:rPr>
              <a:t>传播时延记为</a:t>
            </a:r>
            <a:r>
              <a:rPr lang="zh-CN" altLang="en-US" sz="2900" i="1">
                <a:solidFill>
                  <a:srgbClr val="333399"/>
                </a:solidFill>
                <a:latin typeface="Arial" charset="0"/>
                <a:sym typeface="Symbol" pitchFamily="18" charset="2"/>
              </a:rPr>
              <a:t></a:t>
            </a:r>
            <a:r>
              <a:rPr lang="zh-CN" altLang="en-US" sz="2900">
                <a:solidFill>
                  <a:srgbClr val="333399"/>
                </a:solidFill>
                <a:latin typeface="Arial" charset="0"/>
              </a:rPr>
              <a:t> </a:t>
            </a:r>
          </a:p>
        </p:txBody>
      </p:sp>
      <p:sp>
        <p:nvSpPr>
          <p:cNvPr id="39" name="Rectangle 3"/>
          <p:cNvSpPr>
            <a:spLocks noGrp="1" noChangeArrowheads="1"/>
          </p:cNvSpPr>
          <p:nvPr>
            <p:ph idx="1"/>
          </p:nvPr>
        </p:nvSpPr>
        <p:spPr>
          <a:xfrm>
            <a:off x="442800" y="1267199"/>
            <a:ext cx="11304000" cy="4896000"/>
          </a:xfrm>
        </p:spPr>
        <p:txBody>
          <a:bodyPr/>
          <a:lstStyle/>
          <a:p>
            <a:r>
              <a:rPr lang="zh-CN" altLang="en-US" b="1" kern="1200" dirty="0"/>
              <a:t>传播时延对载波监听的影响 </a:t>
            </a:r>
            <a:endParaRPr lang="zh-CN" altLang="en-US" sz="3200" b="1" kern="1200" dirty="0">
              <a:solidFill>
                <a:srgbClr val="4D4D4D"/>
              </a:solidFill>
            </a:endParaRPr>
          </a:p>
        </p:txBody>
      </p:sp>
    </p:spTree>
    <p:extLst>
      <p:ext uri="{BB962C8B-B14F-4D97-AF65-F5344CB8AC3E}">
        <p14:creationId xmlns:p14="http://schemas.microsoft.com/office/powerpoint/2010/main" val="3422105689"/>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4678"/>
                                        </p:tgtEl>
                                        <p:attrNameLst>
                                          <p:attrName>style.visibility</p:attrName>
                                        </p:attrNameLst>
                                      </p:cBhvr>
                                      <p:to>
                                        <p:strVal val="visible"/>
                                      </p:to>
                                    </p:set>
                                    <p:animEffect transition="in" filter="wipe(left)">
                                      <p:cBhvr>
                                        <p:cTn id="7" dur="5000"/>
                                        <p:tgtEl>
                                          <p:spTgt spid="284678"/>
                                        </p:tgtEl>
                                      </p:cBhvr>
                                    </p:animEffect>
                                  </p:childTnLst>
                                </p:cTn>
                              </p:par>
                              <p:par>
                                <p:cTn id="8" presetID="22" presetClass="entr" presetSubtype="2" fill="hold" grpId="0" nodeType="withEffect">
                                  <p:stCondLst>
                                    <p:cond delay="4000"/>
                                  </p:stCondLst>
                                  <p:childTnLst>
                                    <p:set>
                                      <p:cBhvr>
                                        <p:cTn id="9" dur="1" fill="hold">
                                          <p:stCondLst>
                                            <p:cond delay="0"/>
                                          </p:stCondLst>
                                        </p:cTn>
                                        <p:tgtEl>
                                          <p:spTgt spid="284684"/>
                                        </p:tgtEl>
                                        <p:attrNameLst>
                                          <p:attrName>style.visibility</p:attrName>
                                        </p:attrNameLst>
                                      </p:cBhvr>
                                      <p:to>
                                        <p:strVal val="visible"/>
                                      </p:to>
                                    </p:set>
                                    <p:animEffect transition="in" filter="wipe(right)">
                                      <p:cBhvr>
                                        <p:cTn id="10" dur="5000"/>
                                        <p:tgtEl>
                                          <p:spTgt spid="284684"/>
                                        </p:tgtEl>
                                      </p:cBhvr>
                                    </p:animEffect>
                                  </p:childTnLst>
                                </p:cTn>
                              </p:par>
                              <p:par>
                                <p:cTn id="11" presetID="1" presetClass="entr" presetSubtype="0" fill="hold" nodeType="withEffect">
                                  <p:stCondLst>
                                    <p:cond delay="400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450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nodeType="withEffect">
                                  <p:stCondLst>
                                    <p:cond delay="500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850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678" grpId="0" animBg="1"/>
      <p:bldP spid="28468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22" name="Rectangle 2"/>
          <p:cNvSpPr>
            <a:spLocks noChangeArrowheads="1"/>
          </p:cNvSpPr>
          <p:nvPr/>
        </p:nvSpPr>
        <p:spPr bwMode="auto">
          <a:xfrm>
            <a:off x="7068746" y="5430508"/>
            <a:ext cx="1525919" cy="142908"/>
          </a:xfrm>
          <a:prstGeom prst="rect">
            <a:avLst/>
          </a:prstGeom>
          <a:solidFill>
            <a:srgbClr val="996600"/>
          </a:solidFill>
          <a:ln w="12700">
            <a:solidFill>
              <a:schemeClr val="tx1"/>
            </a:solidFill>
            <a:miter lim="800000"/>
            <a:headEnd/>
            <a:tailEnd/>
          </a:ln>
        </p:spPr>
        <p:txBody>
          <a:bodyPr wrap="none" lIns="108850" tIns="54425" rIns="108850" bIns="54425" anchor="ctr"/>
          <a:lstStyle/>
          <a:p>
            <a:pPr eaLnBrk="1" hangingPunct="1"/>
            <a:endParaRPr lang="zh-CN" altLang="en-US" b="1"/>
          </a:p>
        </p:txBody>
      </p:sp>
      <p:sp>
        <p:nvSpPr>
          <p:cNvPr id="286723" name="Rectangle 3"/>
          <p:cNvSpPr>
            <a:spLocks noChangeArrowheads="1"/>
          </p:cNvSpPr>
          <p:nvPr/>
        </p:nvSpPr>
        <p:spPr bwMode="auto">
          <a:xfrm>
            <a:off x="2747077" y="5214558"/>
            <a:ext cx="5847589" cy="142908"/>
          </a:xfrm>
          <a:prstGeom prst="rect">
            <a:avLst/>
          </a:prstGeom>
          <a:solidFill>
            <a:schemeClr val="accent1"/>
          </a:solidFill>
          <a:ln w="12700">
            <a:solidFill>
              <a:schemeClr val="tx1"/>
            </a:solidFill>
            <a:miter lim="800000"/>
            <a:headEnd/>
            <a:tailEnd/>
          </a:ln>
        </p:spPr>
        <p:txBody>
          <a:bodyPr wrap="none" lIns="108850" tIns="54425" rIns="108850" bIns="54425" anchor="ctr"/>
          <a:lstStyle/>
          <a:p>
            <a:pPr eaLnBrk="1" hangingPunct="1"/>
            <a:endParaRPr lang="zh-CN" altLang="en-US" b="1"/>
          </a:p>
        </p:txBody>
      </p:sp>
      <p:sp>
        <p:nvSpPr>
          <p:cNvPr id="59396" name="Line 4"/>
          <p:cNvSpPr>
            <a:spLocks noChangeShapeType="1"/>
          </p:cNvSpPr>
          <p:nvPr/>
        </p:nvSpPr>
        <p:spPr bwMode="auto">
          <a:xfrm>
            <a:off x="2543902" y="652614"/>
            <a:ext cx="6213724" cy="0"/>
          </a:xfrm>
          <a:prstGeom prst="line">
            <a:avLst/>
          </a:prstGeom>
          <a:noFill/>
          <a:ln w="38100" cmpd="dbl">
            <a:solidFill>
              <a:srgbClr val="333399"/>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59397" name="Line 5"/>
          <p:cNvSpPr>
            <a:spLocks noChangeShapeType="1"/>
          </p:cNvSpPr>
          <p:nvPr/>
        </p:nvSpPr>
        <p:spPr bwMode="auto">
          <a:xfrm>
            <a:off x="2543902" y="333452"/>
            <a:ext cx="6230656" cy="0"/>
          </a:xfrm>
          <a:prstGeom prst="line">
            <a:avLst/>
          </a:prstGeom>
          <a:noFill/>
          <a:ln w="19050">
            <a:solidFill>
              <a:srgbClr val="333399"/>
            </a:solidFill>
            <a:round/>
            <a:headEnd type="triangle" w="med" len="med"/>
            <a:tailEnd type="triangle" w="sm" len="me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59398" name="Rectangle 6"/>
          <p:cNvSpPr>
            <a:spLocks noChangeArrowheads="1"/>
          </p:cNvSpPr>
          <p:nvPr/>
        </p:nvSpPr>
        <p:spPr bwMode="auto">
          <a:xfrm>
            <a:off x="5026430" y="154024"/>
            <a:ext cx="919653" cy="47619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2400" b="1">
                <a:solidFill>
                  <a:srgbClr val="333399"/>
                </a:solidFill>
                <a:ea typeface="黑体" pitchFamily="49" charset="-122"/>
              </a:rPr>
              <a:t>1 km</a:t>
            </a:r>
          </a:p>
        </p:txBody>
      </p:sp>
      <p:sp>
        <p:nvSpPr>
          <p:cNvPr id="59399" name="Line 7"/>
          <p:cNvSpPr>
            <a:spLocks noChangeShapeType="1"/>
          </p:cNvSpPr>
          <p:nvPr/>
        </p:nvSpPr>
        <p:spPr bwMode="auto">
          <a:xfrm>
            <a:off x="2529088" y="657378"/>
            <a:ext cx="0" cy="180858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59400" name="Line 8"/>
          <p:cNvSpPr>
            <a:spLocks noChangeShapeType="1"/>
          </p:cNvSpPr>
          <p:nvPr/>
        </p:nvSpPr>
        <p:spPr bwMode="auto">
          <a:xfrm>
            <a:off x="2535437" y="657378"/>
            <a:ext cx="6196793" cy="868564"/>
          </a:xfrm>
          <a:prstGeom prst="line">
            <a:avLst/>
          </a:prstGeom>
          <a:noFill/>
          <a:ln w="76200">
            <a:solidFill>
              <a:schemeClr val="accent1"/>
            </a:solidFill>
            <a:round/>
            <a:headEnd/>
            <a:tailEnd type="triangle" w="med" len="lg"/>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59401" name="Rectangle 9"/>
          <p:cNvSpPr>
            <a:spLocks noChangeArrowheads="1"/>
          </p:cNvSpPr>
          <p:nvPr/>
        </p:nvSpPr>
        <p:spPr bwMode="auto">
          <a:xfrm>
            <a:off x="2105678" y="156671"/>
            <a:ext cx="514094" cy="599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3200" b="1" dirty="0">
                <a:solidFill>
                  <a:srgbClr val="111111"/>
                </a:solidFill>
                <a:ea typeface="黑体" pitchFamily="49" charset="-122"/>
              </a:rPr>
              <a:t>A</a:t>
            </a:r>
          </a:p>
        </p:txBody>
      </p:sp>
      <p:sp>
        <p:nvSpPr>
          <p:cNvPr id="59402" name="Rectangle 10"/>
          <p:cNvSpPr>
            <a:spLocks noChangeArrowheads="1"/>
          </p:cNvSpPr>
          <p:nvPr/>
        </p:nvSpPr>
        <p:spPr bwMode="auto">
          <a:xfrm>
            <a:off x="8679186" y="160859"/>
            <a:ext cx="514094" cy="599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3200" b="1" dirty="0">
                <a:solidFill>
                  <a:srgbClr val="111111"/>
                </a:solidFill>
                <a:ea typeface="黑体" pitchFamily="49" charset="-122"/>
              </a:rPr>
              <a:t>B</a:t>
            </a:r>
          </a:p>
        </p:txBody>
      </p:sp>
      <p:sp>
        <p:nvSpPr>
          <p:cNvPr id="59403" name="Line 11"/>
          <p:cNvSpPr>
            <a:spLocks noChangeShapeType="1"/>
          </p:cNvSpPr>
          <p:nvPr/>
        </p:nvSpPr>
        <p:spPr bwMode="auto">
          <a:xfrm flipH="1">
            <a:off x="2372475" y="1000357"/>
            <a:ext cx="8466" cy="1090866"/>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59404" name="Rectangle 12"/>
          <p:cNvSpPr>
            <a:spLocks noChangeArrowheads="1"/>
          </p:cNvSpPr>
          <p:nvPr/>
        </p:nvSpPr>
        <p:spPr bwMode="auto">
          <a:xfrm>
            <a:off x="2080413" y="1332221"/>
            <a:ext cx="320130" cy="476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2400" b="1" i="1" dirty="0">
                <a:solidFill>
                  <a:srgbClr val="333399"/>
                </a:solidFill>
                <a:ea typeface="黑体" pitchFamily="49" charset="-122"/>
              </a:rPr>
              <a:t>t</a:t>
            </a:r>
          </a:p>
        </p:txBody>
      </p:sp>
      <p:sp>
        <p:nvSpPr>
          <p:cNvPr id="59405" name="Line 13"/>
          <p:cNvSpPr>
            <a:spLocks noChangeShapeType="1"/>
          </p:cNvSpPr>
          <p:nvPr/>
        </p:nvSpPr>
        <p:spPr bwMode="auto">
          <a:xfrm>
            <a:off x="8757627" y="646262"/>
            <a:ext cx="0" cy="1484656"/>
          </a:xfrm>
          <a:prstGeom prst="line">
            <a:avLst/>
          </a:prstGeom>
          <a:noFill/>
          <a:ln w="12700">
            <a:solidFill>
              <a:srgbClr val="333399"/>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59406" name="Line 14"/>
          <p:cNvSpPr>
            <a:spLocks noChangeShapeType="1"/>
          </p:cNvSpPr>
          <p:nvPr/>
        </p:nvSpPr>
        <p:spPr bwMode="auto">
          <a:xfrm flipH="1">
            <a:off x="2529089" y="1360803"/>
            <a:ext cx="6226423" cy="879679"/>
          </a:xfrm>
          <a:prstGeom prst="line">
            <a:avLst/>
          </a:prstGeom>
          <a:noFill/>
          <a:ln w="76200">
            <a:solidFill>
              <a:srgbClr val="996600"/>
            </a:solidFill>
            <a:round/>
            <a:headEnd/>
            <a:tailEnd type="triangle" w="sm" len="me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grpSp>
        <p:nvGrpSpPr>
          <p:cNvPr id="59407" name="Group 15"/>
          <p:cNvGrpSpPr>
            <a:grpSpLocks/>
          </p:cNvGrpSpPr>
          <p:nvPr/>
        </p:nvGrpSpPr>
        <p:grpSpPr bwMode="auto">
          <a:xfrm>
            <a:off x="7119540" y="652614"/>
            <a:ext cx="1286766" cy="793934"/>
            <a:chOff x="3364" y="411"/>
            <a:chExt cx="608" cy="500"/>
          </a:xfrm>
        </p:grpSpPr>
        <p:sp>
          <p:nvSpPr>
            <p:cNvPr id="59467" name="Line 16"/>
            <p:cNvSpPr>
              <a:spLocks noChangeShapeType="1"/>
            </p:cNvSpPr>
            <p:nvPr/>
          </p:nvSpPr>
          <p:spPr bwMode="auto">
            <a:xfrm>
              <a:off x="3755" y="728"/>
              <a:ext cx="112" cy="183"/>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59468" name="AutoShape 17"/>
            <p:cNvSpPr>
              <a:spLocks noChangeArrowheads="1"/>
            </p:cNvSpPr>
            <p:nvPr/>
          </p:nvSpPr>
          <p:spPr bwMode="auto">
            <a:xfrm>
              <a:off x="3364" y="411"/>
              <a:ext cx="608" cy="454"/>
            </a:xfrm>
            <a:prstGeom prst="irregularSeal1">
              <a:avLst/>
            </a:prstGeom>
            <a:solidFill>
              <a:srgbClr val="FFCCFF"/>
            </a:solidFill>
            <a:ln w="12700">
              <a:solidFill>
                <a:srgbClr val="FFCCFF"/>
              </a:solidFill>
              <a:miter lim="800000"/>
              <a:headEnd/>
              <a:tailEnd/>
            </a:ln>
            <a:effectLst>
              <a:outerShdw dist="35921" dir="2700000" algn="ctr" rotWithShape="0">
                <a:schemeClr val="bg2"/>
              </a:outerShdw>
            </a:effectLst>
          </p:spPr>
          <p:txBody>
            <a:bodyPr wrap="none" anchor="ctr"/>
            <a:lstStyle/>
            <a:p>
              <a:pPr algn="ctr" defTabSz="907085"/>
              <a:r>
                <a:rPr kumimoji="1" lang="zh-CN" altLang="en-US" sz="2400" b="1">
                  <a:solidFill>
                    <a:srgbClr val="333399"/>
                  </a:solidFill>
                  <a:ea typeface="黑体" pitchFamily="49" charset="-122"/>
                </a:rPr>
                <a:t>碰撞</a:t>
              </a:r>
            </a:p>
          </p:txBody>
        </p:sp>
      </p:grpSp>
      <p:sp>
        <p:nvSpPr>
          <p:cNvPr id="286738" name="Text Box 18"/>
          <p:cNvSpPr txBox="1">
            <a:spLocks noChangeArrowheads="1"/>
          </p:cNvSpPr>
          <p:nvPr/>
        </p:nvSpPr>
        <p:spPr bwMode="auto">
          <a:xfrm>
            <a:off x="9168207" y="3275772"/>
            <a:ext cx="2693260" cy="1107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spAutoFit/>
          </a:bodyPr>
          <a:lstStyle>
            <a:lvl1pPr defTabSz="762000">
              <a:defRPr sz="1600" b="1">
                <a:solidFill>
                  <a:srgbClr val="1C1C1C"/>
                </a:solidFill>
                <a:latin typeface="黑体" pitchFamily="49" charset="-122"/>
                <a:ea typeface="黑体" pitchFamily="49" charset="-122"/>
              </a:defRPr>
            </a:lvl1pPr>
            <a:lvl2pPr marL="742950" indent="-285750" defTabSz="762000">
              <a:defRPr sz="1600">
                <a:solidFill>
                  <a:srgbClr val="1C1C1C"/>
                </a:solidFill>
                <a:latin typeface="黑体" pitchFamily="49" charset="-122"/>
                <a:ea typeface="黑体" pitchFamily="49" charset="-122"/>
              </a:defRPr>
            </a:lvl2pPr>
            <a:lvl3pPr marL="1143000" indent="-228600" defTabSz="762000">
              <a:defRPr sz="1600">
                <a:solidFill>
                  <a:srgbClr val="1C1C1C"/>
                </a:solidFill>
                <a:latin typeface="黑体" pitchFamily="49" charset="-122"/>
                <a:ea typeface="黑体" pitchFamily="49" charset="-122"/>
              </a:defRPr>
            </a:lvl3pPr>
            <a:lvl4pPr marL="1600200" indent="-228600" defTabSz="762000">
              <a:defRPr sz="1600">
                <a:solidFill>
                  <a:srgbClr val="1C1C1C"/>
                </a:solidFill>
                <a:latin typeface="黑体" pitchFamily="49" charset="-122"/>
                <a:ea typeface="黑体" pitchFamily="49" charset="-122"/>
              </a:defRPr>
            </a:lvl4pPr>
            <a:lvl5pPr marL="2057400" indent="-228600" defTabSz="762000">
              <a:defRPr sz="1600">
                <a:solidFill>
                  <a:srgbClr val="1C1C1C"/>
                </a:solidFill>
                <a:latin typeface="黑体" pitchFamily="49" charset="-122"/>
                <a:ea typeface="黑体" pitchFamily="49" charset="-122"/>
              </a:defRPr>
            </a:lvl5pPr>
            <a:lvl6pPr marL="2514600" indent="-228600" defTabSz="762000" eaLnBrk="0" hangingPunct="0">
              <a:defRPr sz="1600">
                <a:solidFill>
                  <a:srgbClr val="1C1C1C"/>
                </a:solidFill>
                <a:latin typeface="黑体" pitchFamily="49" charset="-122"/>
                <a:ea typeface="黑体" pitchFamily="49" charset="-122"/>
              </a:defRPr>
            </a:lvl6pPr>
            <a:lvl7pPr marL="2971800" indent="-228600" defTabSz="762000" eaLnBrk="0" hangingPunct="0">
              <a:defRPr sz="1600">
                <a:solidFill>
                  <a:srgbClr val="1C1C1C"/>
                </a:solidFill>
                <a:latin typeface="黑体" pitchFamily="49" charset="-122"/>
                <a:ea typeface="黑体" pitchFamily="49" charset="-122"/>
              </a:defRPr>
            </a:lvl7pPr>
            <a:lvl8pPr marL="3429000" indent="-228600" defTabSz="762000" eaLnBrk="0" hangingPunct="0">
              <a:defRPr sz="1600">
                <a:solidFill>
                  <a:srgbClr val="1C1C1C"/>
                </a:solidFill>
                <a:latin typeface="黑体" pitchFamily="49" charset="-122"/>
                <a:ea typeface="黑体" pitchFamily="49" charset="-122"/>
              </a:defRPr>
            </a:lvl8pPr>
            <a:lvl9pPr marL="3886200" indent="-228600" defTabSz="762000" eaLnBrk="0" hangingPunct="0">
              <a:defRPr sz="1600">
                <a:solidFill>
                  <a:srgbClr val="1C1C1C"/>
                </a:solidFill>
                <a:latin typeface="黑体" pitchFamily="49" charset="-122"/>
                <a:ea typeface="黑体" pitchFamily="49" charset="-122"/>
              </a:defRPr>
            </a:lvl9pPr>
          </a:lstStyle>
          <a:p>
            <a:pPr>
              <a:lnSpc>
                <a:spcPct val="90000"/>
              </a:lnSpc>
            </a:pPr>
            <a:r>
              <a:rPr kumimoji="1" lang="en-US" altLang="zh-CN" sz="2400" i="1" dirty="0">
                <a:solidFill>
                  <a:srgbClr val="333399"/>
                </a:solidFill>
                <a:latin typeface="Arial" charset="0"/>
              </a:rPr>
              <a:t>t</a:t>
            </a:r>
            <a:r>
              <a:rPr kumimoji="1" lang="en-US" altLang="zh-CN" sz="2400" dirty="0">
                <a:solidFill>
                  <a:srgbClr val="333399"/>
                </a:solidFill>
                <a:latin typeface="Arial" charset="0"/>
              </a:rPr>
              <a:t> = </a:t>
            </a:r>
            <a:r>
              <a:rPr kumimoji="1" lang="en-US" altLang="zh-CN" sz="2400" dirty="0">
                <a:solidFill>
                  <a:srgbClr val="333399"/>
                </a:solidFill>
                <a:latin typeface="Tahoma" pitchFamily="34" charset="0"/>
                <a:ea typeface="宋体" pitchFamily="2" charset="-122"/>
                <a:sym typeface="Symbol" pitchFamily="18" charset="2"/>
              </a:rPr>
              <a:t></a:t>
            </a:r>
            <a:r>
              <a:rPr kumimoji="1" lang="en-US" altLang="zh-CN" sz="2400" dirty="0">
                <a:solidFill>
                  <a:srgbClr val="333399"/>
                </a:solidFill>
                <a:latin typeface="Arial" charset="0"/>
              </a:rPr>
              <a:t> </a:t>
            </a:r>
            <a:r>
              <a:rPr kumimoji="1" lang="en-US" altLang="zh-CN" sz="2400" dirty="0">
                <a:solidFill>
                  <a:srgbClr val="333399"/>
                </a:solidFill>
                <a:latin typeface="Arial" charset="0"/>
                <a:sym typeface="Symbol" pitchFamily="18" charset="2"/>
              </a:rPr>
              <a:t> </a:t>
            </a:r>
            <a:endParaRPr kumimoji="1" lang="en-US" altLang="zh-CN" sz="2400" dirty="0">
              <a:solidFill>
                <a:srgbClr val="333399"/>
              </a:solidFill>
              <a:latin typeface="Arial" charset="0"/>
            </a:endParaRPr>
          </a:p>
          <a:p>
            <a:pPr>
              <a:lnSpc>
                <a:spcPct val="90000"/>
              </a:lnSpc>
            </a:pPr>
            <a:r>
              <a:rPr kumimoji="1" lang="en-US" altLang="zh-CN" sz="2400" dirty="0">
                <a:solidFill>
                  <a:srgbClr val="333399"/>
                </a:solidFill>
                <a:latin typeface="Arial" charset="0"/>
              </a:rPr>
              <a:t>B </a:t>
            </a:r>
            <a:r>
              <a:rPr kumimoji="1" lang="zh-CN" altLang="en-US" sz="2400" dirty="0">
                <a:solidFill>
                  <a:srgbClr val="333399"/>
                </a:solidFill>
                <a:latin typeface="Arial" charset="0"/>
              </a:rPr>
              <a:t>检测到信道空闲</a:t>
            </a:r>
          </a:p>
          <a:p>
            <a:pPr>
              <a:lnSpc>
                <a:spcPct val="90000"/>
              </a:lnSpc>
            </a:pPr>
            <a:r>
              <a:rPr kumimoji="1" lang="zh-CN" altLang="en-US" sz="2400" dirty="0">
                <a:solidFill>
                  <a:srgbClr val="333399"/>
                </a:solidFill>
                <a:latin typeface="Arial" charset="0"/>
              </a:rPr>
              <a:t>发送数据</a:t>
            </a:r>
          </a:p>
        </p:txBody>
      </p:sp>
      <p:sp>
        <p:nvSpPr>
          <p:cNvPr id="286739" name="Text Box 19"/>
          <p:cNvSpPr txBox="1">
            <a:spLocks noChangeArrowheads="1"/>
          </p:cNvSpPr>
          <p:nvPr/>
        </p:nvSpPr>
        <p:spPr bwMode="auto">
          <a:xfrm>
            <a:off x="9168206" y="4247546"/>
            <a:ext cx="1547112" cy="774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spAutoFit/>
          </a:bodyPr>
          <a:lstStyle>
            <a:lvl1pPr defTabSz="762000">
              <a:defRPr sz="1600" b="1">
                <a:solidFill>
                  <a:srgbClr val="1C1C1C"/>
                </a:solidFill>
                <a:latin typeface="黑体" pitchFamily="49" charset="-122"/>
                <a:ea typeface="黑体" pitchFamily="49" charset="-122"/>
              </a:defRPr>
            </a:lvl1pPr>
            <a:lvl2pPr marL="742950" indent="-285750" defTabSz="762000">
              <a:defRPr sz="1600">
                <a:solidFill>
                  <a:srgbClr val="1C1C1C"/>
                </a:solidFill>
                <a:latin typeface="黑体" pitchFamily="49" charset="-122"/>
                <a:ea typeface="黑体" pitchFamily="49" charset="-122"/>
              </a:defRPr>
            </a:lvl2pPr>
            <a:lvl3pPr marL="1143000" indent="-228600" defTabSz="762000">
              <a:defRPr sz="1600">
                <a:solidFill>
                  <a:srgbClr val="1C1C1C"/>
                </a:solidFill>
                <a:latin typeface="黑体" pitchFamily="49" charset="-122"/>
                <a:ea typeface="黑体" pitchFamily="49" charset="-122"/>
              </a:defRPr>
            </a:lvl3pPr>
            <a:lvl4pPr marL="1600200" indent="-228600" defTabSz="762000">
              <a:defRPr sz="1600">
                <a:solidFill>
                  <a:srgbClr val="1C1C1C"/>
                </a:solidFill>
                <a:latin typeface="黑体" pitchFamily="49" charset="-122"/>
                <a:ea typeface="黑体" pitchFamily="49" charset="-122"/>
              </a:defRPr>
            </a:lvl4pPr>
            <a:lvl5pPr marL="2057400" indent="-228600" defTabSz="762000">
              <a:defRPr sz="1600">
                <a:solidFill>
                  <a:srgbClr val="1C1C1C"/>
                </a:solidFill>
                <a:latin typeface="黑体" pitchFamily="49" charset="-122"/>
                <a:ea typeface="黑体" pitchFamily="49" charset="-122"/>
              </a:defRPr>
            </a:lvl5pPr>
            <a:lvl6pPr marL="2514600" indent="-228600" defTabSz="762000" eaLnBrk="0" hangingPunct="0">
              <a:defRPr sz="1600">
                <a:solidFill>
                  <a:srgbClr val="1C1C1C"/>
                </a:solidFill>
                <a:latin typeface="黑体" pitchFamily="49" charset="-122"/>
                <a:ea typeface="黑体" pitchFamily="49" charset="-122"/>
              </a:defRPr>
            </a:lvl6pPr>
            <a:lvl7pPr marL="2971800" indent="-228600" defTabSz="762000" eaLnBrk="0" hangingPunct="0">
              <a:defRPr sz="1600">
                <a:solidFill>
                  <a:srgbClr val="1C1C1C"/>
                </a:solidFill>
                <a:latin typeface="黑体" pitchFamily="49" charset="-122"/>
                <a:ea typeface="黑体" pitchFamily="49" charset="-122"/>
              </a:defRPr>
            </a:lvl7pPr>
            <a:lvl8pPr marL="3429000" indent="-228600" defTabSz="762000" eaLnBrk="0" hangingPunct="0">
              <a:defRPr sz="1600">
                <a:solidFill>
                  <a:srgbClr val="1C1C1C"/>
                </a:solidFill>
                <a:latin typeface="黑体" pitchFamily="49" charset="-122"/>
                <a:ea typeface="黑体" pitchFamily="49" charset="-122"/>
              </a:defRPr>
            </a:lvl8pPr>
            <a:lvl9pPr marL="3886200" indent="-228600" defTabSz="762000" eaLnBrk="0" hangingPunct="0">
              <a:defRPr sz="1600">
                <a:solidFill>
                  <a:srgbClr val="1C1C1C"/>
                </a:solidFill>
                <a:latin typeface="黑体" pitchFamily="49" charset="-122"/>
                <a:ea typeface="黑体" pitchFamily="49" charset="-122"/>
              </a:defRPr>
            </a:lvl9pPr>
          </a:lstStyle>
          <a:p>
            <a:pPr>
              <a:lnSpc>
                <a:spcPct val="90000"/>
              </a:lnSpc>
            </a:pPr>
            <a:r>
              <a:rPr kumimoji="1" lang="en-US" altLang="zh-CN" sz="2400" i="1" dirty="0">
                <a:solidFill>
                  <a:srgbClr val="333399"/>
                </a:solidFill>
                <a:latin typeface="Arial" charset="0"/>
              </a:rPr>
              <a:t>t</a:t>
            </a:r>
            <a:r>
              <a:rPr kumimoji="1" lang="en-US" altLang="zh-CN" sz="2400" dirty="0">
                <a:solidFill>
                  <a:srgbClr val="333399"/>
                </a:solidFill>
                <a:latin typeface="Arial" charset="0"/>
              </a:rPr>
              <a:t> = </a:t>
            </a:r>
            <a:r>
              <a:rPr kumimoji="1" lang="en-US" altLang="zh-CN" sz="2400" dirty="0">
                <a:solidFill>
                  <a:srgbClr val="333399"/>
                </a:solidFill>
                <a:latin typeface="Tahoma" pitchFamily="34" charset="0"/>
                <a:ea typeface="宋体" pitchFamily="2" charset="-122"/>
                <a:sym typeface="Symbol" pitchFamily="18" charset="2"/>
              </a:rPr>
              <a:t></a:t>
            </a:r>
            <a:r>
              <a:rPr kumimoji="1" lang="en-US" altLang="zh-CN" sz="2400" dirty="0">
                <a:solidFill>
                  <a:schemeClr val="tx1"/>
                </a:solidFill>
                <a:latin typeface="Tahoma" pitchFamily="34" charset="0"/>
                <a:ea typeface="宋体" pitchFamily="2" charset="-122"/>
              </a:rPr>
              <a:t> </a:t>
            </a:r>
            <a:r>
              <a:rPr kumimoji="1" lang="en-US" altLang="zh-CN" sz="2400" dirty="0">
                <a:solidFill>
                  <a:srgbClr val="333399"/>
                </a:solidFill>
                <a:latin typeface="Arial" charset="0"/>
                <a:sym typeface="Symbol" pitchFamily="18" charset="2"/>
              </a:rPr>
              <a:t> </a:t>
            </a:r>
            <a:r>
              <a:rPr kumimoji="1" lang="en-US" altLang="zh-CN" sz="2400" dirty="0" smtClean="0">
                <a:solidFill>
                  <a:srgbClr val="333399"/>
                </a:solidFill>
                <a:latin typeface="Arial" charset="0"/>
                <a:sym typeface="Symbol" pitchFamily="18" charset="2"/>
              </a:rPr>
              <a:t>/2</a:t>
            </a:r>
            <a:endParaRPr kumimoji="1" lang="en-US" altLang="zh-CN" sz="2400" baseline="30000" dirty="0">
              <a:solidFill>
                <a:srgbClr val="333399"/>
              </a:solidFill>
              <a:latin typeface="Arial" charset="0"/>
            </a:endParaRPr>
          </a:p>
          <a:p>
            <a:pPr>
              <a:lnSpc>
                <a:spcPct val="90000"/>
              </a:lnSpc>
            </a:pPr>
            <a:r>
              <a:rPr kumimoji="1" lang="zh-CN" altLang="en-US" sz="2400" dirty="0">
                <a:solidFill>
                  <a:srgbClr val="333399"/>
                </a:solidFill>
                <a:latin typeface="Arial" charset="0"/>
              </a:rPr>
              <a:t>发生碰撞</a:t>
            </a:r>
          </a:p>
        </p:txBody>
      </p:sp>
      <p:grpSp>
        <p:nvGrpSpPr>
          <p:cNvPr id="59410" name="Group 20"/>
          <p:cNvGrpSpPr>
            <a:grpSpLocks/>
          </p:cNvGrpSpPr>
          <p:nvPr/>
        </p:nvGrpSpPr>
        <p:grpSpPr bwMode="auto">
          <a:xfrm>
            <a:off x="334390" y="1197252"/>
            <a:ext cx="5280397" cy="1279822"/>
            <a:chOff x="158" y="754"/>
            <a:chExt cx="2495" cy="806"/>
          </a:xfrm>
        </p:grpSpPr>
        <p:sp>
          <p:nvSpPr>
            <p:cNvPr id="59462" name="Text Box 21"/>
            <p:cNvSpPr txBox="1">
              <a:spLocks noChangeArrowheads="1"/>
            </p:cNvSpPr>
            <p:nvPr/>
          </p:nvSpPr>
          <p:spPr bwMode="auto">
            <a:xfrm>
              <a:off x="158" y="1269"/>
              <a:ext cx="67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defRPr sz="1600" b="1">
                  <a:solidFill>
                    <a:srgbClr val="1C1C1C"/>
                  </a:solidFill>
                  <a:latin typeface="黑体" pitchFamily="49" charset="-122"/>
                  <a:ea typeface="黑体" pitchFamily="49" charset="-122"/>
                </a:defRPr>
              </a:lvl1pPr>
              <a:lvl2pPr marL="742950" indent="-285750" defTabSz="762000">
                <a:defRPr sz="1600">
                  <a:solidFill>
                    <a:srgbClr val="1C1C1C"/>
                  </a:solidFill>
                  <a:latin typeface="黑体" pitchFamily="49" charset="-122"/>
                  <a:ea typeface="黑体" pitchFamily="49" charset="-122"/>
                </a:defRPr>
              </a:lvl2pPr>
              <a:lvl3pPr marL="1143000" indent="-228600" defTabSz="762000">
                <a:defRPr sz="1600">
                  <a:solidFill>
                    <a:srgbClr val="1C1C1C"/>
                  </a:solidFill>
                  <a:latin typeface="黑体" pitchFamily="49" charset="-122"/>
                  <a:ea typeface="黑体" pitchFamily="49" charset="-122"/>
                </a:defRPr>
              </a:lvl3pPr>
              <a:lvl4pPr marL="1600200" indent="-228600" defTabSz="762000">
                <a:defRPr sz="1600">
                  <a:solidFill>
                    <a:srgbClr val="1C1C1C"/>
                  </a:solidFill>
                  <a:latin typeface="黑体" pitchFamily="49" charset="-122"/>
                  <a:ea typeface="黑体" pitchFamily="49" charset="-122"/>
                </a:defRPr>
              </a:lvl4pPr>
              <a:lvl5pPr marL="2057400" indent="-228600" defTabSz="762000">
                <a:defRPr sz="1600">
                  <a:solidFill>
                    <a:srgbClr val="1C1C1C"/>
                  </a:solidFill>
                  <a:latin typeface="黑体" pitchFamily="49" charset="-122"/>
                  <a:ea typeface="黑体" pitchFamily="49" charset="-122"/>
                </a:defRPr>
              </a:lvl5pPr>
              <a:lvl6pPr marL="2514600" indent="-228600" defTabSz="762000" eaLnBrk="0" hangingPunct="0">
                <a:defRPr sz="1600">
                  <a:solidFill>
                    <a:srgbClr val="1C1C1C"/>
                  </a:solidFill>
                  <a:latin typeface="黑体" pitchFamily="49" charset="-122"/>
                  <a:ea typeface="黑体" pitchFamily="49" charset="-122"/>
                </a:defRPr>
              </a:lvl6pPr>
              <a:lvl7pPr marL="2971800" indent="-228600" defTabSz="762000" eaLnBrk="0" hangingPunct="0">
                <a:defRPr sz="1600">
                  <a:solidFill>
                    <a:srgbClr val="1C1C1C"/>
                  </a:solidFill>
                  <a:latin typeface="黑体" pitchFamily="49" charset="-122"/>
                  <a:ea typeface="黑体" pitchFamily="49" charset="-122"/>
                </a:defRPr>
              </a:lvl7pPr>
              <a:lvl8pPr marL="3429000" indent="-228600" defTabSz="762000" eaLnBrk="0" hangingPunct="0">
                <a:defRPr sz="1600">
                  <a:solidFill>
                    <a:srgbClr val="1C1C1C"/>
                  </a:solidFill>
                  <a:latin typeface="黑体" pitchFamily="49" charset="-122"/>
                  <a:ea typeface="黑体" pitchFamily="49" charset="-122"/>
                </a:defRPr>
              </a:lvl8pPr>
              <a:lvl9pPr marL="3886200" indent="-228600" defTabSz="762000" eaLnBrk="0" hangingPunct="0">
                <a:defRPr sz="1600">
                  <a:solidFill>
                    <a:srgbClr val="1C1C1C"/>
                  </a:solidFill>
                  <a:latin typeface="黑体" pitchFamily="49" charset="-122"/>
                  <a:ea typeface="黑体" pitchFamily="49" charset="-122"/>
                </a:defRPr>
              </a:lvl9pPr>
            </a:lstStyle>
            <a:p>
              <a:r>
                <a:rPr kumimoji="1" lang="en-US" altLang="zh-CN" sz="2400" i="1" dirty="0">
                  <a:solidFill>
                    <a:srgbClr val="333399"/>
                  </a:solidFill>
                  <a:latin typeface="Arial" charset="0"/>
                </a:rPr>
                <a:t>t</a:t>
              </a:r>
              <a:r>
                <a:rPr kumimoji="1" lang="en-US" altLang="zh-CN" sz="2400" dirty="0">
                  <a:solidFill>
                    <a:srgbClr val="333399"/>
                  </a:solidFill>
                  <a:latin typeface="Arial" charset="0"/>
                </a:rPr>
                <a:t> = 2</a:t>
              </a:r>
              <a:r>
                <a:rPr kumimoji="1" lang="en-US" altLang="zh-CN" sz="2400" dirty="0">
                  <a:solidFill>
                    <a:srgbClr val="333399"/>
                  </a:solidFill>
                  <a:latin typeface="Arial" charset="0"/>
                  <a:sym typeface="Symbol" pitchFamily="18" charset="2"/>
                </a:rPr>
                <a:t></a:t>
              </a:r>
              <a:r>
                <a:rPr kumimoji="1" lang="en-US" altLang="zh-CN" sz="2400" dirty="0">
                  <a:solidFill>
                    <a:srgbClr val="333399"/>
                  </a:solidFill>
                  <a:latin typeface="Arial" charset="0"/>
                </a:rPr>
                <a:t> </a:t>
              </a:r>
              <a:r>
                <a:rPr kumimoji="1" lang="en-US" altLang="zh-CN" sz="2400" dirty="0">
                  <a:solidFill>
                    <a:srgbClr val="333399"/>
                  </a:solidFill>
                  <a:latin typeface="Arial" charset="0"/>
                  <a:sym typeface="Symbol" pitchFamily="18" charset="2"/>
                </a:rPr>
                <a:t> </a:t>
              </a:r>
            </a:p>
          </p:txBody>
        </p:sp>
        <p:sp>
          <p:nvSpPr>
            <p:cNvPr id="59463" name="Line 22"/>
            <p:cNvSpPr>
              <a:spLocks noChangeShapeType="1"/>
            </p:cNvSpPr>
            <p:nvPr/>
          </p:nvSpPr>
          <p:spPr bwMode="auto">
            <a:xfrm>
              <a:off x="913" y="1417"/>
              <a:ext cx="26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grpSp>
          <p:nvGrpSpPr>
            <p:cNvPr id="59464" name="Group 23"/>
            <p:cNvGrpSpPr>
              <a:grpSpLocks/>
            </p:cNvGrpSpPr>
            <p:nvPr/>
          </p:nvGrpSpPr>
          <p:grpSpPr bwMode="auto">
            <a:xfrm>
              <a:off x="1247" y="754"/>
              <a:ext cx="1406" cy="291"/>
              <a:chOff x="1247" y="754"/>
              <a:chExt cx="1406" cy="291"/>
            </a:xfrm>
          </p:grpSpPr>
          <p:sp>
            <p:nvSpPr>
              <p:cNvPr id="59465" name="AutoShape 24"/>
              <p:cNvSpPr>
                <a:spLocks noChangeArrowheads="1"/>
              </p:cNvSpPr>
              <p:nvPr/>
            </p:nvSpPr>
            <p:spPr bwMode="auto">
              <a:xfrm>
                <a:off x="1247" y="754"/>
                <a:ext cx="1406" cy="272"/>
              </a:xfrm>
              <a:prstGeom prst="wedgeRoundRectCallout">
                <a:avLst>
                  <a:gd name="adj1" fmla="val -52986"/>
                  <a:gd name="adj2" fmla="val 182352"/>
                  <a:gd name="adj3" fmla="val 16667"/>
                </a:avLst>
              </a:prstGeom>
              <a:solidFill>
                <a:srgbClr val="FFFF99"/>
              </a:solidFill>
              <a:ln w="12700">
                <a:solidFill>
                  <a:schemeClr val="tx1"/>
                </a:solidFill>
                <a:miter lim="800000"/>
                <a:headEnd/>
                <a:tailEnd/>
              </a:ln>
            </p:spPr>
            <p:txBody>
              <a:bodyPr/>
              <a:lstStyle/>
              <a:p>
                <a:pPr algn="ctr" defTabSz="907085"/>
                <a:endParaRPr kumimoji="1" lang="zh-CN" altLang="en-US" sz="2400" b="1">
                  <a:solidFill>
                    <a:srgbClr val="333399"/>
                  </a:solidFill>
                  <a:ea typeface="黑体" pitchFamily="49" charset="-122"/>
                </a:endParaRPr>
              </a:p>
            </p:txBody>
          </p:sp>
          <p:sp>
            <p:nvSpPr>
              <p:cNvPr id="59466" name="Text Box 25"/>
              <p:cNvSpPr txBox="1">
                <a:spLocks noChangeArrowheads="1"/>
              </p:cNvSpPr>
              <p:nvPr/>
            </p:nvSpPr>
            <p:spPr bwMode="auto">
              <a:xfrm>
                <a:off x="1247" y="754"/>
                <a:ext cx="138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defRPr sz="1600" b="1">
                    <a:solidFill>
                      <a:srgbClr val="1C1C1C"/>
                    </a:solidFill>
                    <a:latin typeface="黑体" pitchFamily="49" charset="-122"/>
                    <a:ea typeface="黑体" pitchFamily="49" charset="-122"/>
                  </a:defRPr>
                </a:lvl1pPr>
                <a:lvl2pPr marL="742950" indent="-285750" defTabSz="762000">
                  <a:defRPr sz="1600">
                    <a:solidFill>
                      <a:srgbClr val="1C1C1C"/>
                    </a:solidFill>
                    <a:latin typeface="黑体" pitchFamily="49" charset="-122"/>
                    <a:ea typeface="黑体" pitchFamily="49" charset="-122"/>
                  </a:defRPr>
                </a:lvl2pPr>
                <a:lvl3pPr marL="1143000" indent="-228600" defTabSz="762000">
                  <a:defRPr sz="1600">
                    <a:solidFill>
                      <a:srgbClr val="1C1C1C"/>
                    </a:solidFill>
                    <a:latin typeface="黑体" pitchFamily="49" charset="-122"/>
                    <a:ea typeface="黑体" pitchFamily="49" charset="-122"/>
                  </a:defRPr>
                </a:lvl3pPr>
                <a:lvl4pPr marL="1600200" indent="-228600" defTabSz="762000">
                  <a:defRPr sz="1600">
                    <a:solidFill>
                      <a:srgbClr val="1C1C1C"/>
                    </a:solidFill>
                    <a:latin typeface="黑体" pitchFamily="49" charset="-122"/>
                    <a:ea typeface="黑体" pitchFamily="49" charset="-122"/>
                  </a:defRPr>
                </a:lvl4pPr>
                <a:lvl5pPr marL="2057400" indent="-228600" defTabSz="762000">
                  <a:defRPr sz="1600">
                    <a:solidFill>
                      <a:srgbClr val="1C1C1C"/>
                    </a:solidFill>
                    <a:latin typeface="黑体" pitchFamily="49" charset="-122"/>
                    <a:ea typeface="黑体" pitchFamily="49" charset="-122"/>
                  </a:defRPr>
                </a:lvl5pPr>
                <a:lvl6pPr marL="2514600" indent="-228600" defTabSz="762000" eaLnBrk="0" hangingPunct="0">
                  <a:defRPr sz="1600">
                    <a:solidFill>
                      <a:srgbClr val="1C1C1C"/>
                    </a:solidFill>
                    <a:latin typeface="黑体" pitchFamily="49" charset="-122"/>
                    <a:ea typeface="黑体" pitchFamily="49" charset="-122"/>
                  </a:defRPr>
                </a:lvl6pPr>
                <a:lvl7pPr marL="2971800" indent="-228600" defTabSz="762000" eaLnBrk="0" hangingPunct="0">
                  <a:defRPr sz="1600">
                    <a:solidFill>
                      <a:srgbClr val="1C1C1C"/>
                    </a:solidFill>
                    <a:latin typeface="黑体" pitchFamily="49" charset="-122"/>
                    <a:ea typeface="黑体" pitchFamily="49" charset="-122"/>
                  </a:defRPr>
                </a:lvl7pPr>
                <a:lvl8pPr marL="3429000" indent="-228600" defTabSz="762000" eaLnBrk="0" hangingPunct="0">
                  <a:defRPr sz="1600">
                    <a:solidFill>
                      <a:srgbClr val="1C1C1C"/>
                    </a:solidFill>
                    <a:latin typeface="黑体" pitchFamily="49" charset="-122"/>
                    <a:ea typeface="黑体" pitchFamily="49" charset="-122"/>
                  </a:defRPr>
                </a:lvl8pPr>
                <a:lvl9pPr marL="3886200" indent="-228600" defTabSz="762000" eaLnBrk="0" hangingPunct="0">
                  <a:defRPr sz="1600">
                    <a:solidFill>
                      <a:srgbClr val="1C1C1C"/>
                    </a:solidFill>
                    <a:latin typeface="黑体" pitchFamily="49" charset="-122"/>
                    <a:ea typeface="黑体" pitchFamily="49" charset="-122"/>
                  </a:defRPr>
                </a:lvl9pPr>
              </a:lstStyle>
              <a:p>
                <a:r>
                  <a:rPr kumimoji="1" lang="en-US" altLang="zh-CN" sz="2400">
                    <a:solidFill>
                      <a:srgbClr val="333399"/>
                    </a:solidFill>
                    <a:latin typeface="Arial" charset="0"/>
                  </a:rPr>
                  <a:t>A </a:t>
                </a:r>
                <a:r>
                  <a:rPr kumimoji="1" lang="zh-CN" altLang="en-US" sz="2400">
                    <a:solidFill>
                      <a:srgbClr val="333399"/>
                    </a:solidFill>
                    <a:latin typeface="Arial" charset="0"/>
                  </a:rPr>
                  <a:t>检测到发生碰撞</a:t>
                </a:r>
              </a:p>
            </p:txBody>
          </p:sp>
        </p:grpSp>
      </p:grpSp>
      <p:grpSp>
        <p:nvGrpSpPr>
          <p:cNvPr id="59411" name="Group 26"/>
          <p:cNvGrpSpPr>
            <a:grpSpLocks/>
          </p:cNvGrpSpPr>
          <p:nvPr/>
        </p:nvGrpSpPr>
        <p:grpSpPr bwMode="auto">
          <a:xfrm>
            <a:off x="8819003" y="533524"/>
            <a:ext cx="2459247" cy="1035291"/>
            <a:chOff x="4167" y="336"/>
            <a:chExt cx="1162" cy="652"/>
          </a:xfrm>
        </p:grpSpPr>
        <p:grpSp>
          <p:nvGrpSpPr>
            <p:cNvPr id="59456" name="Group 27"/>
            <p:cNvGrpSpPr>
              <a:grpSpLocks/>
            </p:cNvGrpSpPr>
            <p:nvPr/>
          </p:nvGrpSpPr>
          <p:grpSpPr bwMode="auto">
            <a:xfrm>
              <a:off x="4167" y="697"/>
              <a:ext cx="948" cy="291"/>
              <a:chOff x="4167" y="697"/>
              <a:chExt cx="948" cy="291"/>
            </a:xfrm>
          </p:grpSpPr>
          <p:sp>
            <p:nvSpPr>
              <p:cNvPr id="59460" name="Line 28"/>
              <p:cNvSpPr>
                <a:spLocks noChangeShapeType="1"/>
              </p:cNvSpPr>
              <p:nvPr/>
            </p:nvSpPr>
            <p:spPr bwMode="auto">
              <a:xfrm flipH="1">
                <a:off x="4167" y="847"/>
                <a:ext cx="261"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59461" name="Text Box 29"/>
              <p:cNvSpPr txBox="1">
                <a:spLocks noChangeArrowheads="1"/>
              </p:cNvSpPr>
              <p:nvPr/>
            </p:nvSpPr>
            <p:spPr bwMode="auto">
              <a:xfrm>
                <a:off x="4411" y="697"/>
                <a:ext cx="70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defRPr sz="1600" b="1">
                    <a:solidFill>
                      <a:srgbClr val="1C1C1C"/>
                    </a:solidFill>
                    <a:latin typeface="黑体" pitchFamily="49" charset="-122"/>
                    <a:ea typeface="黑体" pitchFamily="49" charset="-122"/>
                  </a:defRPr>
                </a:lvl1pPr>
                <a:lvl2pPr marL="742950" indent="-285750" defTabSz="762000">
                  <a:defRPr sz="1600">
                    <a:solidFill>
                      <a:srgbClr val="1C1C1C"/>
                    </a:solidFill>
                    <a:latin typeface="黑体" pitchFamily="49" charset="-122"/>
                    <a:ea typeface="黑体" pitchFamily="49" charset="-122"/>
                  </a:defRPr>
                </a:lvl2pPr>
                <a:lvl3pPr marL="1143000" indent="-228600" defTabSz="762000">
                  <a:defRPr sz="1600">
                    <a:solidFill>
                      <a:srgbClr val="1C1C1C"/>
                    </a:solidFill>
                    <a:latin typeface="黑体" pitchFamily="49" charset="-122"/>
                    <a:ea typeface="黑体" pitchFamily="49" charset="-122"/>
                  </a:defRPr>
                </a:lvl3pPr>
                <a:lvl4pPr marL="1600200" indent="-228600" defTabSz="762000">
                  <a:defRPr sz="1600">
                    <a:solidFill>
                      <a:srgbClr val="1C1C1C"/>
                    </a:solidFill>
                    <a:latin typeface="黑体" pitchFamily="49" charset="-122"/>
                    <a:ea typeface="黑体" pitchFamily="49" charset="-122"/>
                  </a:defRPr>
                </a:lvl4pPr>
                <a:lvl5pPr marL="2057400" indent="-228600" defTabSz="762000">
                  <a:defRPr sz="1600">
                    <a:solidFill>
                      <a:srgbClr val="1C1C1C"/>
                    </a:solidFill>
                    <a:latin typeface="黑体" pitchFamily="49" charset="-122"/>
                    <a:ea typeface="黑体" pitchFamily="49" charset="-122"/>
                  </a:defRPr>
                </a:lvl5pPr>
                <a:lvl6pPr marL="2514600" indent="-228600" defTabSz="762000" eaLnBrk="0" hangingPunct="0">
                  <a:defRPr sz="1600">
                    <a:solidFill>
                      <a:srgbClr val="1C1C1C"/>
                    </a:solidFill>
                    <a:latin typeface="黑体" pitchFamily="49" charset="-122"/>
                    <a:ea typeface="黑体" pitchFamily="49" charset="-122"/>
                  </a:defRPr>
                </a:lvl6pPr>
                <a:lvl7pPr marL="2971800" indent="-228600" defTabSz="762000" eaLnBrk="0" hangingPunct="0">
                  <a:defRPr sz="1600">
                    <a:solidFill>
                      <a:srgbClr val="1C1C1C"/>
                    </a:solidFill>
                    <a:latin typeface="黑体" pitchFamily="49" charset="-122"/>
                    <a:ea typeface="黑体" pitchFamily="49" charset="-122"/>
                  </a:defRPr>
                </a:lvl7pPr>
                <a:lvl8pPr marL="3429000" indent="-228600" defTabSz="762000" eaLnBrk="0" hangingPunct="0">
                  <a:defRPr sz="1600">
                    <a:solidFill>
                      <a:srgbClr val="1C1C1C"/>
                    </a:solidFill>
                    <a:latin typeface="黑体" pitchFamily="49" charset="-122"/>
                    <a:ea typeface="黑体" pitchFamily="49" charset="-122"/>
                  </a:defRPr>
                </a:lvl8pPr>
                <a:lvl9pPr marL="3886200" indent="-228600" defTabSz="762000" eaLnBrk="0" hangingPunct="0">
                  <a:defRPr sz="1600">
                    <a:solidFill>
                      <a:srgbClr val="1C1C1C"/>
                    </a:solidFill>
                    <a:latin typeface="黑体" pitchFamily="49" charset="-122"/>
                    <a:ea typeface="黑体" pitchFamily="49" charset="-122"/>
                  </a:defRPr>
                </a:lvl9pPr>
              </a:lstStyle>
              <a:p>
                <a:r>
                  <a:rPr kumimoji="1" lang="zh-CN" altLang="en-US" sz="2400" i="1">
                    <a:solidFill>
                      <a:srgbClr val="333399"/>
                    </a:solidFill>
                    <a:latin typeface="Arial" charset="0"/>
                  </a:rPr>
                  <a:t>  </a:t>
                </a:r>
                <a:r>
                  <a:rPr kumimoji="1" lang="en-US" altLang="zh-CN" sz="2400" i="1">
                    <a:solidFill>
                      <a:srgbClr val="333399"/>
                    </a:solidFill>
                    <a:latin typeface="Arial" charset="0"/>
                  </a:rPr>
                  <a:t>t</a:t>
                </a:r>
                <a:r>
                  <a:rPr kumimoji="1" lang="en-US" altLang="zh-CN" sz="2400">
                    <a:solidFill>
                      <a:srgbClr val="333399"/>
                    </a:solidFill>
                    <a:latin typeface="Arial" charset="0"/>
                  </a:rPr>
                  <a:t> = </a:t>
                </a:r>
                <a:r>
                  <a:rPr kumimoji="1" lang="en-US" altLang="zh-CN" sz="2400">
                    <a:solidFill>
                      <a:srgbClr val="333399"/>
                    </a:solidFill>
                    <a:latin typeface="Tahoma" pitchFamily="34" charset="0"/>
                    <a:ea typeface="宋体" pitchFamily="2" charset="-122"/>
                    <a:sym typeface="Symbol" pitchFamily="18" charset="2"/>
                  </a:rPr>
                  <a:t></a:t>
                </a:r>
                <a:r>
                  <a:rPr kumimoji="1" lang="en-US" altLang="zh-CN" sz="2400">
                    <a:solidFill>
                      <a:srgbClr val="333399"/>
                    </a:solidFill>
                    <a:latin typeface="Arial" charset="0"/>
                  </a:rPr>
                  <a:t> </a:t>
                </a:r>
                <a:r>
                  <a:rPr kumimoji="1" lang="en-US" altLang="zh-CN" sz="2400">
                    <a:solidFill>
                      <a:srgbClr val="333399"/>
                    </a:solidFill>
                    <a:latin typeface="Arial" charset="0"/>
                    <a:sym typeface="Symbol" pitchFamily="18" charset="2"/>
                  </a:rPr>
                  <a:t> </a:t>
                </a:r>
                <a:r>
                  <a:rPr kumimoji="1" lang="en-US" altLang="zh-CN" sz="2400" baseline="30000">
                    <a:solidFill>
                      <a:srgbClr val="333399"/>
                    </a:solidFill>
                    <a:latin typeface="Arial" charset="0"/>
                  </a:rPr>
                  <a:t> </a:t>
                </a:r>
              </a:p>
            </p:txBody>
          </p:sp>
        </p:grpSp>
        <p:grpSp>
          <p:nvGrpSpPr>
            <p:cNvPr id="59457" name="Group 30"/>
            <p:cNvGrpSpPr>
              <a:grpSpLocks/>
            </p:cNvGrpSpPr>
            <p:nvPr/>
          </p:nvGrpSpPr>
          <p:grpSpPr bwMode="auto">
            <a:xfrm>
              <a:off x="4286" y="336"/>
              <a:ext cx="1043" cy="291"/>
              <a:chOff x="4286" y="336"/>
              <a:chExt cx="1043" cy="291"/>
            </a:xfrm>
          </p:grpSpPr>
          <p:sp>
            <p:nvSpPr>
              <p:cNvPr id="59458" name="AutoShape 31"/>
              <p:cNvSpPr>
                <a:spLocks noChangeArrowheads="1"/>
              </p:cNvSpPr>
              <p:nvPr/>
            </p:nvSpPr>
            <p:spPr bwMode="auto">
              <a:xfrm>
                <a:off x="4341" y="346"/>
                <a:ext cx="988" cy="246"/>
              </a:xfrm>
              <a:prstGeom prst="wedgeRoundRectCallout">
                <a:avLst>
                  <a:gd name="adj1" fmla="val -70042"/>
                  <a:gd name="adj2" fmla="val 145528"/>
                  <a:gd name="adj3" fmla="val 16667"/>
                </a:avLst>
              </a:prstGeom>
              <a:solidFill>
                <a:srgbClr val="FFFF99"/>
              </a:solidFill>
              <a:ln w="12700">
                <a:solidFill>
                  <a:schemeClr val="tx1"/>
                </a:solidFill>
                <a:miter lim="800000"/>
                <a:headEnd/>
                <a:tailEnd/>
              </a:ln>
            </p:spPr>
            <p:txBody>
              <a:bodyPr/>
              <a:lstStyle/>
              <a:p>
                <a:pPr algn="ctr" defTabSz="907085"/>
                <a:endParaRPr kumimoji="1" lang="zh-CN" altLang="en-US" sz="2400" b="1">
                  <a:solidFill>
                    <a:srgbClr val="333399"/>
                  </a:solidFill>
                  <a:ea typeface="黑体" pitchFamily="49" charset="-122"/>
                </a:endParaRPr>
              </a:p>
            </p:txBody>
          </p:sp>
          <p:sp>
            <p:nvSpPr>
              <p:cNvPr id="59459" name="Text Box 32"/>
              <p:cNvSpPr txBox="1">
                <a:spLocks noChangeArrowheads="1"/>
              </p:cNvSpPr>
              <p:nvPr/>
            </p:nvSpPr>
            <p:spPr bwMode="auto">
              <a:xfrm>
                <a:off x="4286" y="336"/>
                <a:ext cx="89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defRPr sz="1600" b="1">
                    <a:solidFill>
                      <a:srgbClr val="1C1C1C"/>
                    </a:solidFill>
                    <a:latin typeface="黑体" pitchFamily="49" charset="-122"/>
                    <a:ea typeface="黑体" pitchFamily="49" charset="-122"/>
                  </a:defRPr>
                </a:lvl1pPr>
                <a:lvl2pPr marL="742950" indent="-285750" defTabSz="762000">
                  <a:defRPr sz="1600">
                    <a:solidFill>
                      <a:srgbClr val="1C1C1C"/>
                    </a:solidFill>
                    <a:latin typeface="黑体" pitchFamily="49" charset="-122"/>
                    <a:ea typeface="黑体" pitchFamily="49" charset="-122"/>
                  </a:defRPr>
                </a:lvl2pPr>
                <a:lvl3pPr marL="1143000" indent="-228600" defTabSz="762000">
                  <a:defRPr sz="1600">
                    <a:solidFill>
                      <a:srgbClr val="1C1C1C"/>
                    </a:solidFill>
                    <a:latin typeface="黑体" pitchFamily="49" charset="-122"/>
                    <a:ea typeface="黑体" pitchFamily="49" charset="-122"/>
                  </a:defRPr>
                </a:lvl3pPr>
                <a:lvl4pPr marL="1600200" indent="-228600" defTabSz="762000">
                  <a:defRPr sz="1600">
                    <a:solidFill>
                      <a:srgbClr val="1C1C1C"/>
                    </a:solidFill>
                    <a:latin typeface="黑体" pitchFamily="49" charset="-122"/>
                    <a:ea typeface="黑体" pitchFamily="49" charset="-122"/>
                  </a:defRPr>
                </a:lvl4pPr>
                <a:lvl5pPr marL="2057400" indent="-228600" defTabSz="762000">
                  <a:defRPr sz="1600">
                    <a:solidFill>
                      <a:srgbClr val="1C1C1C"/>
                    </a:solidFill>
                    <a:latin typeface="黑体" pitchFamily="49" charset="-122"/>
                    <a:ea typeface="黑体" pitchFamily="49" charset="-122"/>
                  </a:defRPr>
                </a:lvl5pPr>
                <a:lvl6pPr marL="2514600" indent="-228600" defTabSz="762000" eaLnBrk="0" hangingPunct="0">
                  <a:defRPr sz="1600">
                    <a:solidFill>
                      <a:srgbClr val="1C1C1C"/>
                    </a:solidFill>
                    <a:latin typeface="黑体" pitchFamily="49" charset="-122"/>
                    <a:ea typeface="黑体" pitchFamily="49" charset="-122"/>
                  </a:defRPr>
                </a:lvl6pPr>
                <a:lvl7pPr marL="2971800" indent="-228600" defTabSz="762000" eaLnBrk="0" hangingPunct="0">
                  <a:defRPr sz="1600">
                    <a:solidFill>
                      <a:srgbClr val="1C1C1C"/>
                    </a:solidFill>
                    <a:latin typeface="黑体" pitchFamily="49" charset="-122"/>
                    <a:ea typeface="黑体" pitchFamily="49" charset="-122"/>
                  </a:defRPr>
                </a:lvl7pPr>
                <a:lvl8pPr marL="3429000" indent="-228600" defTabSz="762000" eaLnBrk="0" hangingPunct="0">
                  <a:defRPr sz="1600">
                    <a:solidFill>
                      <a:srgbClr val="1C1C1C"/>
                    </a:solidFill>
                    <a:latin typeface="黑体" pitchFamily="49" charset="-122"/>
                    <a:ea typeface="黑体" pitchFamily="49" charset="-122"/>
                  </a:defRPr>
                </a:lvl8pPr>
                <a:lvl9pPr marL="3886200" indent="-228600" defTabSz="762000" eaLnBrk="0" hangingPunct="0">
                  <a:defRPr sz="1600">
                    <a:solidFill>
                      <a:srgbClr val="1C1C1C"/>
                    </a:solidFill>
                    <a:latin typeface="黑体" pitchFamily="49" charset="-122"/>
                    <a:ea typeface="黑体" pitchFamily="49" charset="-122"/>
                  </a:defRPr>
                </a:lvl9pPr>
              </a:lstStyle>
              <a:p>
                <a:r>
                  <a:rPr kumimoji="1" lang="zh-CN" altLang="en-US" sz="2400">
                    <a:solidFill>
                      <a:srgbClr val="333399"/>
                    </a:solidFill>
                    <a:latin typeface="Arial" charset="0"/>
                  </a:rPr>
                  <a:t>  </a:t>
                </a:r>
                <a:r>
                  <a:rPr kumimoji="1" lang="en-US" altLang="zh-CN" sz="2400">
                    <a:solidFill>
                      <a:srgbClr val="333399"/>
                    </a:solidFill>
                    <a:latin typeface="Arial" charset="0"/>
                  </a:rPr>
                  <a:t>B </a:t>
                </a:r>
                <a:r>
                  <a:rPr kumimoji="1" lang="zh-CN" altLang="en-US" sz="2400">
                    <a:solidFill>
                      <a:srgbClr val="333399"/>
                    </a:solidFill>
                    <a:latin typeface="Arial" charset="0"/>
                  </a:rPr>
                  <a:t>发送数据</a:t>
                </a:r>
              </a:p>
            </p:txBody>
          </p:sp>
        </p:grpSp>
      </p:grpSp>
      <p:grpSp>
        <p:nvGrpSpPr>
          <p:cNvPr id="59412" name="Group 33"/>
          <p:cNvGrpSpPr>
            <a:grpSpLocks/>
          </p:cNvGrpSpPr>
          <p:nvPr/>
        </p:nvGrpSpPr>
        <p:grpSpPr bwMode="auto">
          <a:xfrm>
            <a:off x="5422196" y="1373506"/>
            <a:ext cx="4852886" cy="1057520"/>
            <a:chOff x="2562" y="865"/>
            <a:chExt cx="2293" cy="666"/>
          </a:xfrm>
        </p:grpSpPr>
        <p:grpSp>
          <p:nvGrpSpPr>
            <p:cNvPr id="59451" name="Group 34"/>
            <p:cNvGrpSpPr>
              <a:grpSpLocks/>
            </p:cNvGrpSpPr>
            <p:nvPr/>
          </p:nvGrpSpPr>
          <p:grpSpPr bwMode="auto">
            <a:xfrm>
              <a:off x="2562" y="1240"/>
              <a:ext cx="1546" cy="291"/>
              <a:chOff x="2562" y="1240"/>
              <a:chExt cx="1546" cy="291"/>
            </a:xfrm>
          </p:grpSpPr>
          <p:sp>
            <p:nvSpPr>
              <p:cNvPr id="59454" name="AutoShape 35"/>
              <p:cNvSpPr>
                <a:spLocks noChangeArrowheads="1"/>
              </p:cNvSpPr>
              <p:nvPr/>
            </p:nvSpPr>
            <p:spPr bwMode="auto">
              <a:xfrm>
                <a:off x="2562" y="1253"/>
                <a:ext cx="1407" cy="246"/>
              </a:xfrm>
              <a:prstGeom prst="wedgeRoundRectCallout">
                <a:avLst>
                  <a:gd name="adj1" fmla="val 61231"/>
                  <a:gd name="adj2" fmla="val -165449"/>
                  <a:gd name="adj3" fmla="val 16667"/>
                </a:avLst>
              </a:prstGeom>
              <a:solidFill>
                <a:srgbClr val="FFFF99"/>
              </a:solidFill>
              <a:ln w="12700">
                <a:solidFill>
                  <a:schemeClr val="tx1"/>
                </a:solidFill>
                <a:miter lim="800000"/>
                <a:headEnd/>
                <a:tailEnd/>
              </a:ln>
            </p:spPr>
            <p:txBody>
              <a:bodyPr/>
              <a:lstStyle/>
              <a:p>
                <a:pPr algn="ctr" defTabSz="907085"/>
                <a:endParaRPr kumimoji="1" lang="zh-CN" altLang="en-US" sz="2400" b="1">
                  <a:solidFill>
                    <a:srgbClr val="333399"/>
                  </a:solidFill>
                  <a:ea typeface="黑体" pitchFamily="49" charset="-122"/>
                </a:endParaRPr>
              </a:p>
            </p:txBody>
          </p:sp>
          <p:sp>
            <p:nvSpPr>
              <p:cNvPr id="59455" name="Text Box 36"/>
              <p:cNvSpPr txBox="1">
                <a:spLocks noChangeArrowheads="1"/>
              </p:cNvSpPr>
              <p:nvPr/>
            </p:nvSpPr>
            <p:spPr bwMode="auto">
              <a:xfrm>
                <a:off x="2562" y="1240"/>
                <a:ext cx="154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defRPr sz="1600" b="1">
                    <a:solidFill>
                      <a:srgbClr val="1C1C1C"/>
                    </a:solidFill>
                    <a:latin typeface="黑体" pitchFamily="49" charset="-122"/>
                    <a:ea typeface="黑体" pitchFamily="49" charset="-122"/>
                  </a:defRPr>
                </a:lvl1pPr>
                <a:lvl2pPr marL="742950" indent="-285750" defTabSz="762000">
                  <a:defRPr sz="1600">
                    <a:solidFill>
                      <a:srgbClr val="1C1C1C"/>
                    </a:solidFill>
                    <a:latin typeface="黑体" pitchFamily="49" charset="-122"/>
                    <a:ea typeface="黑体" pitchFamily="49" charset="-122"/>
                  </a:defRPr>
                </a:lvl2pPr>
                <a:lvl3pPr marL="1143000" indent="-228600" defTabSz="762000">
                  <a:defRPr sz="1600">
                    <a:solidFill>
                      <a:srgbClr val="1C1C1C"/>
                    </a:solidFill>
                    <a:latin typeface="黑体" pitchFamily="49" charset="-122"/>
                    <a:ea typeface="黑体" pitchFamily="49" charset="-122"/>
                  </a:defRPr>
                </a:lvl3pPr>
                <a:lvl4pPr marL="1600200" indent="-228600" defTabSz="762000">
                  <a:defRPr sz="1600">
                    <a:solidFill>
                      <a:srgbClr val="1C1C1C"/>
                    </a:solidFill>
                    <a:latin typeface="黑体" pitchFamily="49" charset="-122"/>
                    <a:ea typeface="黑体" pitchFamily="49" charset="-122"/>
                  </a:defRPr>
                </a:lvl4pPr>
                <a:lvl5pPr marL="2057400" indent="-228600" defTabSz="762000">
                  <a:defRPr sz="1600">
                    <a:solidFill>
                      <a:srgbClr val="1C1C1C"/>
                    </a:solidFill>
                    <a:latin typeface="黑体" pitchFamily="49" charset="-122"/>
                    <a:ea typeface="黑体" pitchFamily="49" charset="-122"/>
                  </a:defRPr>
                </a:lvl5pPr>
                <a:lvl6pPr marL="2514600" indent="-228600" defTabSz="762000" eaLnBrk="0" hangingPunct="0">
                  <a:defRPr sz="1600">
                    <a:solidFill>
                      <a:srgbClr val="1C1C1C"/>
                    </a:solidFill>
                    <a:latin typeface="黑体" pitchFamily="49" charset="-122"/>
                    <a:ea typeface="黑体" pitchFamily="49" charset="-122"/>
                  </a:defRPr>
                </a:lvl6pPr>
                <a:lvl7pPr marL="2971800" indent="-228600" defTabSz="762000" eaLnBrk="0" hangingPunct="0">
                  <a:defRPr sz="1600">
                    <a:solidFill>
                      <a:srgbClr val="1C1C1C"/>
                    </a:solidFill>
                    <a:latin typeface="黑体" pitchFamily="49" charset="-122"/>
                    <a:ea typeface="黑体" pitchFamily="49" charset="-122"/>
                  </a:defRPr>
                </a:lvl7pPr>
                <a:lvl8pPr marL="3429000" indent="-228600" defTabSz="762000" eaLnBrk="0" hangingPunct="0">
                  <a:defRPr sz="1600">
                    <a:solidFill>
                      <a:srgbClr val="1C1C1C"/>
                    </a:solidFill>
                    <a:latin typeface="黑体" pitchFamily="49" charset="-122"/>
                    <a:ea typeface="黑体" pitchFamily="49" charset="-122"/>
                  </a:defRPr>
                </a:lvl8pPr>
                <a:lvl9pPr marL="3886200" indent="-228600" defTabSz="762000" eaLnBrk="0" hangingPunct="0">
                  <a:defRPr sz="1600">
                    <a:solidFill>
                      <a:srgbClr val="1C1C1C"/>
                    </a:solidFill>
                    <a:latin typeface="黑体" pitchFamily="49" charset="-122"/>
                    <a:ea typeface="黑体" pitchFamily="49" charset="-122"/>
                  </a:defRPr>
                </a:lvl9pPr>
              </a:lstStyle>
              <a:p>
                <a:r>
                  <a:rPr kumimoji="1" lang="en-US" altLang="zh-CN" sz="2400">
                    <a:solidFill>
                      <a:srgbClr val="333399"/>
                    </a:solidFill>
                    <a:latin typeface="Arial" charset="0"/>
                  </a:rPr>
                  <a:t>B </a:t>
                </a:r>
                <a:r>
                  <a:rPr kumimoji="1" lang="zh-CN" altLang="en-US" sz="2400">
                    <a:solidFill>
                      <a:srgbClr val="333399"/>
                    </a:solidFill>
                    <a:latin typeface="Arial" charset="0"/>
                  </a:rPr>
                  <a:t>检测到发生碰撞</a:t>
                </a:r>
              </a:p>
            </p:txBody>
          </p:sp>
        </p:grpSp>
        <p:sp>
          <p:nvSpPr>
            <p:cNvPr id="59452" name="Line 37"/>
            <p:cNvSpPr>
              <a:spLocks noChangeShapeType="1"/>
            </p:cNvSpPr>
            <p:nvPr/>
          </p:nvSpPr>
          <p:spPr bwMode="auto">
            <a:xfrm flipH="1">
              <a:off x="4167" y="964"/>
              <a:ext cx="261"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59453" name="Text Box 38"/>
            <p:cNvSpPr txBox="1">
              <a:spLocks noChangeArrowheads="1"/>
            </p:cNvSpPr>
            <p:nvPr/>
          </p:nvSpPr>
          <p:spPr bwMode="auto">
            <a:xfrm>
              <a:off x="4410" y="865"/>
              <a:ext cx="44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defRPr sz="1600" b="1">
                  <a:solidFill>
                    <a:srgbClr val="1C1C1C"/>
                  </a:solidFill>
                  <a:latin typeface="黑体" pitchFamily="49" charset="-122"/>
                  <a:ea typeface="黑体" pitchFamily="49" charset="-122"/>
                </a:defRPr>
              </a:lvl1pPr>
              <a:lvl2pPr marL="742950" indent="-285750" defTabSz="762000">
                <a:defRPr sz="1600">
                  <a:solidFill>
                    <a:srgbClr val="1C1C1C"/>
                  </a:solidFill>
                  <a:latin typeface="黑体" pitchFamily="49" charset="-122"/>
                  <a:ea typeface="黑体" pitchFamily="49" charset="-122"/>
                </a:defRPr>
              </a:lvl2pPr>
              <a:lvl3pPr marL="1143000" indent="-228600" defTabSz="762000">
                <a:defRPr sz="1600">
                  <a:solidFill>
                    <a:srgbClr val="1C1C1C"/>
                  </a:solidFill>
                  <a:latin typeface="黑体" pitchFamily="49" charset="-122"/>
                  <a:ea typeface="黑体" pitchFamily="49" charset="-122"/>
                </a:defRPr>
              </a:lvl3pPr>
              <a:lvl4pPr marL="1600200" indent="-228600" defTabSz="762000">
                <a:defRPr sz="1600">
                  <a:solidFill>
                    <a:srgbClr val="1C1C1C"/>
                  </a:solidFill>
                  <a:latin typeface="黑体" pitchFamily="49" charset="-122"/>
                  <a:ea typeface="黑体" pitchFamily="49" charset="-122"/>
                </a:defRPr>
              </a:lvl4pPr>
              <a:lvl5pPr marL="2057400" indent="-228600" defTabSz="762000">
                <a:defRPr sz="1600">
                  <a:solidFill>
                    <a:srgbClr val="1C1C1C"/>
                  </a:solidFill>
                  <a:latin typeface="黑体" pitchFamily="49" charset="-122"/>
                  <a:ea typeface="黑体" pitchFamily="49" charset="-122"/>
                </a:defRPr>
              </a:lvl5pPr>
              <a:lvl6pPr marL="2514600" indent="-228600" defTabSz="762000" eaLnBrk="0" hangingPunct="0">
                <a:defRPr sz="1600">
                  <a:solidFill>
                    <a:srgbClr val="1C1C1C"/>
                  </a:solidFill>
                  <a:latin typeface="黑体" pitchFamily="49" charset="-122"/>
                  <a:ea typeface="黑体" pitchFamily="49" charset="-122"/>
                </a:defRPr>
              </a:lvl6pPr>
              <a:lvl7pPr marL="2971800" indent="-228600" defTabSz="762000" eaLnBrk="0" hangingPunct="0">
                <a:defRPr sz="1600">
                  <a:solidFill>
                    <a:srgbClr val="1C1C1C"/>
                  </a:solidFill>
                  <a:latin typeface="黑体" pitchFamily="49" charset="-122"/>
                  <a:ea typeface="黑体" pitchFamily="49" charset="-122"/>
                </a:defRPr>
              </a:lvl7pPr>
              <a:lvl8pPr marL="3429000" indent="-228600" defTabSz="762000" eaLnBrk="0" hangingPunct="0">
                <a:defRPr sz="1600">
                  <a:solidFill>
                    <a:srgbClr val="1C1C1C"/>
                  </a:solidFill>
                  <a:latin typeface="黑体" pitchFamily="49" charset="-122"/>
                  <a:ea typeface="黑体" pitchFamily="49" charset="-122"/>
                </a:defRPr>
              </a:lvl8pPr>
              <a:lvl9pPr marL="3886200" indent="-228600" defTabSz="762000" eaLnBrk="0" hangingPunct="0">
                <a:defRPr sz="1600">
                  <a:solidFill>
                    <a:srgbClr val="1C1C1C"/>
                  </a:solidFill>
                  <a:latin typeface="黑体" pitchFamily="49" charset="-122"/>
                  <a:ea typeface="黑体" pitchFamily="49" charset="-122"/>
                </a:defRPr>
              </a:lvl9pPr>
            </a:lstStyle>
            <a:p>
              <a:r>
                <a:rPr kumimoji="1" lang="zh-CN" altLang="en-US" sz="2400" i="1">
                  <a:solidFill>
                    <a:srgbClr val="333399"/>
                  </a:solidFill>
                  <a:latin typeface="Arial" charset="0"/>
                </a:rPr>
                <a:t>  </a:t>
              </a:r>
              <a:r>
                <a:rPr kumimoji="1" lang="en-US" altLang="zh-CN" sz="2400" i="1">
                  <a:solidFill>
                    <a:srgbClr val="333399"/>
                  </a:solidFill>
                  <a:latin typeface="Arial" charset="0"/>
                </a:rPr>
                <a:t>t</a:t>
              </a:r>
              <a:r>
                <a:rPr kumimoji="1" lang="en-US" altLang="zh-CN" sz="2400">
                  <a:solidFill>
                    <a:srgbClr val="333399"/>
                  </a:solidFill>
                  <a:latin typeface="Arial" charset="0"/>
                </a:rPr>
                <a:t> = </a:t>
              </a:r>
              <a:r>
                <a:rPr kumimoji="1" lang="en-US" altLang="zh-CN" sz="2400">
                  <a:solidFill>
                    <a:srgbClr val="333399"/>
                  </a:solidFill>
                  <a:latin typeface="Tahoma" pitchFamily="34" charset="0"/>
                  <a:ea typeface="宋体" pitchFamily="2" charset="-122"/>
                  <a:sym typeface="Symbol" pitchFamily="18" charset="2"/>
                </a:rPr>
                <a:t></a:t>
              </a:r>
            </a:p>
          </p:txBody>
        </p:sp>
      </p:grpSp>
      <p:sp>
        <p:nvSpPr>
          <p:cNvPr id="286759" name="Rectangle 39"/>
          <p:cNvSpPr>
            <a:spLocks noChangeArrowheads="1"/>
          </p:cNvSpPr>
          <p:nvPr/>
        </p:nvSpPr>
        <p:spPr bwMode="auto">
          <a:xfrm>
            <a:off x="2256073" y="4365049"/>
            <a:ext cx="533331" cy="504942"/>
          </a:xfrm>
          <a:prstGeom prst="rect">
            <a:avLst/>
          </a:prstGeom>
          <a:solidFill>
            <a:srgbClr val="FFFF99"/>
          </a:solidFill>
          <a:ln w="12700">
            <a:solidFill>
              <a:schemeClr val="tx1"/>
            </a:solidFill>
            <a:miter lim="800000"/>
            <a:headEnd/>
            <a:tailEnd/>
          </a:ln>
        </p:spPr>
        <p:txBody>
          <a:bodyPr wrap="none" lIns="108850" tIns="54425" rIns="108850" bIns="54425" anchor="ctr"/>
          <a:lstStyle/>
          <a:p>
            <a:pPr algn="ctr" defTabSz="907085"/>
            <a:r>
              <a:rPr kumimoji="1" lang="en-US" altLang="zh-CN" sz="2400" b="1">
                <a:solidFill>
                  <a:srgbClr val="333399"/>
                </a:solidFill>
                <a:ea typeface="黑体" pitchFamily="49" charset="-122"/>
              </a:rPr>
              <a:t>A</a:t>
            </a:r>
          </a:p>
        </p:txBody>
      </p:sp>
      <p:sp>
        <p:nvSpPr>
          <p:cNvPr id="286760" name="Rectangle 40"/>
          <p:cNvSpPr>
            <a:spLocks noChangeArrowheads="1"/>
          </p:cNvSpPr>
          <p:nvPr/>
        </p:nvSpPr>
        <p:spPr bwMode="auto">
          <a:xfrm>
            <a:off x="8537522" y="5143104"/>
            <a:ext cx="533331" cy="501766"/>
          </a:xfrm>
          <a:prstGeom prst="rect">
            <a:avLst/>
          </a:prstGeom>
          <a:solidFill>
            <a:srgbClr val="FFFF99"/>
          </a:solidFill>
          <a:ln w="12700">
            <a:solidFill>
              <a:schemeClr val="tx1"/>
            </a:solidFill>
            <a:miter lim="800000"/>
            <a:headEnd/>
            <a:tailEnd/>
          </a:ln>
        </p:spPr>
        <p:txBody>
          <a:bodyPr wrap="none" lIns="108850" tIns="54425" rIns="108850" bIns="54425" anchor="ctr"/>
          <a:lstStyle/>
          <a:p>
            <a:pPr algn="ctr" defTabSz="907085"/>
            <a:r>
              <a:rPr kumimoji="1" lang="en-US" altLang="zh-CN" sz="2400" b="1">
                <a:solidFill>
                  <a:srgbClr val="333399"/>
                </a:solidFill>
                <a:ea typeface="黑体" pitchFamily="49" charset="-122"/>
              </a:rPr>
              <a:t>B</a:t>
            </a:r>
          </a:p>
        </p:txBody>
      </p:sp>
      <p:grpSp>
        <p:nvGrpSpPr>
          <p:cNvPr id="10" name="Group 41"/>
          <p:cNvGrpSpPr>
            <a:grpSpLocks/>
          </p:cNvGrpSpPr>
          <p:nvPr/>
        </p:nvGrpSpPr>
        <p:grpSpPr bwMode="auto">
          <a:xfrm>
            <a:off x="2789404" y="4438091"/>
            <a:ext cx="5466639" cy="142908"/>
            <a:chOff x="1318" y="2795"/>
            <a:chExt cx="2583" cy="90"/>
          </a:xfrm>
        </p:grpSpPr>
        <p:sp>
          <p:nvSpPr>
            <p:cNvPr id="59449" name="Rectangle 42"/>
            <p:cNvSpPr>
              <a:spLocks noChangeArrowheads="1"/>
            </p:cNvSpPr>
            <p:nvPr/>
          </p:nvSpPr>
          <p:spPr bwMode="auto">
            <a:xfrm>
              <a:off x="1318" y="2795"/>
              <a:ext cx="2462" cy="90"/>
            </a:xfrm>
            <a:prstGeom prst="rect">
              <a:avLst/>
            </a:prstGeom>
            <a:solidFill>
              <a:schemeClr val="accent1"/>
            </a:solidFill>
            <a:ln w="12700">
              <a:solidFill>
                <a:schemeClr val="tx1"/>
              </a:solidFill>
              <a:miter lim="800000"/>
              <a:headEnd/>
              <a:tailEnd/>
            </a:ln>
          </p:spPr>
          <p:txBody>
            <a:bodyPr wrap="none" anchor="ctr"/>
            <a:lstStyle/>
            <a:p>
              <a:pPr eaLnBrk="1" hangingPunct="1"/>
              <a:endParaRPr lang="zh-CN" altLang="en-US" b="1"/>
            </a:p>
          </p:txBody>
        </p:sp>
        <p:sp>
          <p:nvSpPr>
            <p:cNvPr id="59450" name="Line 43"/>
            <p:cNvSpPr>
              <a:spLocks noChangeShapeType="1"/>
            </p:cNvSpPr>
            <p:nvPr/>
          </p:nvSpPr>
          <p:spPr bwMode="auto">
            <a:xfrm>
              <a:off x="3780" y="2841"/>
              <a:ext cx="121" cy="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grpSp>
      <p:grpSp>
        <p:nvGrpSpPr>
          <p:cNvPr id="11" name="Group 44"/>
          <p:cNvGrpSpPr>
            <a:grpSpLocks/>
          </p:cNvGrpSpPr>
          <p:nvPr/>
        </p:nvGrpSpPr>
        <p:grpSpPr bwMode="auto">
          <a:xfrm>
            <a:off x="7745991" y="4652452"/>
            <a:ext cx="848674" cy="146084"/>
            <a:chOff x="3660" y="2930"/>
            <a:chExt cx="401" cy="92"/>
          </a:xfrm>
        </p:grpSpPr>
        <p:sp>
          <p:nvSpPr>
            <p:cNvPr id="59447" name="Rectangle 45"/>
            <p:cNvSpPr>
              <a:spLocks noChangeArrowheads="1"/>
            </p:cNvSpPr>
            <p:nvPr/>
          </p:nvSpPr>
          <p:spPr bwMode="auto">
            <a:xfrm>
              <a:off x="3780" y="2930"/>
              <a:ext cx="281" cy="92"/>
            </a:xfrm>
            <a:prstGeom prst="rect">
              <a:avLst/>
            </a:prstGeom>
            <a:solidFill>
              <a:srgbClr val="996600"/>
            </a:solidFill>
            <a:ln w="12700">
              <a:solidFill>
                <a:schemeClr val="tx1"/>
              </a:solidFill>
              <a:miter lim="800000"/>
              <a:headEnd/>
              <a:tailEnd/>
            </a:ln>
          </p:spPr>
          <p:txBody>
            <a:bodyPr wrap="none" anchor="ctr"/>
            <a:lstStyle/>
            <a:p>
              <a:pPr eaLnBrk="1" hangingPunct="1"/>
              <a:endParaRPr lang="zh-CN" altLang="en-US" b="1"/>
            </a:p>
          </p:txBody>
        </p:sp>
        <p:sp>
          <p:nvSpPr>
            <p:cNvPr id="59448" name="Line 46"/>
            <p:cNvSpPr>
              <a:spLocks noChangeShapeType="1"/>
            </p:cNvSpPr>
            <p:nvPr/>
          </p:nvSpPr>
          <p:spPr bwMode="auto">
            <a:xfrm flipH="1">
              <a:off x="3660" y="2976"/>
              <a:ext cx="120" cy="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grpSp>
      <p:sp>
        <p:nvSpPr>
          <p:cNvPr id="286767" name="Line 47"/>
          <p:cNvSpPr>
            <a:spLocks noChangeShapeType="1"/>
          </p:cNvSpPr>
          <p:nvPr/>
        </p:nvSpPr>
        <p:spPr bwMode="auto">
          <a:xfrm>
            <a:off x="8459216" y="5286012"/>
            <a:ext cx="253967" cy="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grpSp>
        <p:nvGrpSpPr>
          <p:cNvPr id="12" name="Group 48"/>
          <p:cNvGrpSpPr>
            <a:grpSpLocks/>
          </p:cNvGrpSpPr>
          <p:nvPr/>
        </p:nvGrpSpPr>
        <p:grpSpPr bwMode="auto">
          <a:xfrm>
            <a:off x="2256073" y="5905280"/>
            <a:ext cx="6814779" cy="503354"/>
            <a:chOff x="1066" y="3719"/>
            <a:chExt cx="3220" cy="317"/>
          </a:xfrm>
        </p:grpSpPr>
        <p:sp>
          <p:nvSpPr>
            <p:cNvPr id="59442" name="Rectangle 49"/>
            <p:cNvSpPr>
              <a:spLocks noChangeArrowheads="1"/>
            </p:cNvSpPr>
            <p:nvPr/>
          </p:nvSpPr>
          <p:spPr bwMode="auto">
            <a:xfrm>
              <a:off x="1298" y="3900"/>
              <a:ext cx="720" cy="92"/>
            </a:xfrm>
            <a:prstGeom prst="rect">
              <a:avLst/>
            </a:prstGeom>
            <a:solidFill>
              <a:srgbClr val="996600"/>
            </a:solidFill>
            <a:ln w="12700">
              <a:solidFill>
                <a:schemeClr val="tx1"/>
              </a:solidFill>
              <a:miter lim="800000"/>
              <a:headEnd/>
              <a:tailEnd/>
            </a:ln>
          </p:spPr>
          <p:txBody>
            <a:bodyPr wrap="none" anchor="ctr"/>
            <a:lstStyle/>
            <a:p>
              <a:pPr eaLnBrk="1" hangingPunct="1"/>
              <a:endParaRPr lang="zh-CN" altLang="en-US" b="1"/>
            </a:p>
          </p:txBody>
        </p:sp>
        <p:sp>
          <p:nvSpPr>
            <p:cNvPr id="59443" name="Rectangle 50"/>
            <p:cNvSpPr>
              <a:spLocks noChangeArrowheads="1"/>
            </p:cNvSpPr>
            <p:nvPr/>
          </p:nvSpPr>
          <p:spPr bwMode="auto">
            <a:xfrm>
              <a:off x="1298" y="3765"/>
              <a:ext cx="2763" cy="90"/>
            </a:xfrm>
            <a:prstGeom prst="rect">
              <a:avLst/>
            </a:prstGeom>
            <a:solidFill>
              <a:schemeClr val="accent1"/>
            </a:solidFill>
            <a:ln w="12700">
              <a:solidFill>
                <a:schemeClr val="tx1"/>
              </a:solidFill>
              <a:miter lim="800000"/>
              <a:headEnd/>
              <a:tailEnd/>
            </a:ln>
          </p:spPr>
          <p:txBody>
            <a:bodyPr wrap="none" anchor="ctr"/>
            <a:lstStyle/>
            <a:p>
              <a:pPr eaLnBrk="1" hangingPunct="1"/>
              <a:endParaRPr lang="zh-CN" altLang="en-US" b="1"/>
            </a:p>
          </p:txBody>
        </p:sp>
        <p:sp>
          <p:nvSpPr>
            <p:cNvPr id="59444" name="Rectangle 51"/>
            <p:cNvSpPr>
              <a:spLocks noChangeArrowheads="1"/>
            </p:cNvSpPr>
            <p:nvPr/>
          </p:nvSpPr>
          <p:spPr bwMode="auto">
            <a:xfrm>
              <a:off x="1066" y="3719"/>
              <a:ext cx="252" cy="317"/>
            </a:xfrm>
            <a:prstGeom prst="rect">
              <a:avLst/>
            </a:prstGeom>
            <a:solidFill>
              <a:srgbClr val="FFFF99"/>
            </a:solidFill>
            <a:ln w="12700">
              <a:solidFill>
                <a:schemeClr val="tx1"/>
              </a:solidFill>
              <a:miter lim="800000"/>
              <a:headEnd/>
              <a:tailEnd/>
            </a:ln>
          </p:spPr>
          <p:txBody>
            <a:bodyPr wrap="none" anchor="ctr"/>
            <a:lstStyle/>
            <a:p>
              <a:pPr algn="ctr" defTabSz="907085"/>
              <a:r>
                <a:rPr kumimoji="1" lang="en-US" altLang="zh-CN" sz="2400" b="1">
                  <a:solidFill>
                    <a:srgbClr val="333399"/>
                  </a:solidFill>
                  <a:ea typeface="黑体" pitchFamily="49" charset="-122"/>
                </a:rPr>
                <a:t>A</a:t>
              </a:r>
            </a:p>
          </p:txBody>
        </p:sp>
        <p:sp>
          <p:nvSpPr>
            <p:cNvPr id="59445" name="Rectangle 52"/>
            <p:cNvSpPr>
              <a:spLocks noChangeArrowheads="1"/>
            </p:cNvSpPr>
            <p:nvPr/>
          </p:nvSpPr>
          <p:spPr bwMode="auto">
            <a:xfrm>
              <a:off x="4034" y="3719"/>
              <a:ext cx="252" cy="317"/>
            </a:xfrm>
            <a:prstGeom prst="rect">
              <a:avLst/>
            </a:prstGeom>
            <a:solidFill>
              <a:srgbClr val="FFFF99"/>
            </a:solidFill>
            <a:ln w="12700">
              <a:solidFill>
                <a:schemeClr val="tx1"/>
              </a:solidFill>
              <a:miter lim="800000"/>
              <a:headEnd/>
              <a:tailEnd/>
            </a:ln>
          </p:spPr>
          <p:txBody>
            <a:bodyPr wrap="none" anchor="ctr"/>
            <a:lstStyle/>
            <a:p>
              <a:pPr algn="ctr" defTabSz="907085"/>
              <a:r>
                <a:rPr kumimoji="1" lang="en-US" altLang="zh-CN" sz="2400" b="1">
                  <a:solidFill>
                    <a:srgbClr val="333399"/>
                  </a:solidFill>
                  <a:ea typeface="黑体" pitchFamily="49" charset="-122"/>
                </a:rPr>
                <a:t>B</a:t>
              </a:r>
            </a:p>
          </p:txBody>
        </p:sp>
        <p:sp>
          <p:nvSpPr>
            <p:cNvPr id="59446" name="Line 53"/>
            <p:cNvSpPr>
              <a:spLocks noChangeShapeType="1"/>
            </p:cNvSpPr>
            <p:nvPr/>
          </p:nvSpPr>
          <p:spPr bwMode="auto">
            <a:xfrm flipH="1">
              <a:off x="1217" y="3946"/>
              <a:ext cx="120" cy="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grpSp>
      <p:sp>
        <p:nvSpPr>
          <p:cNvPr id="286774" name="Rectangle 54"/>
          <p:cNvSpPr>
            <a:spLocks noChangeArrowheads="1"/>
          </p:cNvSpPr>
          <p:nvPr/>
        </p:nvSpPr>
        <p:spPr bwMode="auto">
          <a:xfrm>
            <a:off x="8425354" y="3818822"/>
            <a:ext cx="169311" cy="146084"/>
          </a:xfrm>
          <a:prstGeom prst="rect">
            <a:avLst/>
          </a:prstGeom>
          <a:solidFill>
            <a:srgbClr val="996600"/>
          </a:solidFill>
          <a:ln w="12700">
            <a:solidFill>
              <a:schemeClr val="tx1"/>
            </a:solidFill>
            <a:miter lim="800000"/>
            <a:headEnd/>
            <a:tailEnd/>
          </a:ln>
        </p:spPr>
        <p:txBody>
          <a:bodyPr wrap="none" lIns="108850" tIns="54425" rIns="108850" bIns="54425" anchor="ctr"/>
          <a:lstStyle/>
          <a:p>
            <a:pPr eaLnBrk="1" hangingPunct="1"/>
            <a:endParaRPr lang="zh-CN" altLang="en-US" b="1"/>
          </a:p>
        </p:txBody>
      </p:sp>
      <p:sp>
        <p:nvSpPr>
          <p:cNvPr id="286775" name="Rectangle 55"/>
          <p:cNvSpPr>
            <a:spLocks noChangeArrowheads="1"/>
          </p:cNvSpPr>
          <p:nvPr/>
        </p:nvSpPr>
        <p:spPr bwMode="auto">
          <a:xfrm>
            <a:off x="2789404" y="3602872"/>
            <a:ext cx="4533310" cy="144495"/>
          </a:xfrm>
          <a:prstGeom prst="rect">
            <a:avLst/>
          </a:prstGeom>
          <a:solidFill>
            <a:schemeClr val="accent1"/>
          </a:solidFill>
          <a:ln w="12700">
            <a:solidFill>
              <a:srgbClr val="333399"/>
            </a:solidFill>
            <a:miter lim="800000"/>
            <a:headEnd/>
            <a:tailEnd/>
          </a:ln>
        </p:spPr>
        <p:txBody>
          <a:bodyPr wrap="none" lIns="108850" tIns="54425" rIns="108850" bIns="54425" anchor="ctr"/>
          <a:lstStyle/>
          <a:p>
            <a:pPr eaLnBrk="1" hangingPunct="1"/>
            <a:endParaRPr lang="zh-CN" altLang="en-US" b="1"/>
          </a:p>
        </p:txBody>
      </p:sp>
      <p:sp>
        <p:nvSpPr>
          <p:cNvPr id="286776" name="Rectangle 56"/>
          <p:cNvSpPr>
            <a:spLocks noChangeArrowheads="1"/>
          </p:cNvSpPr>
          <p:nvPr/>
        </p:nvSpPr>
        <p:spPr bwMode="auto">
          <a:xfrm>
            <a:off x="2256073" y="3531418"/>
            <a:ext cx="533331" cy="504942"/>
          </a:xfrm>
          <a:prstGeom prst="rect">
            <a:avLst/>
          </a:prstGeom>
          <a:solidFill>
            <a:srgbClr val="FFFF99"/>
          </a:solidFill>
          <a:ln w="12700">
            <a:solidFill>
              <a:schemeClr val="tx1"/>
            </a:solidFill>
            <a:miter lim="800000"/>
            <a:headEnd/>
            <a:tailEnd/>
          </a:ln>
        </p:spPr>
        <p:txBody>
          <a:bodyPr wrap="none" lIns="108850" tIns="54425" rIns="108850" bIns="54425" anchor="ctr"/>
          <a:lstStyle/>
          <a:p>
            <a:pPr algn="ctr" defTabSz="907085"/>
            <a:r>
              <a:rPr kumimoji="1" lang="en-US" altLang="zh-CN" sz="2400" b="1">
                <a:solidFill>
                  <a:srgbClr val="333399"/>
                </a:solidFill>
                <a:ea typeface="黑体" pitchFamily="49" charset="-122"/>
              </a:rPr>
              <a:t>A</a:t>
            </a:r>
          </a:p>
        </p:txBody>
      </p:sp>
      <p:sp>
        <p:nvSpPr>
          <p:cNvPr id="286777" name="Rectangle 57"/>
          <p:cNvSpPr>
            <a:spLocks noChangeArrowheads="1"/>
          </p:cNvSpPr>
          <p:nvPr/>
        </p:nvSpPr>
        <p:spPr bwMode="auto">
          <a:xfrm>
            <a:off x="8537522" y="3531418"/>
            <a:ext cx="533331" cy="504942"/>
          </a:xfrm>
          <a:prstGeom prst="rect">
            <a:avLst/>
          </a:prstGeom>
          <a:solidFill>
            <a:srgbClr val="FFFF99"/>
          </a:solidFill>
          <a:ln w="12700">
            <a:solidFill>
              <a:schemeClr val="tx1"/>
            </a:solidFill>
            <a:miter lim="800000"/>
            <a:headEnd/>
            <a:tailEnd/>
          </a:ln>
        </p:spPr>
        <p:txBody>
          <a:bodyPr wrap="none" lIns="108850" tIns="54425" rIns="108850" bIns="54425" anchor="ctr"/>
          <a:lstStyle/>
          <a:p>
            <a:pPr algn="ctr" defTabSz="907085"/>
            <a:r>
              <a:rPr kumimoji="1" lang="en-US" altLang="zh-CN" sz="2400" b="1">
                <a:solidFill>
                  <a:srgbClr val="333399"/>
                </a:solidFill>
                <a:ea typeface="黑体" pitchFamily="49" charset="-122"/>
              </a:rPr>
              <a:t>B</a:t>
            </a:r>
          </a:p>
        </p:txBody>
      </p:sp>
      <p:sp>
        <p:nvSpPr>
          <p:cNvPr id="286778" name="Line 58"/>
          <p:cNvSpPr>
            <a:spLocks noChangeShapeType="1"/>
          </p:cNvSpPr>
          <p:nvPr/>
        </p:nvSpPr>
        <p:spPr bwMode="auto">
          <a:xfrm>
            <a:off x="7322713" y="3675914"/>
            <a:ext cx="253967" cy="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86779" name="Line 59"/>
          <p:cNvSpPr>
            <a:spLocks noChangeShapeType="1"/>
          </p:cNvSpPr>
          <p:nvPr/>
        </p:nvSpPr>
        <p:spPr bwMode="auto">
          <a:xfrm flipH="1">
            <a:off x="8171387" y="3890276"/>
            <a:ext cx="253967" cy="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286780" name="Text Box 60"/>
          <p:cNvSpPr txBox="1">
            <a:spLocks noChangeArrowheads="1"/>
          </p:cNvSpPr>
          <p:nvPr/>
        </p:nvSpPr>
        <p:spPr bwMode="auto">
          <a:xfrm>
            <a:off x="473709" y="2375450"/>
            <a:ext cx="1602833" cy="1494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spAutoFit/>
          </a:bodyPr>
          <a:lstStyle>
            <a:lvl1pPr defTabSz="762000">
              <a:defRPr sz="1600" b="1">
                <a:solidFill>
                  <a:srgbClr val="1C1C1C"/>
                </a:solidFill>
                <a:latin typeface="黑体" pitchFamily="49" charset="-122"/>
                <a:ea typeface="黑体" pitchFamily="49" charset="-122"/>
              </a:defRPr>
            </a:lvl1pPr>
            <a:lvl2pPr marL="742950" indent="-285750" defTabSz="762000">
              <a:defRPr sz="1600">
                <a:solidFill>
                  <a:srgbClr val="1C1C1C"/>
                </a:solidFill>
                <a:latin typeface="黑体" pitchFamily="49" charset="-122"/>
                <a:ea typeface="黑体" pitchFamily="49" charset="-122"/>
              </a:defRPr>
            </a:lvl2pPr>
            <a:lvl3pPr marL="1143000" indent="-228600" defTabSz="762000">
              <a:defRPr sz="1600">
                <a:solidFill>
                  <a:srgbClr val="1C1C1C"/>
                </a:solidFill>
                <a:latin typeface="黑体" pitchFamily="49" charset="-122"/>
                <a:ea typeface="黑体" pitchFamily="49" charset="-122"/>
              </a:defRPr>
            </a:lvl3pPr>
            <a:lvl4pPr marL="1600200" indent="-228600" defTabSz="762000">
              <a:defRPr sz="1600">
                <a:solidFill>
                  <a:srgbClr val="1C1C1C"/>
                </a:solidFill>
                <a:latin typeface="黑体" pitchFamily="49" charset="-122"/>
                <a:ea typeface="黑体" pitchFamily="49" charset="-122"/>
              </a:defRPr>
            </a:lvl4pPr>
            <a:lvl5pPr marL="2057400" indent="-228600" defTabSz="762000">
              <a:defRPr sz="1600">
                <a:solidFill>
                  <a:srgbClr val="1C1C1C"/>
                </a:solidFill>
                <a:latin typeface="黑体" pitchFamily="49" charset="-122"/>
                <a:ea typeface="黑体" pitchFamily="49" charset="-122"/>
              </a:defRPr>
            </a:lvl5pPr>
            <a:lvl6pPr marL="2514600" indent="-228600" defTabSz="762000" eaLnBrk="0" hangingPunct="0">
              <a:defRPr sz="1600">
                <a:solidFill>
                  <a:srgbClr val="1C1C1C"/>
                </a:solidFill>
                <a:latin typeface="黑体" pitchFamily="49" charset="-122"/>
                <a:ea typeface="黑体" pitchFamily="49" charset="-122"/>
              </a:defRPr>
            </a:lvl6pPr>
            <a:lvl7pPr marL="2971800" indent="-228600" defTabSz="762000" eaLnBrk="0" hangingPunct="0">
              <a:defRPr sz="1600">
                <a:solidFill>
                  <a:srgbClr val="1C1C1C"/>
                </a:solidFill>
                <a:latin typeface="黑体" pitchFamily="49" charset="-122"/>
                <a:ea typeface="黑体" pitchFamily="49" charset="-122"/>
              </a:defRPr>
            </a:lvl7pPr>
            <a:lvl8pPr marL="3429000" indent="-228600" defTabSz="762000" eaLnBrk="0" hangingPunct="0">
              <a:defRPr sz="1600">
                <a:solidFill>
                  <a:srgbClr val="1C1C1C"/>
                </a:solidFill>
                <a:latin typeface="黑体" pitchFamily="49" charset="-122"/>
                <a:ea typeface="黑体" pitchFamily="49" charset="-122"/>
              </a:defRPr>
            </a:lvl8pPr>
            <a:lvl9pPr marL="3886200" indent="-228600" defTabSz="762000" eaLnBrk="0" hangingPunct="0">
              <a:defRPr sz="1600">
                <a:solidFill>
                  <a:srgbClr val="1C1C1C"/>
                </a:solidFill>
                <a:latin typeface="黑体" pitchFamily="49" charset="-122"/>
                <a:ea typeface="黑体" pitchFamily="49" charset="-122"/>
              </a:defRPr>
            </a:lvl9pPr>
          </a:lstStyle>
          <a:p>
            <a:pPr algn="ctr">
              <a:lnSpc>
                <a:spcPct val="90000"/>
              </a:lnSpc>
            </a:pPr>
            <a:r>
              <a:rPr kumimoji="1" lang="zh-CN" altLang="en-US" sz="2400" i="1">
                <a:solidFill>
                  <a:srgbClr val="333399"/>
                </a:solidFill>
                <a:latin typeface="Arial" charset="0"/>
              </a:rPr>
              <a:t> </a:t>
            </a:r>
            <a:r>
              <a:rPr kumimoji="1" lang="en-US" altLang="zh-CN" sz="2400" i="1">
                <a:solidFill>
                  <a:srgbClr val="333399"/>
                </a:solidFill>
                <a:latin typeface="Arial" charset="0"/>
              </a:rPr>
              <a:t>t</a:t>
            </a:r>
            <a:r>
              <a:rPr kumimoji="1" lang="en-US" altLang="zh-CN" sz="2400">
                <a:solidFill>
                  <a:srgbClr val="333399"/>
                </a:solidFill>
                <a:latin typeface="Arial" charset="0"/>
              </a:rPr>
              <a:t> = 0</a:t>
            </a:r>
            <a:endParaRPr kumimoji="1" lang="en-US" altLang="zh-CN" sz="2400" baseline="30000">
              <a:solidFill>
                <a:srgbClr val="333399"/>
              </a:solidFill>
              <a:latin typeface="Arial" charset="0"/>
            </a:endParaRPr>
          </a:p>
          <a:p>
            <a:pPr algn="ctr">
              <a:lnSpc>
                <a:spcPct val="95000"/>
              </a:lnSpc>
            </a:pPr>
            <a:r>
              <a:rPr kumimoji="1" lang="en-US" altLang="zh-CN" sz="2400">
                <a:solidFill>
                  <a:srgbClr val="333399"/>
                </a:solidFill>
                <a:latin typeface="Arial" charset="0"/>
              </a:rPr>
              <a:t>  A </a:t>
            </a:r>
            <a:r>
              <a:rPr kumimoji="1" lang="zh-CN" altLang="en-US" sz="2400">
                <a:solidFill>
                  <a:srgbClr val="333399"/>
                </a:solidFill>
                <a:latin typeface="Arial" charset="0"/>
              </a:rPr>
              <a:t>检测到</a:t>
            </a:r>
          </a:p>
          <a:p>
            <a:pPr algn="ctr">
              <a:lnSpc>
                <a:spcPct val="95000"/>
              </a:lnSpc>
            </a:pPr>
            <a:r>
              <a:rPr kumimoji="1" lang="zh-CN" altLang="en-US" sz="2400">
                <a:solidFill>
                  <a:srgbClr val="333399"/>
                </a:solidFill>
                <a:latin typeface="Arial" charset="0"/>
              </a:rPr>
              <a:t>信道空闲</a:t>
            </a:r>
          </a:p>
          <a:p>
            <a:pPr algn="ctr">
              <a:lnSpc>
                <a:spcPct val="95000"/>
              </a:lnSpc>
            </a:pPr>
            <a:r>
              <a:rPr kumimoji="1" lang="zh-CN" altLang="en-US" sz="2400">
                <a:solidFill>
                  <a:srgbClr val="333399"/>
                </a:solidFill>
                <a:latin typeface="Arial" charset="0"/>
              </a:rPr>
              <a:t>发送数据</a:t>
            </a:r>
          </a:p>
        </p:txBody>
      </p:sp>
      <p:grpSp>
        <p:nvGrpSpPr>
          <p:cNvPr id="13" name="Group 61"/>
          <p:cNvGrpSpPr>
            <a:grpSpLocks/>
          </p:cNvGrpSpPr>
          <p:nvPr/>
        </p:nvGrpSpPr>
        <p:grpSpPr bwMode="auto">
          <a:xfrm>
            <a:off x="2660305" y="2808939"/>
            <a:ext cx="594705" cy="142908"/>
            <a:chOff x="1176" y="1872"/>
            <a:chExt cx="336" cy="96"/>
          </a:xfrm>
        </p:grpSpPr>
        <p:sp>
          <p:nvSpPr>
            <p:cNvPr id="59440" name="Rectangle 62"/>
            <p:cNvSpPr>
              <a:spLocks noChangeArrowheads="1"/>
            </p:cNvSpPr>
            <p:nvPr/>
          </p:nvSpPr>
          <p:spPr bwMode="auto">
            <a:xfrm>
              <a:off x="1176" y="1872"/>
              <a:ext cx="192" cy="96"/>
            </a:xfrm>
            <a:prstGeom prst="rect">
              <a:avLst/>
            </a:prstGeom>
            <a:solidFill>
              <a:schemeClr val="accent1"/>
            </a:solidFill>
            <a:ln w="12700">
              <a:solidFill>
                <a:schemeClr val="tx1"/>
              </a:solidFill>
              <a:miter lim="800000"/>
              <a:headEnd/>
              <a:tailEnd/>
            </a:ln>
          </p:spPr>
          <p:txBody>
            <a:bodyPr wrap="none" anchor="ctr"/>
            <a:lstStyle/>
            <a:p>
              <a:pPr eaLnBrk="1" hangingPunct="1"/>
              <a:endParaRPr lang="zh-CN" altLang="en-US" b="1"/>
            </a:p>
          </p:txBody>
        </p:sp>
        <p:sp>
          <p:nvSpPr>
            <p:cNvPr id="59441" name="Line 63"/>
            <p:cNvSpPr>
              <a:spLocks noChangeShapeType="1"/>
            </p:cNvSpPr>
            <p:nvPr/>
          </p:nvSpPr>
          <p:spPr bwMode="auto">
            <a:xfrm>
              <a:off x="1368" y="1926"/>
              <a:ext cx="144" cy="0"/>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grpSp>
      <p:sp>
        <p:nvSpPr>
          <p:cNvPr id="286784" name="Rectangle 64"/>
          <p:cNvSpPr>
            <a:spLocks noChangeArrowheads="1"/>
          </p:cNvSpPr>
          <p:nvPr/>
        </p:nvSpPr>
        <p:spPr bwMode="auto">
          <a:xfrm>
            <a:off x="2256073" y="2737483"/>
            <a:ext cx="533331" cy="503355"/>
          </a:xfrm>
          <a:prstGeom prst="rect">
            <a:avLst/>
          </a:prstGeom>
          <a:solidFill>
            <a:srgbClr val="FFFF99"/>
          </a:solidFill>
          <a:ln w="12700">
            <a:solidFill>
              <a:schemeClr val="tx1"/>
            </a:solidFill>
            <a:miter lim="800000"/>
            <a:headEnd/>
            <a:tailEnd/>
          </a:ln>
        </p:spPr>
        <p:txBody>
          <a:bodyPr wrap="none" lIns="108850" tIns="54425" rIns="108850" bIns="54425" anchor="ctr"/>
          <a:lstStyle/>
          <a:p>
            <a:pPr algn="ctr" defTabSz="907085"/>
            <a:r>
              <a:rPr kumimoji="1" lang="en-US" altLang="zh-CN" sz="2400" b="1">
                <a:solidFill>
                  <a:srgbClr val="333399"/>
                </a:solidFill>
                <a:ea typeface="黑体" pitchFamily="49" charset="-122"/>
              </a:rPr>
              <a:t>A</a:t>
            </a:r>
          </a:p>
        </p:txBody>
      </p:sp>
      <p:sp>
        <p:nvSpPr>
          <p:cNvPr id="286785" name="Rectangle 65"/>
          <p:cNvSpPr>
            <a:spLocks noChangeArrowheads="1"/>
          </p:cNvSpPr>
          <p:nvPr/>
        </p:nvSpPr>
        <p:spPr bwMode="auto">
          <a:xfrm>
            <a:off x="8537522" y="2737483"/>
            <a:ext cx="533331" cy="503355"/>
          </a:xfrm>
          <a:prstGeom prst="rect">
            <a:avLst/>
          </a:prstGeom>
          <a:solidFill>
            <a:srgbClr val="FFFF99"/>
          </a:solidFill>
          <a:ln w="12700">
            <a:solidFill>
              <a:schemeClr val="tx1"/>
            </a:solidFill>
            <a:miter lim="800000"/>
            <a:headEnd/>
            <a:tailEnd/>
          </a:ln>
        </p:spPr>
        <p:txBody>
          <a:bodyPr wrap="none" lIns="108850" tIns="54425" rIns="108850" bIns="54425" anchor="ctr"/>
          <a:lstStyle/>
          <a:p>
            <a:pPr algn="ctr" defTabSz="907085"/>
            <a:r>
              <a:rPr kumimoji="1" lang="en-US" altLang="zh-CN" sz="2400" b="1">
                <a:solidFill>
                  <a:srgbClr val="333399"/>
                </a:solidFill>
                <a:ea typeface="黑体" pitchFamily="49" charset="-122"/>
              </a:rPr>
              <a:t>B</a:t>
            </a:r>
          </a:p>
        </p:txBody>
      </p:sp>
      <p:sp>
        <p:nvSpPr>
          <p:cNvPr id="59429" name="Text Box 66"/>
          <p:cNvSpPr txBox="1">
            <a:spLocks noChangeArrowheads="1"/>
          </p:cNvSpPr>
          <p:nvPr/>
        </p:nvSpPr>
        <p:spPr bwMode="auto">
          <a:xfrm>
            <a:off x="1039149" y="447779"/>
            <a:ext cx="843395" cy="47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spAutoFit/>
          </a:bodyPr>
          <a:lstStyle>
            <a:lvl1pPr defTabSz="762000">
              <a:defRPr sz="1600" b="1">
                <a:solidFill>
                  <a:srgbClr val="1C1C1C"/>
                </a:solidFill>
                <a:latin typeface="黑体" pitchFamily="49" charset="-122"/>
                <a:ea typeface="黑体" pitchFamily="49" charset="-122"/>
              </a:defRPr>
            </a:lvl1pPr>
            <a:lvl2pPr marL="742950" indent="-285750" defTabSz="762000">
              <a:defRPr sz="1600">
                <a:solidFill>
                  <a:srgbClr val="1C1C1C"/>
                </a:solidFill>
                <a:latin typeface="黑体" pitchFamily="49" charset="-122"/>
                <a:ea typeface="黑体" pitchFamily="49" charset="-122"/>
              </a:defRPr>
            </a:lvl2pPr>
            <a:lvl3pPr marL="1143000" indent="-228600" defTabSz="762000">
              <a:defRPr sz="1600">
                <a:solidFill>
                  <a:srgbClr val="1C1C1C"/>
                </a:solidFill>
                <a:latin typeface="黑体" pitchFamily="49" charset="-122"/>
                <a:ea typeface="黑体" pitchFamily="49" charset="-122"/>
              </a:defRPr>
            </a:lvl3pPr>
            <a:lvl4pPr marL="1600200" indent="-228600" defTabSz="762000">
              <a:defRPr sz="1600">
                <a:solidFill>
                  <a:srgbClr val="1C1C1C"/>
                </a:solidFill>
                <a:latin typeface="黑体" pitchFamily="49" charset="-122"/>
                <a:ea typeface="黑体" pitchFamily="49" charset="-122"/>
              </a:defRPr>
            </a:lvl4pPr>
            <a:lvl5pPr marL="2057400" indent="-228600" defTabSz="762000">
              <a:defRPr sz="1600">
                <a:solidFill>
                  <a:srgbClr val="1C1C1C"/>
                </a:solidFill>
                <a:latin typeface="黑体" pitchFamily="49" charset="-122"/>
                <a:ea typeface="黑体" pitchFamily="49" charset="-122"/>
              </a:defRPr>
            </a:lvl5pPr>
            <a:lvl6pPr marL="2514600" indent="-228600" defTabSz="762000" eaLnBrk="0" hangingPunct="0">
              <a:defRPr sz="1600">
                <a:solidFill>
                  <a:srgbClr val="1C1C1C"/>
                </a:solidFill>
                <a:latin typeface="黑体" pitchFamily="49" charset="-122"/>
                <a:ea typeface="黑体" pitchFamily="49" charset="-122"/>
              </a:defRPr>
            </a:lvl6pPr>
            <a:lvl7pPr marL="2971800" indent="-228600" defTabSz="762000" eaLnBrk="0" hangingPunct="0">
              <a:defRPr sz="1600">
                <a:solidFill>
                  <a:srgbClr val="1C1C1C"/>
                </a:solidFill>
                <a:latin typeface="黑体" pitchFamily="49" charset="-122"/>
                <a:ea typeface="黑体" pitchFamily="49" charset="-122"/>
              </a:defRPr>
            </a:lvl7pPr>
            <a:lvl8pPr marL="3429000" indent="-228600" defTabSz="762000" eaLnBrk="0" hangingPunct="0">
              <a:defRPr sz="1600">
                <a:solidFill>
                  <a:srgbClr val="1C1C1C"/>
                </a:solidFill>
                <a:latin typeface="黑体" pitchFamily="49" charset="-122"/>
                <a:ea typeface="黑体" pitchFamily="49" charset="-122"/>
              </a:defRPr>
            </a:lvl8pPr>
            <a:lvl9pPr marL="3886200" indent="-228600" defTabSz="762000" eaLnBrk="0" hangingPunct="0">
              <a:defRPr sz="1600">
                <a:solidFill>
                  <a:srgbClr val="1C1C1C"/>
                </a:solidFill>
                <a:latin typeface="黑体" pitchFamily="49" charset="-122"/>
                <a:ea typeface="黑体" pitchFamily="49" charset="-122"/>
              </a:defRPr>
            </a:lvl9pPr>
          </a:lstStyle>
          <a:p>
            <a:r>
              <a:rPr kumimoji="1" lang="en-US" altLang="zh-CN" sz="2400" i="1" dirty="0">
                <a:solidFill>
                  <a:srgbClr val="333399"/>
                </a:solidFill>
                <a:latin typeface="Arial" charset="0"/>
              </a:rPr>
              <a:t>t</a:t>
            </a:r>
            <a:r>
              <a:rPr kumimoji="1" lang="en-US" altLang="zh-CN" sz="2400" dirty="0">
                <a:solidFill>
                  <a:srgbClr val="333399"/>
                </a:solidFill>
                <a:latin typeface="Arial" charset="0"/>
              </a:rPr>
              <a:t> = 0</a:t>
            </a:r>
            <a:endParaRPr kumimoji="1" lang="en-US" altLang="zh-CN" sz="2400" baseline="30000" dirty="0">
              <a:solidFill>
                <a:srgbClr val="333399"/>
              </a:solidFill>
              <a:latin typeface="Arial" charset="0"/>
            </a:endParaRPr>
          </a:p>
        </p:txBody>
      </p:sp>
      <p:sp>
        <p:nvSpPr>
          <p:cNvPr id="59430" name="Line 67"/>
          <p:cNvSpPr>
            <a:spLocks noChangeShapeType="1"/>
          </p:cNvSpPr>
          <p:nvPr/>
        </p:nvSpPr>
        <p:spPr bwMode="auto">
          <a:xfrm>
            <a:off x="1932266" y="652614"/>
            <a:ext cx="550262"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grpSp>
        <p:nvGrpSpPr>
          <p:cNvPr id="14" name="Group 68"/>
          <p:cNvGrpSpPr>
            <a:grpSpLocks/>
          </p:cNvGrpSpPr>
          <p:nvPr/>
        </p:nvGrpSpPr>
        <p:grpSpPr bwMode="auto">
          <a:xfrm>
            <a:off x="5999970" y="4922392"/>
            <a:ext cx="5826424" cy="1089278"/>
            <a:chOff x="2835" y="3100"/>
            <a:chExt cx="2753" cy="686"/>
          </a:xfrm>
        </p:grpSpPr>
        <p:sp>
          <p:nvSpPr>
            <p:cNvPr id="59438" name="Text Box 69"/>
            <p:cNvSpPr txBox="1">
              <a:spLocks noChangeArrowheads="1"/>
            </p:cNvSpPr>
            <p:nvPr/>
          </p:nvSpPr>
          <p:spPr bwMode="auto">
            <a:xfrm>
              <a:off x="4332" y="3100"/>
              <a:ext cx="1256" cy="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defRPr sz="1600" b="1">
                  <a:solidFill>
                    <a:srgbClr val="1C1C1C"/>
                  </a:solidFill>
                  <a:latin typeface="黑体" pitchFamily="49" charset="-122"/>
                  <a:ea typeface="黑体" pitchFamily="49" charset="-122"/>
                </a:defRPr>
              </a:lvl1pPr>
              <a:lvl2pPr marL="742950" indent="-285750" defTabSz="762000">
                <a:defRPr sz="1600">
                  <a:solidFill>
                    <a:srgbClr val="1C1C1C"/>
                  </a:solidFill>
                  <a:latin typeface="黑体" pitchFamily="49" charset="-122"/>
                  <a:ea typeface="黑体" pitchFamily="49" charset="-122"/>
                </a:defRPr>
              </a:lvl2pPr>
              <a:lvl3pPr marL="1143000" indent="-228600" defTabSz="762000">
                <a:defRPr sz="1600">
                  <a:solidFill>
                    <a:srgbClr val="1C1C1C"/>
                  </a:solidFill>
                  <a:latin typeface="黑体" pitchFamily="49" charset="-122"/>
                  <a:ea typeface="黑体" pitchFamily="49" charset="-122"/>
                </a:defRPr>
              </a:lvl3pPr>
              <a:lvl4pPr marL="1600200" indent="-228600" defTabSz="762000">
                <a:defRPr sz="1600">
                  <a:solidFill>
                    <a:srgbClr val="1C1C1C"/>
                  </a:solidFill>
                  <a:latin typeface="黑体" pitchFamily="49" charset="-122"/>
                  <a:ea typeface="黑体" pitchFamily="49" charset="-122"/>
                </a:defRPr>
              </a:lvl4pPr>
              <a:lvl5pPr marL="2057400" indent="-228600" defTabSz="762000">
                <a:defRPr sz="1600">
                  <a:solidFill>
                    <a:srgbClr val="1C1C1C"/>
                  </a:solidFill>
                  <a:latin typeface="黑体" pitchFamily="49" charset="-122"/>
                  <a:ea typeface="黑体" pitchFamily="49" charset="-122"/>
                </a:defRPr>
              </a:lvl5pPr>
              <a:lvl6pPr marL="2514600" indent="-228600" defTabSz="762000" eaLnBrk="0" hangingPunct="0">
                <a:defRPr sz="1600">
                  <a:solidFill>
                    <a:srgbClr val="1C1C1C"/>
                  </a:solidFill>
                  <a:latin typeface="黑体" pitchFamily="49" charset="-122"/>
                  <a:ea typeface="黑体" pitchFamily="49" charset="-122"/>
                </a:defRPr>
              </a:lvl6pPr>
              <a:lvl7pPr marL="2971800" indent="-228600" defTabSz="762000" eaLnBrk="0" hangingPunct="0">
                <a:defRPr sz="1600">
                  <a:solidFill>
                    <a:srgbClr val="1C1C1C"/>
                  </a:solidFill>
                  <a:latin typeface="黑体" pitchFamily="49" charset="-122"/>
                  <a:ea typeface="黑体" pitchFamily="49" charset="-122"/>
                </a:defRPr>
              </a:lvl7pPr>
              <a:lvl8pPr marL="3429000" indent="-228600" defTabSz="762000" eaLnBrk="0" hangingPunct="0">
                <a:defRPr sz="1600">
                  <a:solidFill>
                    <a:srgbClr val="1C1C1C"/>
                  </a:solidFill>
                  <a:latin typeface="黑体" pitchFamily="49" charset="-122"/>
                  <a:ea typeface="黑体" pitchFamily="49" charset="-122"/>
                </a:defRPr>
              </a:lvl8pPr>
              <a:lvl9pPr marL="3886200" indent="-228600" defTabSz="762000" eaLnBrk="0" hangingPunct="0">
                <a:defRPr sz="1600">
                  <a:solidFill>
                    <a:srgbClr val="1C1C1C"/>
                  </a:solidFill>
                  <a:latin typeface="黑体" pitchFamily="49" charset="-122"/>
                  <a:ea typeface="黑体" pitchFamily="49" charset="-122"/>
                </a:defRPr>
              </a:lvl9pPr>
            </a:lstStyle>
            <a:p>
              <a:pPr>
                <a:lnSpc>
                  <a:spcPct val="90000"/>
                </a:lnSpc>
              </a:pPr>
              <a:r>
                <a:rPr kumimoji="1" lang="en-US" altLang="zh-CN" sz="2400" i="1">
                  <a:solidFill>
                    <a:srgbClr val="333399"/>
                  </a:solidFill>
                  <a:latin typeface="Arial" charset="0"/>
                </a:rPr>
                <a:t>t</a:t>
              </a:r>
              <a:r>
                <a:rPr kumimoji="1" lang="en-US" altLang="zh-CN" sz="2400">
                  <a:solidFill>
                    <a:srgbClr val="333399"/>
                  </a:solidFill>
                  <a:latin typeface="Arial" charset="0"/>
                </a:rPr>
                <a:t> = </a:t>
              </a:r>
              <a:r>
                <a:rPr kumimoji="1" lang="en-US" altLang="zh-CN" sz="2400">
                  <a:solidFill>
                    <a:srgbClr val="333399"/>
                  </a:solidFill>
                  <a:latin typeface="Tahoma" pitchFamily="34" charset="0"/>
                  <a:ea typeface="宋体" pitchFamily="2" charset="-122"/>
                  <a:sym typeface="Symbol" pitchFamily="18" charset="2"/>
                </a:rPr>
                <a:t></a:t>
              </a:r>
              <a:endParaRPr kumimoji="1" lang="en-US" altLang="zh-CN" sz="2400" baseline="30000">
                <a:solidFill>
                  <a:srgbClr val="333399"/>
                </a:solidFill>
                <a:latin typeface="Arial" charset="0"/>
              </a:endParaRPr>
            </a:p>
            <a:p>
              <a:pPr>
                <a:lnSpc>
                  <a:spcPct val="90000"/>
                </a:lnSpc>
              </a:pPr>
              <a:r>
                <a:rPr kumimoji="1" lang="en-US" altLang="zh-CN" sz="2400">
                  <a:solidFill>
                    <a:srgbClr val="333399"/>
                  </a:solidFill>
                  <a:latin typeface="Arial" charset="0"/>
                </a:rPr>
                <a:t>B </a:t>
              </a:r>
              <a:r>
                <a:rPr kumimoji="1" lang="zh-CN" altLang="en-US" sz="2400">
                  <a:solidFill>
                    <a:srgbClr val="333399"/>
                  </a:solidFill>
                  <a:latin typeface="Arial" charset="0"/>
                </a:rPr>
                <a:t>检测到发生碰撞</a:t>
              </a:r>
            </a:p>
            <a:p>
              <a:pPr>
                <a:lnSpc>
                  <a:spcPct val="90000"/>
                </a:lnSpc>
              </a:pPr>
              <a:r>
                <a:rPr kumimoji="1" lang="zh-CN" altLang="en-US" sz="2400">
                  <a:solidFill>
                    <a:srgbClr val="333399"/>
                  </a:solidFill>
                  <a:latin typeface="Arial" charset="0"/>
                </a:rPr>
                <a:t>停止发送</a:t>
              </a:r>
            </a:p>
          </p:txBody>
        </p:sp>
        <p:sp>
          <p:nvSpPr>
            <p:cNvPr id="59439" name="Text Box 70"/>
            <p:cNvSpPr txBox="1">
              <a:spLocks noChangeArrowheads="1"/>
            </p:cNvSpPr>
            <p:nvPr/>
          </p:nvSpPr>
          <p:spPr bwMode="auto">
            <a:xfrm>
              <a:off x="2835" y="3339"/>
              <a:ext cx="47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lang="en-US" altLang="zh-CN" sz="2400">
                  <a:solidFill>
                    <a:schemeClr val="hlink"/>
                  </a:solidFill>
                  <a:latin typeface="Tahoma" pitchFamily="34" charset="0"/>
                  <a:ea typeface="宋体" pitchFamily="2" charset="-122"/>
                </a:rPr>
                <a:t>STOP</a:t>
              </a:r>
            </a:p>
          </p:txBody>
        </p:sp>
      </p:grpSp>
      <p:grpSp>
        <p:nvGrpSpPr>
          <p:cNvPr id="15" name="Group 71"/>
          <p:cNvGrpSpPr>
            <a:grpSpLocks/>
          </p:cNvGrpSpPr>
          <p:nvPr/>
        </p:nvGrpSpPr>
        <p:grpSpPr bwMode="auto">
          <a:xfrm>
            <a:off x="431744" y="5446390"/>
            <a:ext cx="3316386" cy="1421143"/>
            <a:chOff x="204" y="3430"/>
            <a:chExt cx="1567" cy="895"/>
          </a:xfrm>
        </p:grpSpPr>
        <p:sp>
          <p:nvSpPr>
            <p:cNvPr id="59436" name="Text Box 72"/>
            <p:cNvSpPr txBox="1">
              <a:spLocks noChangeArrowheads="1"/>
            </p:cNvSpPr>
            <p:nvPr/>
          </p:nvSpPr>
          <p:spPr bwMode="auto">
            <a:xfrm>
              <a:off x="204" y="3430"/>
              <a:ext cx="677" cy="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defRPr sz="1600" b="1">
                  <a:solidFill>
                    <a:srgbClr val="1C1C1C"/>
                  </a:solidFill>
                  <a:latin typeface="黑体" pitchFamily="49" charset="-122"/>
                  <a:ea typeface="黑体" pitchFamily="49" charset="-122"/>
                </a:defRPr>
              </a:lvl1pPr>
              <a:lvl2pPr marL="742950" indent="-285750" defTabSz="762000">
                <a:defRPr sz="1600">
                  <a:solidFill>
                    <a:srgbClr val="1C1C1C"/>
                  </a:solidFill>
                  <a:latin typeface="黑体" pitchFamily="49" charset="-122"/>
                  <a:ea typeface="黑体" pitchFamily="49" charset="-122"/>
                </a:defRPr>
              </a:lvl2pPr>
              <a:lvl3pPr marL="1143000" indent="-228600" defTabSz="762000">
                <a:defRPr sz="1600">
                  <a:solidFill>
                    <a:srgbClr val="1C1C1C"/>
                  </a:solidFill>
                  <a:latin typeface="黑体" pitchFamily="49" charset="-122"/>
                  <a:ea typeface="黑体" pitchFamily="49" charset="-122"/>
                </a:defRPr>
              </a:lvl3pPr>
              <a:lvl4pPr marL="1600200" indent="-228600" defTabSz="762000">
                <a:defRPr sz="1600">
                  <a:solidFill>
                    <a:srgbClr val="1C1C1C"/>
                  </a:solidFill>
                  <a:latin typeface="黑体" pitchFamily="49" charset="-122"/>
                  <a:ea typeface="黑体" pitchFamily="49" charset="-122"/>
                </a:defRPr>
              </a:lvl4pPr>
              <a:lvl5pPr marL="2057400" indent="-228600" defTabSz="762000">
                <a:defRPr sz="1600">
                  <a:solidFill>
                    <a:srgbClr val="1C1C1C"/>
                  </a:solidFill>
                  <a:latin typeface="黑体" pitchFamily="49" charset="-122"/>
                  <a:ea typeface="黑体" pitchFamily="49" charset="-122"/>
                </a:defRPr>
              </a:lvl5pPr>
              <a:lvl6pPr marL="2514600" indent="-228600" defTabSz="762000" eaLnBrk="0" hangingPunct="0">
                <a:defRPr sz="1600">
                  <a:solidFill>
                    <a:srgbClr val="1C1C1C"/>
                  </a:solidFill>
                  <a:latin typeface="黑体" pitchFamily="49" charset="-122"/>
                  <a:ea typeface="黑体" pitchFamily="49" charset="-122"/>
                </a:defRPr>
              </a:lvl6pPr>
              <a:lvl7pPr marL="2971800" indent="-228600" defTabSz="762000" eaLnBrk="0" hangingPunct="0">
                <a:defRPr sz="1600">
                  <a:solidFill>
                    <a:srgbClr val="1C1C1C"/>
                  </a:solidFill>
                  <a:latin typeface="黑体" pitchFamily="49" charset="-122"/>
                  <a:ea typeface="黑体" pitchFamily="49" charset="-122"/>
                </a:defRPr>
              </a:lvl7pPr>
              <a:lvl8pPr marL="3429000" indent="-228600" defTabSz="762000" eaLnBrk="0" hangingPunct="0">
                <a:defRPr sz="1600">
                  <a:solidFill>
                    <a:srgbClr val="1C1C1C"/>
                  </a:solidFill>
                  <a:latin typeface="黑体" pitchFamily="49" charset="-122"/>
                  <a:ea typeface="黑体" pitchFamily="49" charset="-122"/>
                </a:defRPr>
              </a:lvl8pPr>
              <a:lvl9pPr marL="3886200" indent="-228600" defTabSz="762000" eaLnBrk="0" hangingPunct="0">
                <a:defRPr sz="1600">
                  <a:solidFill>
                    <a:srgbClr val="1C1C1C"/>
                  </a:solidFill>
                  <a:latin typeface="黑体" pitchFamily="49" charset="-122"/>
                  <a:ea typeface="黑体" pitchFamily="49" charset="-122"/>
                </a:defRPr>
              </a:lvl9pPr>
            </a:lstStyle>
            <a:p>
              <a:pPr>
                <a:lnSpc>
                  <a:spcPct val="90000"/>
                </a:lnSpc>
              </a:pPr>
              <a:r>
                <a:rPr kumimoji="1" lang="en-US" altLang="zh-CN" sz="2400" i="1" dirty="0">
                  <a:solidFill>
                    <a:srgbClr val="333399"/>
                  </a:solidFill>
                  <a:latin typeface="Arial" charset="0"/>
                </a:rPr>
                <a:t>t</a:t>
              </a:r>
              <a:r>
                <a:rPr kumimoji="1" lang="en-US" altLang="zh-CN" sz="2400" dirty="0">
                  <a:solidFill>
                    <a:srgbClr val="333399"/>
                  </a:solidFill>
                  <a:latin typeface="Arial" charset="0"/>
                </a:rPr>
                <a:t> = 2</a:t>
              </a:r>
              <a:r>
                <a:rPr kumimoji="1" lang="en-US" altLang="zh-CN" sz="2400" dirty="0">
                  <a:solidFill>
                    <a:srgbClr val="333399"/>
                  </a:solidFill>
                  <a:latin typeface="Tahoma" pitchFamily="34" charset="0"/>
                  <a:ea typeface="宋体" pitchFamily="2" charset="-122"/>
                  <a:sym typeface="Symbol" pitchFamily="18" charset="2"/>
                </a:rPr>
                <a:t></a:t>
              </a:r>
              <a:r>
                <a:rPr kumimoji="1" lang="en-US" altLang="zh-CN" sz="2400" dirty="0">
                  <a:solidFill>
                    <a:srgbClr val="333399"/>
                  </a:solidFill>
                  <a:latin typeface="Arial" charset="0"/>
                </a:rPr>
                <a:t> </a:t>
              </a:r>
              <a:r>
                <a:rPr kumimoji="1" lang="en-US" altLang="zh-CN" sz="2400" dirty="0">
                  <a:solidFill>
                    <a:srgbClr val="333399"/>
                  </a:solidFill>
                  <a:latin typeface="Arial" charset="0"/>
                  <a:sym typeface="Symbol" pitchFamily="18" charset="2"/>
                </a:rPr>
                <a:t> </a:t>
              </a:r>
              <a:endParaRPr kumimoji="1" lang="en-US" altLang="zh-CN" sz="2400" baseline="30000" dirty="0">
                <a:solidFill>
                  <a:srgbClr val="333399"/>
                </a:solidFill>
                <a:latin typeface="Arial" charset="0"/>
              </a:endParaRPr>
            </a:p>
            <a:p>
              <a:pPr>
                <a:lnSpc>
                  <a:spcPct val="90000"/>
                </a:lnSpc>
              </a:pPr>
              <a:r>
                <a:rPr kumimoji="1" lang="en-US" altLang="zh-CN" sz="2400" dirty="0">
                  <a:solidFill>
                    <a:srgbClr val="333399"/>
                  </a:solidFill>
                  <a:latin typeface="Arial" charset="0"/>
                </a:rPr>
                <a:t>A </a:t>
              </a:r>
              <a:r>
                <a:rPr kumimoji="1" lang="zh-CN" altLang="en-US" sz="2400" dirty="0">
                  <a:solidFill>
                    <a:srgbClr val="333399"/>
                  </a:solidFill>
                  <a:latin typeface="Arial" charset="0"/>
                </a:rPr>
                <a:t>检测到</a:t>
              </a:r>
            </a:p>
            <a:p>
              <a:pPr>
                <a:lnSpc>
                  <a:spcPct val="90000"/>
                </a:lnSpc>
              </a:pPr>
              <a:r>
                <a:rPr kumimoji="1" lang="zh-CN" altLang="en-US" sz="2400" dirty="0">
                  <a:solidFill>
                    <a:srgbClr val="333399"/>
                  </a:solidFill>
                  <a:latin typeface="Arial" charset="0"/>
                </a:rPr>
                <a:t>发生</a:t>
              </a:r>
              <a:r>
                <a:rPr kumimoji="1" lang="zh-CN" altLang="en-US" sz="2400" dirty="0" smtClean="0">
                  <a:solidFill>
                    <a:srgbClr val="333399"/>
                  </a:solidFill>
                  <a:latin typeface="Arial" charset="0"/>
                </a:rPr>
                <a:t>碰撞</a:t>
              </a:r>
              <a:endParaRPr kumimoji="1" lang="en-US" altLang="zh-CN" sz="2400" dirty="0" smtClean="0">
                <a:solidFill>
                  <a:srgbClr val="333399"/>
                </a:solidFill>
                <a:latin typeface="Arial" charset="0"/>
              </a:endParaRPr>
            </a:p>
            <a:p>
              <a:pPr>
                <a:lnSpc>
                  <a:spcPct val="90000"/>
                </a:lnSpc>
              </a:pPr>
              <a:r>
                <a:rPr kumimoji="1" lang="zh-CN" altLang="en-US" sz="2400" dirty="0" smtClean="0">
                  <a:solidFill>
                    <a:srgbClr val="333399"/>
                  </a:solidFill>
                  <a:latin typeface="Arial" charset="0"/>
                </a:rPr>
                <a:t>停止发送</a:t>
              </a:r>
              <a:endParaRPr kumimoji="1" lang="zh-CN" altLang="en-US" sz="2400" dirty="0">
                <a:solidFill>
                  <a:srgbClr val="333399"/>
                </a:solidFill>
                <a:latin typeface="Arial" charset="0"/>
              </a:endParaRPr>
            </a:p>
          </p:txBody>
        </p:sp>
        <p:sp>
          <p:nvSpPr>
            <p:cNvPr id="59437" name="Text Box 73"/>
            <p:cNvSpPr txBox="1">
              <a:spLocks noChangeArrowheads="1"/>
            </p:cNvSpPr>
            <p:nvPr/>
          </p:nvSpPr>
          <p:spPr bwMode="auto">
            <a:xfrm>
              <a:off x="1294" y="3520"/>
              <a:ext cx="47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lang="en-US" altLang="zh-CN" sz="2400" dirty="0">
                  <a:solidFill>
                    <a:schemeClr val="hlink"/>
                  </a:solidFill>
                  <a:latin typeface="Tahoma" pitchFamily="34" charset="0"/>
                  <a:ea typeface="宋体" pitchFamily="2" charset="-122"/>
                </a:rPr>
                <a:t>STOP</a:t>
              </a:r>
            </a:p>
          </p:txBody>
        </p:sp>
      </p:grpSp>
      <p:sp>
        <p:nvSpPr>
          <p:cNvPr id="286794" name="Rectangle 74"/>
          <p:cNvSpPr>
            <a:spLocks noChangeArrowheads="1"/>
          </p:cNvSpPr>
          <p:nvPr/>
        </p:nvSpPr>
        <p:spPr bwMode="auto">
          <a:xfrm>
            <a:off x="2256073" y="5143104"/>
            <a:ext cx="533331" cy="501766"/>
          </a:xfrm>
          <a:prstGeom prst="rect">
            <a:avLst/>
          </a:prstGeom>
          <a:solidFill>
            <a:srgbClr val="FFFF99"/>
          </a:solidFill>
          <a:ln w="12700">
            <a:solidFill>
              <a:schemeClr val="tx1"/>
            </a:solidFill>
            <a:miter lim="800000"/>
            <a:headEnd/>
            <a:tailEnd/>
          </a:ln>
        </p:spPr>
        <p:txBody>
          <a:bodyPr wrap="none" lIns="108850" tIns="54425" rIns="108850" bIns="54425" anchor="ctr"/>
          <a:lstStyle/>
          <a:p>
            <a:pPr algn="ctr" defTabSz="907085"/>
            <a:r>
              <a:rPr kumimoji="1" lang="en-US" altLang="zh-CN" sz="2400" b="1">
                <a:solidFill>
                  <a:srgbClr val="333399"/>
                </a:solidFill>
                <a:ea typeface="黑体" pitchFamily="49" charset="-122"/>
              </a:rPr>
              <a:t>A</a:t>
            </a:r>
          </a:p>
        </p:txBody>
      </p:sp>
      <p:sp>
        <p:nvSpPr>
          <p:cNvPr id="286795" name="Rectangle 75"/>
          <p:cNvSpPr>
            <a:spLocks noChangeArrowheads="1"/>
          </p:cNvSpPr>
          <p:nvPr/>
        </p:nvSpPr>
        <p:spPr bwMode="auto">
          <a:xfrm>
            <a:off x="8537522" y="4365049"/>
            <a:ext cx="533331" cy="504942"/>
          </a:xfrm>
          <a:prstGeom prst="rect">
            <a:avLst/>
          </a:prstGeom>
          <a:solidFill>
            <a:srgbClr val="FFFF99"/>
          </a:solidFill>
          <a:ln w="12700">
            <a:solidFill>
              <a:schemeClr val="tx1"/>
            </a:solidFill>
            <a:miter lim="800000"/>
            <a:headEnd/>
            <a:tailEnd/>
          </a:ln>
        </p:spPr>
        <p:txBody>
          <a:bodyPr wrap="none" lIns="108850" tIns="54425" rIns="108850" bIns="54425" anchor="ctr"/>
          <a:lstStyle/>
          <a:p>
            <a:pPr algn="ctr" defTabSz="907085"/>
            <a:r>
              <a:rPr kumimoji="1" lang="en-US" altLang="zh-CN" sz="2400" b="1">
                <a:solidFill>
                  <a:srgbClr val="333399"/>
                </a:solidFill>
                <a:ea typeface="黑体" pitchFamily="49" charset="-122"/>
              </a:rPr>
              <a:t>B</a:t>
            </a:r>
          </a:p>
        </p:txBody>
      </p:sp>
      <p:sp>
        <p:nvSpPr>
          <p:cNvPr id="59435" name="Text Box 76"/>
          <p:cNvSpPr txBox="1">
            <a:spLocks noChangeArrowheads="1"/>
          </p:cNvSpPr>
          <p:nvPr/>
        </p:nvSpPr>
        <p:spPr bwMode="auto">
          <a:xfrm>
            <a:off x="9010607" y="1781588"/>
            <a:ext cx="2717305" cy="1002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algn="ctr" eaLnBrk="1" hangingPunct="1"/>
            <a:r>
              <a:rPr lang="zh-CN" altLang="en-US" sz="2900">
                <a:solidFill>
                  <a:srgbClr val="333399"/>
                </a:solidFill>
                <a:latin typeface="Arial" charset="0"/>
              </a:rPr>
              <a:t>单程端到端</a:t>
            </a:r>
          </a:p>
          <a:p>
            <a:pPr algn="ctr" eaLnBrk="1" hangingPunct="1"/>
            <a:r>
              <a:rPr lang="zh-CN" altLang="en-US" sz="2900">
                <a:solidFill>
                  <a:srgbClr val="333399"/>
                </a:solidFill>
                <a:latin typeface="Arial" charset="0"/>
              </a:rPr>
              <a:t>传播时延记为</a:t>
            </a:r>
            <a:r>
              <a:rPr lang="zh-CN" altLang="en-US" sz="2900" i="1">
                <a:solidFill>
                  <a:srgbClr val="333399"/>
                </a:solidFill>
                <a:latin typeface="Arial" charset="0"/>
                <a:sym typeface="Symbol" pitchFamily="18" charset="2"/>
              </a:rPr>
              <a:t></a:t>
            </a:r>
            <a:r>
              <a:rPr lang="zh-CN" altLang="en-US" sz="2900">
                <a:solidFill>
                  <a:srgbClr val="333399"/>
                </a:solidFill>
                <a:latin typeface="Arial" charset="0"/>
              </a:rPr>
              <a:t> </a:t>
            </a:r>
          </a:p>
        </p:txBody>
      </p:sp>
    </p:spTree>
    <p:extLst>
      <p:ext uri="{BB962C8B-B14F-4D97-AF65-F5344CB8AC3E}">
        <p14:creationId xmlns:p14="http://schemas.microsoft.com/office/powerpoint/2010/main" val="4283565228"/>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8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678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6785"/>
                                        </p:tgtEl>
                                        <p:attrNameLst>
                                          <p:attrName>style.visibility</p:attrName>
                                        </p:attrNameLst>
                                      </p:cBhvr>
                                      <p:to>
                                        <p:strVal val="visible"/>
                                      </p:to>
                                    </p:set>
                                  </p:childTnLst>
                                </p:cTn>
                              </p:par>
                              <p:par>
                                <p:cTn id="13" presetID="35" presetClass="emph" presetSubtype="0" repeatCount="3000" fill="hold" grpId="1" nodeType="withEffect">
                                  <p:stCondLst>
                                    <p:cond delay="500"/>
                                  </p:stCondLst>
                                  <p:childTnLst>
                                    <p:anim calcmode="discrete" valueType="str">
                                      <p:cBhvr>
                                        <p:cTn id="14" dur="1000" fill="hold"/>
                                        <p:tgtEl>
                                          <p:spTgt spid="286780"/>
                                        </p:tgtEl>
                                        <p:attrNameLst>
                                          <p:attrName>style.visibility</p:attrName>
                                        </p:attrNameLst>
                                      </p:cBhvr>
                                      <p:tavLst>
                                        <p:tav tm="0">
                                          <p:val>
                                            <p:strVal val="hidden"/>
                                          </p:val>
                                        </p:tav>
                                        <p:tav tm="50000">
                                          <p:val>
                                            <p:strVal val="visible"/>
                                          </p:val>
                                        </p:tav>
                                      </p:tavLst>
                                    </p:anim>
                                  </p:childTnLst>
                                </p:cTn>
                              </p:par>
                              <p:par>
                                <p:cTn id="15" presetID="35" presetClass="emph" presetSubtype="0" repeatCount="3000" fill="hold" nodeType="withEffect">
                                  <p:stCondLst>
                                    <p:cond delay="500"/>
                                  </p:stCondLst>
                                  <p:childTnLst>
                                    <p:anim calcmode="discrete" valueType="str">
                                      <p:cBhvr>
                                        <p:cTn id="16" dur="1000" fill="hold"/>
                                        <p:tgtEl>
                                          <p:spTgt spid="13"/>
                                        </p:tgtEl>
                                        <p:attrNameLst>
                                          <p:attrName>style.visibility</p:attrName>
                                        </p:attrNameLst>
                                      </p:cBhvr>
                                      <p:tavLst>
                                        <p:tav tm="0">
                                          <p:val>
                                            <p:strVal val="hidden"/>
                                          </p:val>
                                        </p:tav>
                                        <p:tav tm="50000">
                                          <p:val>
                                            <p:strVal val="visible"/>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8677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677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677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677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8677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8677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6738"/>
                                        </p:tgtEl>
                                        <p:attrNameLst>
                                          <p:attrName>style.visibility</p:attrName>
                                        </p:attrNameLst>
                                      </p:cBhvr>
                                      <p:to>
                                        <p:strVal val="visible"/>
                                      </p:to>
                                    </p:set>
                                  </p:childTnLst>
                                </p:cTn>
                              </p:par>
                              <p:par>
                                <p:cTn id="33" presetID="35" presetClass="emph" presetSubtype="0" repeatCount="3000" fill="hold" grpId="1" nodeType="withEffect">
                                  <p:stCondLst>
                                    <p:cond delay="500"/>
                                  </p:stCondLst>
                                  <p:childTnLst>
                                    <p:anim calcmode="discrete" valueType="str">
                                      <p:cBhvr>
                                        <p:cTn id="34" dur="1000" fill="hold"/>
                                        <p:tgtEl>
                                          <p:spTgt spid="286738"/>
                                        </p:tgtEl>
                                        <p:attrNameLst>
                                          <p:attrName>style.visibility</p:attrName>
                                        </p:attrNameLst>
                                      </p:cBhvr>
                                      <p:tavLst>
                                        <p:tav tm="0">
                                          <p:val>
                                            <p:strVal val="hidden"/>
                                          </p:val>
                                        </p:tav>
                                        <p:tav tm="50000">
                                          <p:val>
                                            <p:strVal val="visible"/>
                                          </p:val>
                                        </p:tav>
                                      </p:tavLst>
                                    </p:anim>
                                  </p:childTnLst>
                                </p:cTn>
                              </p:par>
                              <p:par>
                                <p:cTn id="35" presetID="35" presetClass="emph" presetSubtype="0" repeatCount="3000" fill="hold" grpId="1" nodeType="withEffect">
                                  <p:stCondLst>
                                    <p:cond delay="500"/>
                                  </p:stCondLst>
                                  <p:childTnLst>
                                    <p:anim calcmode="discrete" valueType="str">
                                      <p:cBhvr>
                                        <p:cTn id="36" dur="1000" fill="hold"/>
                                        <p:tgtEl>
                                          <p:spTgt spid="286774"/>
                                        </p:tgtEl>
                                        <p:attrNameLst>
                                          <p:attrName>style.visibility</p:attrName>
                                        </p:attrNameLst>
                                      </p:cBhvr>
                                      <p:tavLst>
                                        <p:tav tm="0">
                                          <p:val>
                                            <p:strVal val="hidden"/>
                                          </p:val>
                                        </p:tav>
                                        <p:tav tm="50000">
                                          <p:val>
                                            <p:strVal val="visible"/>
                                          </p:val>
                                        </p:tav>
                                      </p:tavLst>
                                    </p:anim>
                                  </p:childTnLst>
                                </p:cTn>
                              </p:par>
                              <p:par>
                                <p:cTn id="37" presetID="35" presetClass="emph" presetSubtype="0" repeatCount="3000" fill="hold" grpId="2" nodeType="withEffect">
                                  <p:stCondLst>
                                    <p:cond delay="500"/>
                                  </p:stCondLst>
                                  <p:childTnLst>
                                    <p:anim calcmode="discrete" valueType="str">
                                      <p:cBhvr>
                                        <p:cTn id="38" dur="1000" fill="hold"/>
                                        <p:tgtEl>
                                          <p:spTgt spid="286774"/>
                                        </p:tgtEl>
                                        <p:attrNameLst>
                                          <p:attrName>style.visibility</p:attrName>
                                        </p:attrNameLst>
                                      </p:cBhvr>
                                      <p:tavLst>
                                        <p:tav tm="0">
                                          <p:val>
                                            <p:strVal val="hidden"/>
                                          </p:val>
                                        </p:tav>
                                        <p:tav tm="50000">
                                          <p:val>
                                            <p:strVal val="visible"/>
                                          </p:val>
                                        </p:tav>
                                      </p:tavLst>
                                    </p:anim>
                                  </p:childTnLst>
                                </p:cTn>
                              </p:par>
                              <p:par>
                                <p:cTn id="39" presetID="35" presetClass="emph" presetSubtype="0" repeatCount="3000" fill="hold" grpId="1" nodeType="withEffect">
                                  <p:stCondLst>
                                    <p:cond delay="500"/>
                                  </p:stCondLst>
                                  <p:childTnLst>
                                    <p:anim calcmode="discrete" valueType="str">
                                      <p:cBhvr>
                                        <p:cTn id="40" dur="1000" fill="hold"/>
                                        <p:tgtEl>
                                          <p:spTgt spid="286779"/>
                                        </p:tgtEl>
                                        <p:attrNameLst>
                                          <p:attrName>style.visibility</p:attrName>
                                        </p:attrNameLst>
                                      </p:cBhvr>
                                      <p:tavLst>
                                        <p:tav tm="0">
                                          <p:val>
                                            <p:strVal val="hidden"/>
                                          </p:val>
                                        </p:tav>
                                        <p:tav tm="50000">
                                          <p:val>
                                            <p:strVal val="visible"/>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8675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86795"/>
                                        </p:tgtEl>
                                        <p:attrNameLst>
                                          <p:attrName>style.visibility</p:attrName>
                                        </p:attrNameLst>
                                      </p:cBhvr>
                                      <p:to>
                                        <p:strVal val="visible"/>
                                      </p:to>
                                    </p:set>
                                  </p:childTnLst>
                                </p:cTn>
                              </p:par>
                            </p:childTnLst>
                          </p:cTn>
                        </p:par>
                        <p:par>
                          <p:cTn id="47" fill="hold" nodeType="afterGroup">
                            <p:stCondLst>
                              <p:cond delay="0"/>
                            </p:stCondLst>
                            <p:childTnLst>
                              <p:par>
                                <p:cTn id="48" presetID="22" presetClass="entr" presetSubtype="8" fill="hold" nodeType="after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wipe(left)">
                                      <p:cBhvr>
                                        <p:cTn id="50" dur="7000"/>
                                        <p:tgtEl>
                                          <p:spTgt spid="10"/>
                                        </p:tgtEl>
                                      </p:cBhvr>
                                    </p:animEffect>
                                  </p:childTnLst>
                                </p:cTn>
                              </p:par>
                              <p:par>
                                <p:cTn id="51" presetID="22" presetClass="entr" presetSubtype="2" fill="hold" nodeType="withEffect">
                                  <p:stCondLst>
                                    <p:cond delay="5500"/>
                                  </p:stCondLst>
                                  <p:childTnLst>
                                    <p:set>
                                      <p:cBhvr>
                                        <p:cTn id="52" dur="1" fill="hold">
                                          <p:stCondLst>
                                            <p:cond delay="0"/>
                                          </p:stCondLst>
                                        </p:cTn>
                                        <p:tgtEl>
                                          <p:spTgt spid="11"/>
                                        </p:tgtEl>
                                        <p:attrNameLst>
                                          <p:attrName>style.visibility</p:attrName>
                                        </p:attrNameLst>
                                      </p:cBhvr>
                                      <p:to>
                                        <p:strVal val="visible"/>
                                      </p:to>
                                    </p:set>
                                    <p:animEffect transition="in" filter="wipe(right)">
                                      <p:cBhvr>
                                        <p:cTn id="53" dur="1000"/>
                                        <p:tgtEl>
                                          <p:spTgt spid="11"/>
                                        </p:tgtEl>
                                      </p:cBhvr>
                                    </p:animEffect>
                                  </p:childTnLst>
                                </p:cTn>
                              </p:par>
                            </p:childTnLst>
                          </p:cTn>
                        </p:par>
                        <p:par>
                          <p:cTn id="54" fill="hold" nodeType="afterGroup">
                            <p:stCondLst>
                              <p:cond delay="7000"/>
                            </p:stCondLst>
                            <p:childTnLst>
                              <p:par>
                                <p:cTn id="55" presetID="1" presetClass="entr" presetSubtype="0" fill="hold" grpId="0" nodeType="afterEffect">
                                  <p:stCondLst>
                                    <p:cond delay="0"/>
                                  </p:stCondLst>
                                  <p:childTnLst>
                                    <p:set>
                                      <p:cBhvr>
                                        <p:cTn id="56" dur="1" fill="hold">
                                          <p:stCondLst>
                                            <p:cond delay="0"/>
                                          </p:stCondLst>
                                        </p:cTn>
                                        <p:tgtEl>
                                          <p:spTgt spid="286739"/>
                                        </p:tgtEl>
                                        <p:attrNameLst>
                                          <p:attrName>style.visibility</p:attrName>
                                        </p:attrNameLst>
                                      </p:cBhvr>
                                      <p:to>
                                        <p:strVal val="visible"/>
                                      </p:to>
                                    </p:set>
                                  </p:childTnLst>
                                </p:cTn>
                              </p:par>
                            </p:childTnLst>
                          </p:cTn>
                        </p:par>
                        <p:par>
                          <p:cTn id="57" fill="hold" nodeType="afterGroup">
                            <p:stCondLst>
                              <p:cond delay="7000"/>
                            </p:stCondLst>
                            <p:childTnLst>
                              <p:par>
                                <p:cTn id="58" presetID="35" presetClass="emph" presetSubtype="0" repeatCount="4000" fill="hold" grpId="1" nodeType="afterEffect">
                                  <p:stCondLst>
                                    <p:cond delay="0"/>
                                  </p:stCondLst>
                                  <p:childTnLst>
                                    <p:anim calcmode="discrete" valueType="str">
                                      <p:cBhvr>
                                        <p:cTn id="59" dur="1000" fill="hold"/>
                                        <p:tgtEl>
                                          <p:spTgt spid="286739"/>
                                        </p:tgtEl>
                                        <p:attrNameLst>
                                          <p:attrName>style.visibility</p:attrName>
                                        </p:attrNameLst>
                                      </p:cBhvr>
                                      <p:tavLst>
                                        <p:tav tm="0">
                                          <p:val>
                                            <p:strVal val="hidden"/>
                                          </p:val>
                                        </p:tav>
                                        <p:tav tm="50000">
                                          <p:val>
                                            <p:strVal val="visible"/>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286794"/>
                                        </p:tgtEl>
                                        <p:attrNameLst>
                                          <p:attrName>style.visibility</p:attrName>
                                        </p:attrNameLst>
                                      </p:cBhvr>
                                      <p:to>
                                        <p:strVal val="visible"/>
                                      </p:to>
                                    </p:set>
                                  </p:childTnLst>
                                </p:cTn>
                              </p:par>
                            </p:childTnLst>
                          </p:cTn>
                        </p:par>
                        <p:par>
                          <p:cTn id="64" fill="hold" nodeType="afterGroup">
                            <p:stCondLst>
                              <p:cond delay="0"/>
                            </p:stCondLst>
                            <p:childTnLst>
                              <p:par>
                                <p:cTn id="65" presetID="1" presetClass="entr" presetSubtype="0" fill="hold" grpId="0" nodeType="afterEffect">
                                  <p:stCondLst>
                                    <p:cond delay="0"/>
                                  </p:stCondLst>
                                  <p:childTnLst>
                                    <p:set>
                                      <p:cBhvr>
                                        <p:cTn id="66" dur="1" fill="hold">
                                          <p:stCondLst>
                                            <p:cond delay="0"/>
                                          </p:stCondLst>
                                        </p:cTn>
                                        <p:tgtEl>
                                          <p:spTgt spid="286760"/>
                                        </p:tgtEl>
                                        <p:attrNameLst>
                                          <p:attrName>style.visibility</p:attrName>
                                        </p:attrNameLst>
                                      </p:cBhvr>
                                      <p:to>
                                        <p:strVal val="visible"/>
                                      </p:to>
                                    </p:set>
                                  </p:childTnLst>
                                </p:cTn>
                              </p:par>
                            </p:childTnLst>
                          </p:cTn>
                        </p:par>
                        <p:par>
                          <p:cTn id="67" fill="hold" nodeType="afterGroup">
                            <p:stCondLst>
                              <p:cond delay="0"/>
                            </p:stCondLst>
                            <p:childTnLst>
                              <p:par>
                                <p:cTn id="68" presetID="1" presetClass="entr" presetSubtype="0" fill="hold" grpId="0" nodeType="afterEffect">
                                  <p:stCondLst>
                                    <p:cond delay="0"/>
                                  </p:stCondLst>
                                  <p:childTnLst>
                                    <p:set>
                                      <p:cBhvr>
                                        <p:cTn id="69" dur="1" fill="hold">
                                          <p:stCondLst>
                                            <p:cond delay="0"/>
                                          </p:stCondLst>
                                        </p:cTn>
                                        <p:tgtEl>
                                          <p:spTgt spid="286722"/>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286723"/>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286767"/>
                                        </p:tgtEl>
                                        <p:attrNameLst>
                                          <p:attrName>style.visibility</p:attrName>
                                        </p:attrNameLst>
                                      </p:cBhvr>
                                      <p:to>
                                        <p:strVal val="visible"/>
                                      </p:to>
                                    </p:set>
                                  </p:childTnLst>
                                </p:cTn>
                              </p:par>
                            </p:childTnLst>
                          </p:cTn>
                        </p:par>
                        <p:par>
                          <p:cTn id="74" fill="hold" nodeType="afterGroup">
                            <p:stCondLst>
                              <p:cond delay="0"/>
                            </p:stCondLst>
                            <p:childTnLst>
                              <p:par>
                                <p:cTn id="75" presetID="1" presetClass="entr" presetSubtype="0" fill="hold" nodeType="afterEffect">
                                  <p:stCondLst>
                                    <p:cond delay="0"/>
                                  </p:stCondLst>
                                  <p:childTnLst>
                                    <p:set>
                                      <p:cBhvr>
                                        <p:cTn id="76" dur="1" fill="hold">
                                          <p:stCondLst>
                                            <p:cond delay="0"/>
                                          </p:stCondLst>
                                        </p:cTn>
                                        <p:tgtEl>
                                          <p:spTgt spid="14"/>
                                        </p:tgtEl>
                                        <p:attrNameLst>
                                          <p:attrName>style.visibility</p:attrName>
                                        </p:attrNameLst>
                                      </p:cBhvr>
                                      <p:to>
                                        <p:strVal val="visible"/>
                                      </p:to>
                                    </p:set>
                                  </p:childTnLst>
                                </p:cTn>
                              </p:par>
                            </p:childTnLst>
                          </p:cTn>
                        </p:par>
                        <p:par>
                          <p:cTn id="77" fill="hold" nodeType="afterGroup">
                            <p:stCondLst>
                              <p:cond delay="0"/>
                            </p:stCondLst>
                            <p:childTnLst>
                              <p:par>
                                <p:cTn id="78" presetID="35" presetClass="emph" presetSubtype="0" repeatCount="3000" fill="hold" nodeType="afterEffect">
                                  <p:stCondLst>
                                    <p:cond delay="0"/>
                                  </p:stCondLst>
                                  <p:childTnLst>
                                    <p:anim calcmode="discrete" valueType="str">
                                      <p:cBhvr>
                                        <p:cTn id="79" dur="1000" fill="hold"/>
                                        <p:tgtEl>
                                          <p:spTgt spid="14"/>
                                        </p:tgtEl>
                                        <p:attrNameLst>
                                          <p:attrName>style.visibility</p:attrName>
                                        </p:attrNameLst>
                                      </p:cBhvr>
                                      <p:tavLst>
                                        <p:tav tm="0">
                                          <p:val>
                                            <p:strVal val="hidden"/>
                                          </p:val>
                                        </p:tav>
                                        <p:tav tm="50000">
                                          <p:val>
                                            <p:strVal val="visible"/>
                                          </p:val>
                                        </p:tav>
                                      </p:tavLst>
                                    </p:anim>
                                  </p:childTnLst>
                                </p:cTn>
                              </p:par>
                            </p:childTnLst>
                          </p:cTn>
                        </p:par>
                      </p:childTnLst>
                    </p:cTn>
                  </p:par>
                  <p:par>
                    <p:cTn id="80" fill="hold" nodeType="clickPar">
                      <p:stCondLst>
                        <p:cond delay="indefinite"/>
                      </p:stCondLst>
                      <p:childTnLst>
                        <p:par>
                          <p:cTn id="81" fill="hold" nodeType="withGroup">
                            <p:stCondLst>
                              <p:cond delay="0"/>
                            </p:stCondLst>
                            <p:childTnLst>
                              <p:par>
                                <p:cTn id="82" presetID="1" presetClass="entr" presetSubtype="0" fill="hold" nodeType="clickEffect">
                                  <p:stCondLst>
                                    <p:cond delay="0"/>
                                  </p:stCondLst>
                                  <p:childTnLst>
                                    <p:set>
                                      <p:cBhvr>
                                        <p:cTn id="83" dur="1" fill="hold">
                                          <p:stCondLst>
                                            <p:cond delay="0"/>
                                          </p:stCondLst>
                                        </p:cTn>
                                        <p:tgtEl>
                                          <p:spTgt spid="12"/>
                                        </p:tgtEl>
                                        <p:attrNameLst>
                                          <p:attrName>style.visibility</p:attrName>
                                        </p:attrNameLst>
                                      </p:cBhvr>
                                      <p:to>
                                        <p:strVal val="visible"/>
                                      </p:to>
                                    </p:set>
                                  </p:childTnLst>
                                </p:cTn>
                              </p:par>
                            </p:childTnLst>
                          </p:cTn>
                        </p:par>
                        <p:par>
                          <p:cTn id="84" fill="hold" nodeType="afterGroup">
                            <p:stCondLst>
                              <p:cond delay="0"/>
                            </p:stCondLst>
                            <p:childTnLst>
                              <p:par>
                                <p:cTn id="85" presetID="1" presetClass="entr" presetSubtype="0" fill="hold" nodeType="afterEffect">
                                  <p:stCondLst>
                                    <p:cond delay="0"/>
                                  </p:stCondLst>
                                  <p:childTnLst>
                                    <p:set>
                                      <p:cBhvr>
                                        <p:cTn id="86" dur="1" fill="hold">
                                          <p:stCondLst>
                                            <p:cond delay="0"/>
                                          </p:stCondLst>
                                        </p:cTn>
                                        <p:tgtEl>
                                          <p:spTgt spid="15"/>
                                        </p:tgtEl>
                                        <p:attrNameLst>
                                          <p:attrName>style.visibility</p:attrName>
                                        </p:attrNameLst>
                                      </p:cBhvr>
                                      <p:to>
                                        <p:strVal val="visible"/>
                                      </p:to>
                                    </p:set>
                                  </p:childTnLst>
                                </p:cTn>
                              </p:par>
                            </p:childTnLst>
                          </p:cTn>
                        </p:par>
                        <p:par>
                          <p:cTn id="87" fill="hold" nodeType="afterGroup">
                            <p:stCondLst>
                              <p:cond delay="0"/>
                            </p:stCondLst>
                            <p:childTnLst>
                              <p:par>
                                <p:cTn id="88" presetID="35" presetClass="emph" presetSubtype="0" repeatCount="3000" fill="hold" nodeType="afterEffect">
                                  <p:stCondLst>
                                    <p:cond delay="0"/>
                                  </p:stCondLst>
                                  <p:childTnLst>
                                    <p:anim calcmode="discrete" valueType="str">
                                      <p:cBhvr>
                                        <p:cTn id="89" dur="1000" fill="hold"/>
                                        <p:tgtEl>
                                          <p:spTgt spid="1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22" grpId="0" animBg="1"/>
      <p:bldP spid="286723" grpId="0" animBg="1"/>
      <p:bldP spid="286738" grpId="0"/>
      <p:bldP spid="286738" grpId="1"/>
      <p:bldP spid="286739" grpId="0"/>
      <p:bldP spid="286739" grpId="1"/>
      <p:bldP spid="286759" grpId="0" animBg="1"/>
      <p:bldP spid="286760" grpId="0" animBg="1"/>
      <p:bldP spid="286767" grpId="0" animBg="1"/>
      <p:bldP spid="286774" grpId="0" animBg="1"/>
      <p:bldP spid="286774" grpId="1" animBg="1"/>
      <p:bldP spid="286774" grpId="2" animBg="1"/>
      <p:bldP spid="286775" grpId="0" animBg="1"/>
      <p:bldP spid="286776" grpId="0" animBg="1"/>
      <p:bldP spid="286777" grpId="0" animBg="1"/>
      <p:bldP spid="286778" grpId="0" animBg="1"/>
      <p:bldP spid="286779" grpId="0" animBg="1"/>
      <p:bldP spid="286779" grpId="1" animBg="1"/>
      <p:bldP spid="286780" grpId="0"/>
      <p:bldP spid="286780" grpId="1"/>
      <p:bldP spid="286784" grpId="0" animBg="1"/>
      <p:bldP spid="286785" grpId="0" animBg="1"/>
      <p:bldP spid="286794" grpId="0" animBg="1"/>
      <p:bldP spid="286795"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3"/>
          <p:cNvSpPr>
            <a:spLocks noGrp="1" noChangeArrowheads="1"/>
          </p:cNvSpPr>
          <p:nvPr>
            <p:ph idx="1"/>
          </p:nvPr>
        </p:nvSpPr>
        <p:spPr/>
        <p:txBody>
          <a:bodyPr/>
          <a:lstStyle/>
          <a:p>
            <a:r>
              <a:rPr lang="zh-CN" altLang="en-US" sz="3200" b="1" kern="1200" dirty="0">
                <a:solidFill>
                  <a:srgbClr val="4D4D4D"/>
                </a:solidFill>
                <a:latin typeface="微软雅黑" panose="020B0503020204020204" pitchFamily="34" charset="-122"/>
                <a:ea typeface="微软雅黑" panose="020B0503020204020204" pitchFamily="34" charset="-122"/>
              </a:rPr>
              <a:t>使用 </a:t>
            </a:r>
            <a:r>
              <a:rPr lang="en-US" altLang="zh-CN" sz="3200" b="1" kern="1200" dirty="0">
                <a:solidFill>
                  <a:srgbClr val="4D4D4D"/>
                </a:solidFill>
                <a:latin typeface="微软雅黑" panose="020B0503020204020204" pitchFamily="34" charset="-122"/>
                <a:ea typeface="微软雅黑" panose="020B0503020204020204" pitchFamily="34" charset="-122"/>
              </a:rPr>
              <a:t>CSMA/CD </a:t>
            </a:r>
            <a:r>
              <a:rPr lang="zh-CN" altLang="en-US" sz="3200" b="1" kern="1200" dirty="0">
                <a:solidFill>
                  <a:srgbClr val="4D4D4D"/>
                </a:solidFill>
                <a:latin typeface="微软雅黑" panose="020B0503020204020204" pitchFamily="34" charset="-122"/>
                <a:ea typeface="微软雅黑" panose="020B0503020204020204" pitchFamily="34" charset="-122"/>
              </a:rPr>
              <a:t>协议的以太网不能进行全双工通信而只能进行双向交替通信（半双工通信）。</a:t>
            </a:r>
          </a:p>
          <a:p>
            <a:r>
              <a:rPr lang="zh-CN" altLang="en-US" sz="3200" b="1" kern="1200" dirty="0" smtClean="0">
                <a:solidFill>
                  <a:srgbClr val="4D4D4D"/>
                </a:solidFill>
                <a:latin typeface="微软雅黑" panose="020B0503020204020204" pitchFamily="34" charset="-122"/>
                <a:ea typeface="微软雅黑" panose="020B0503020204020204" pitchFamily="34" charset="-122"/>
              </a:rPr>
              <a:t>每台计算机在</a:t>
            </a:r>
            <a:r>
              <a:rPr lang="zh-CN" altLang="en-US" sz="3200" b="1" kern="1200" dirty="0">
                <a:solidFill>
                  <a:srgbClr val="4D4D4D"/>
                </a:solidFill>
                <a:latin typeface="微软雅黑" panose="020B0503020204020204" pitchFamily="34" charset="-122"/>
                <a:ea typeface="微软雅黑" panose="020B0503020204020204" pitchFamily="34" charset="-122"/>
              </a:rPr>
              <a:t>发送数据之后的一小段时间内，存在着遭遇碰撞的可能性。 </a:t>
            </a:r>
          </a:p>
        </p:txBody>
      </p:sp>
      <p:sp>
        <p:nvSpPr>
          <p:cNvPr id="61442" name="Rectangle 2"/>
          <p:cNvSpPr>
            <a:spLocks noGrp="1" noChangeArrowheads="1"/>
          </p:cNvSpPr>
          <p:nvPr>
            <p:ph type="title"/>
          </p:nvPr>
        </p:nvSpPr>
        <p:spPr/>
        <p:txBody>
          <a:bodyPr/>
          <a:lstStyle/>
          <a:p>
            <a:r>
              <a:rPr lang="en-US" altLang="zh-CN" dirty="0"/>
              <a:t>3.3.2 CSMA/CD</a:t>
            </a:r>
            <a:r>
              <a:rPr lang="zh-CN" altLang="en-US" dirty="0"/>
              <a:t>协议</a:t>
            </a:r>
            <a:endParaRPr lang="zh-CN" altLang="en-US" sz="4000" dirty="0">
              <a:solidFill>
                <a:srgbClr val="FFFFFF"/>
              </a:solidFill>
            </a:endParaRPr>
          </a:p>
        </p:txBody>
      </p:sp>
    </p:spTree>
    <p:extLst>
      <p:ext uri="{BB962C8B-B14F-4D97-AF65-F5344CB8AC3E}">
        <p14:creationId xmlns:p14="http://schemas.microsoft.com/office/powerpoint/2010/main" val="4074369976"/>
      </p:ext>
    </p:extLst>
  </p:cSld>
  <p:clrMapOvr>
    <a:masterClrMapping/>
  </p:clrMapOvr>
  <p:transition>
    <p:fade/>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p:cNvSpPr>
            <a:spLocks noGrp="1" noChangeArrowheads="1"/>
          </p:cNvSpPr>
          <p:nvPr>
            <p:ph idx="1"/>
          </p:nvPr>
        </p:nvSpPr>
        <p:spPr>
          <a:xfrm>
            <a:off x="442800" y="1267199"/>
            <a:ext cx="11269030" cy="4896000"/>
          </a:xfrm>
        </p:spPr>
        <p:txBody>
          <a:bodyPr/>
          <a:lstStyle/>
          <a:p>
            <a:r>
              <a:rPr lang="zh-CN" altLang="en-US" sz="3200" b="1" kern="1200" dirty="0" smtClean="0">
                <a:solidFill>
                  <a:srgbClr val="4D4D4D"/>
                </a:solidFill>
              </a:rPr>
              <a:t>一台计算机在</a:t>
            </a:r>
            <a:r>
              <a:rPr lang="zh-CN" altLang="en-US" sz="3200" b="1" kern="1200" dirty="0">
                <a:solidFill>
                  <a:srgbClr val="4D4D4D"/>
                </a:solidFill>
              </a:rPr>
              <a:t>发送数据帧</a:t>
            </a:r>
            <a:r>
              <a:rPr lang="zh-CN" altLang="en-US" sz="3200" b="1" kern="1200" dirty="0" smtClean="0">
                <a:solidFill>
                  <a:srgbClr val="4D4D4D"/>
                </a:solidFill>
              </a:rPr>
              <a:t>后</a:t>
            </a:r>
            <a:r>
              <a:rPr lang="zh-CN" altLang="en-US" sz="3200" b="1" kern="1200" dirty="0" smtClean="0">
                <a:solidFill>
                  <a:srgbClr val="C00000"/>
                </a:solidFill>
              </a:rPr>
              <a:t>最多</a:t>
            </a:r>
            <a:r>
              <a:rPr lang="zh-CN" altLang="en-US" sz="3200" b="1" kern="1200" dirty="0">
                <a:solidFill>
                  <a:srgbClr val="4D4D4D"/>
                </a:solidFill>
              </a:rPr>
              <a:t>经过时间 </a:t>
            </a:r>
            <a:r>
              <a:rPr lang="en-US" altLang="zh-CN" sz="3200" b="1" kern="1200" dirty="0">
                <a:solidFill>
                  <a:srgbClr val="4D4D4D"/>
                </a:solidFill>
              </a:rPr>
              <a:t>2</a:t>
            </a:r>
            <a:r>
              <a:rPr lang="en-US" altLang="zh-CN" sz="3200" b="1" kern="1200" dirty="0">
                <a:solidFill>
                  <a:srgbClr val="4D4D4D"/>
                </a:solidFill>
                <a:sym typeface="Symbol" pitchFamily="18" charset="2"/>
              </a:rPr>
              <a:t> </a:t>
            </a:r>
            <a:r>
              <a:rPr lang="zh-CN" altLang="en-US" sz="3200" b="1" kern="1200" dirty="0" smtClean="0">
                <a:solidFill>
                  <a:srgbClr val="4D4D4D"/>
                </a:solidFill>
              </a:rPr>
              <a:t>就</a:t>
            </a:r>
            <a:r>
              <a:rPr lang="zh-CN" altLang="en-US" sz="3200" b="1" kern="1200" dirty="0">
                <a:solidFill>
                  <a:srgbClr val="4D4D4D"/>
                </a:solidFill>
              </a:rPr>
              <a:t>可</a:t>
            </a:r>
            <a:r>
              <a:rPr lang="zh-CN" altLang="en-US" sz="3200" b="1" kern="1200" dirty="0" smtClean="0">
                <a:solidFill>
                  <a:srgbClr val="4D4D4D"/>
                </a:solidFill>
              </a:rPr>
              <a:t>知道自己所发送</a:t>
            </a:r>
            <a:r>
              <a:rPr lang="zh-CN" altLang="en-US" sz="3200" b="1" kern="1200" dirty="0">
                <a:solidFill>
                  <a:srgbClr val="4D4D4D"/>
                </a:solidFill>
              </a:rPr>
              <a:t>的数据帧是否遭受了碰撞</a:t>
            </a:r>
            <a:r>
              <a:rPr lang="zh-CN" altLang="en-US" sz="3200" b="1" kern="1200" dirty="0" smtClean="0">
                <a:solidFill>
                  <a:srgbClr val="4D4D4D"/>
                </a:solidFill>
              </a:rPr>
              <a:t>。</a:t>
            </a:r>
            <a:endParaRPr lang="en-US" altLang="zh-CN" sz="3200" b="1" kern="1200" dirty="0" smtClean="0">
              <a:solidFill>
                <a:srgbClr val="4D4D4D"/>
              </a:solidFill>
            </a:endParaRPr>
          </a:p>
          <a:p>
            <a:r>
              <a:rPr lang="en-US" altLang="zh-CN" b="1" dirty="0" smtClean="0"/>
              <a:t>2</a:t>
            </a:r>
            <a:r>
              <a:rPr lang="en-US" altLang="zh-CN" b="1" dirty="0">
                <a:sym typeface="Symbol" pitchFamily="18" charset="2"/>
              </a:rPr>
              <a:t> </a:t>
            </a:r>
            <a:r>
              <a:rPr lang="zh-CN" altLang="en-US" b="1" dirty="0"/>
              <a:t>称为</a:t>
            </a:r>
            <a:r>
              <a:rPr lang="zh-CN" altLang="en-US" b="1" dirty="0">
                <a:solidFill>
                  <a:srgbClr val="C00000"/>
                </a:solidFill>
              </a:rPr>
              <a:t>争用</a:t>
            </a:r>
            <a:r>
              <a:rPr lang="zh-CN" altLang="en-US" b="1" dirty="0" smtClean="0">
                <a:solidFill>
                  <a:srgbClr val="C00000"/>
                </a:solidFill>
              </a:rPr>
              <a:t>期</a:t>
            </a:r>
            <a:r>
              <a:rPr lang="zh-CN" altLang="en-US" b="1" dirty="0" smtClean="0"/>
              <a:t>或</a:t>
            </a:r>
            <a:r>
              <a:rPr lang="zh-CN" altLang="en-US" b="1" dirty="0">
                <a:solidFill>
                  <a:srgbClr val="C00000"/>
                </a:solidFill>
              </a:rPr>
              <a:t>碰撞窗口</a:t>
            </a:r>
            <a:r>
              <a:rPr lang="zh-CN" altLang="en-US" b="1" dirty="0" smtClean="0"/>
              <a:t>。以太网规定具体的争用期时间为 </a:t>
            </a:r>
            <a:r>
              <a:rPr lang="en-US" altLang="zh-CN" b="1" dirty="0" smtClean="0"/>
              <a:t>51.2 </a:t>
            </a:r>
            <a:r>
              <a:rPr lang="en-US" altLang="zh-CN" b="1" dirty="0">
                <a:sym typeface="Symbol" pitchFamily="18" charset="2"/>
              </a:rPr>
              <a:t></a:t>
            </a:r>
            <a:r>
              <a:rPr lang="en-US" altLang="zh-CN" b="1" dirty="0" smtClean="0"/>
              <a:t>s</a:t>
            </a:r>
            <a:r>
              <a:rPr lang="zh-CN" altLang="en-US" b="1" dirty="0" smtClean="0"/>
              <a:t>。</a:t>
            </a:r>
            <a:endParaRPr lang="zh-CN" altLang="en-US" b="1" dirty="0"/>
          </a:p>
          <a:p>
            <a:r>
              <a:rPr lang="zh-CN" altLang="en-US" sz="3200" b="1" kern="1200" dirty="0" smtClean="0">
                <a:solidFill>
                  <a:srgbClr val="4D4D4D"/>
                </a:solidFill>
              </a:rPr>
              <a:t>一台计算机在发送数据后，经过争用期这段时间还没有检测到碰撞，才能肯定这次发送不会发生碰撞。</a:t>
            </a:r>
          </a:p>
        </p:txBody>
      </p:sp>
      <p:sp>
        <p:nvSpPr>
          <p:cNvPr id="62466" name="Rectangle 2"/>
          <p:cNvSpPr>
            <a:spLocks noGrp="1" noChangeArrowheads="1"/>
          </p:cNvSpPr>
          <p:nvPr>
            <p:ph type="title"/>
          </p:nvPr>
        </p:nvSpPr>
        <p:spPr/>
        <p:txBody>
          <a:bodyPr/>
          <a:lstStyle/>
          <a:p>
            <a:r>
              <a:rPr lang="en-US" altLang="zh-CN" dirty="0"/>
              <a:t>3.3.2 CSMA/CD</a:t>
            </a:r>
            <a:r>
              <a:rPr lang="zh-CN" altLang="en-US" dirty="0"/>
              <a:t>协议</a:t>
            </a:r>
            <a:endParaRPr lang="zh-CN" altLang="en-US" sz="4000" dirty="0">
              <a:solidFill>
                <a:srgbClr val="FFFFFF"/>
              </a:solidFill>
            </a:endParaRPr>
          </a:p>
        </p:txBody>
      </p:sp>
    </p:spTree>
    <p:extLst>
      <p:ext uri="{BB962C8B-B14F-4D97-AF65-F5344CB8AC3E}">
        <p14:creationId xmlns:p14="http://schemas.microsoft.com/office/powerpoint/2010/main" val="36261685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2467">
                                            <p:txEl>
                                              <p:pRg st="1" end="1"/>
                                            </p:txEl>
                                          </p:spTgt>
                                        </p:tgtEl>
                                        <p:attrNameLst>
                                          <p:attrName>style.visibility</p:attrName>
                                        </p:attrNameLst>
                                      </p:cBhvr>
                                      <p:to>
                                        <p:strVal val="visible"/>
                                      </p:to>
                                    </p:set>
                                    <p:animEffect transition="in" filter="fade">
                                      <p:cBhvr>
                                        <p:cTn id="7" dur="1000"/>
                                        <p:tgtEl>
                                          <p:spTgt spid="62467">
                                            <p:txEl>
                                              <p:pRg st="1" end="1"/>
                                            </p:txEl>
                                          </p:spTgt>
                                        </p:tgtEl>
                                      </p:cBhvr>
                                    </p:animEffect>
                                    <p:anim calcmode="lin" valueType="num">
                                      <p:cBhvr>
                                        <p:cTn id="8" dur="1000" fill="hold"/>
                                        <p:tgtEl>
                                          <p:spTgt spid="6246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246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2467">
                                            <p:txEl>
                                              <p:pRg st="2" end="2"/>
                                            </p:txEl>
                                          </p:spTgt>
                                        </p:tgtEl>
                                        <p:attrNameLst>
                                          <p:attrName>style.visibility</p:attrName>
                                        </p:attrNameLst>
                                      </p:cBhvr>
                                      <p:to>
                                        <p:strVal val="visible"/>
                                      </p:to>
                                    </p:set>
                                    <p:animEffect transition="in" filter="fade">
                                      <p:cBhvr>
                                        <p:cTn id="14" dur="1000"/>
                                        <p:tgtEl>
                                          <p:spTgt spid="62467">
                                            <p:txEl>
                                              <p:pRg st="2" end="2"/>
                                            </p:txEl>
                                          </p:spTgt>
                                        </p:tgtEl>
                                      </p:cBhvr>
                                    </p:animEffect>
                                    <p:anim calcmode="lin" valueType="num">
                                      <p:cBhvr>
                                        <p:cTn id="15" dur="1000" fill="hold"/>
                                        <p:tgtEl>
                                          <p:spTgt spid="6246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6246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3491" name="Rectangle 3"/>
          <p:cNvSpPr>
            <a:spLocks noGrp="1" noChangeArrowheads="1"/>
          </p:cNvSpPr>
          <p:nvPr>
            <p:ph idx="1"/>
          </p:nvPr>
        </p:nvSpPr>
        <p:spPr>
          <a:noFill/>
        </p:spPr>
        <p:txBody>
          <a:bodyPr/>
          <a:lstStyle/>
          <a:p>
            <a:r>
              <a:rPr lang="zh-CN" altLang="en-US" sz="3200" b="1" kern="1200" dirty="0">
                <a:solidFill>
                  <a:srgbClr val="4D4D4D"/>
                </a:solidFill>
              </a:rPr>
              <a:t>发生碰撞</a:t>
            </a:r>
            <a:r>
              <a:rPr lang="zh-CN" altLang="en-US" sz="3200" b="1" kern="1200" dirty="0" smtClean="0">
                <a:solidFill>
                  <a:srgbClr val="4D4D4D"/>
                </a:solidFill>
              </a:rPr>
              <a:t>的计算机在</a:t>
            </a:r>
            <a:r>
              <a:rPr lang="zh-CN" altLang="en-US" sz="3200" b="1" kern="1200" dirty="0">
                <a:solidFill>
                  <a:srgbClr val="4D4D4D"/>
                </a:solidFill>
              </a:rPr>
              <a:t>停止发送数据后</a:t>
            </a:r>
            <a:r>
              <a:rPr lang="zh-CN" altLang="en-US" sz="3200" b="1" kern="1200" dirty="0" smtClean="0">
                <a:solidFill>
                  <a:srgbClr val="4D4D4D"/>
                </a:solidFill>
              </a:rPr>
              <a:t>，等待信道空闲后</a:t>
            </a:r>
            <a:r>
              <a:rPr lang="zh-CN" altLang="en-US" sz="3200" b="1" kern="1200" dirty="0" smtClean="0">
                <a:solidFill>
                  <a:srgbClr val="C00000"/>
                </a:solidFill>
              </a:rPr>
              <a:t>不是立即发送</a:t>
            </a:r>
            <a:r>
              <a:rPr lang="zh-CN" altLang="en-US" sz="3200" b="1" kern="1200" dirty="0" smtClean="0">
                <a:solidFill>
                  <a:srgbClr val="4D4D4D"/>
                </a:solidFill>
              </a:rPr>
              <a:t>而是要推迟（即退避</a:t>
            </a:r>
            <a:r>
              <a:rPr lang="zh-CN" altLang="en-US" sz="3200" b="1" kern="1200" dirty="0">
                <a:solidFill>
                  <a:srgbClr val="4D4D4D"/>
                </a:solidFill>
              </a:rPr>
              <a:t>）一个</a:t>
            </a:r>
            <a:r>
              <a:rPr lang="zh-CN" altLang="en-US" sz="3200" b="1" kern="1200" dirty="0" smtClean="0">
                <a:solidFill>
                  <a:srgbClr val="4D4D4D"/>
                </a:solidFill>
              </a:rPr>
              <a:t>随机的时间</a:t>
            </a:r>
            <a:r>
              <a:rPr lang="zh-CN" altLang="en-US" sz="3200" b="1" kern="1200" dirty="0">
                <a:solidFill>
                  <a:srgbClr val="4D4D4D"/>
                </a:solidFill>
              </a:rPr>
              <a:t>才能再发送数据</a:t>
            </a:r>
            <a:r>
              <a:rPr lang="zh-CN" altLang="en-US" sz="3200" b="1" kern="1200" dirty="0" smtClean="0">
                <a:solidFill>
                  <a:srgbClr val="4D4D4D"/>
                </a:solidFill>
              </a:rPr>
              <a:t>。具体的</a:t>
            </a:r>
            <a:r>
              <a:rPr lang="zh-CN" altLang="en-US" sz="3200" b="1" kern="1200" dirty="0" smtClean="0">
                <a:solidFill>
                  <a:srgbClr val="C00000"/>
                </a:solidFill>
              </a:rPr>
              <a:t>截断二进制指数退避</a:t>
            </a:r>
            <a:r>
              <a:rPr lang="zh-CN" altLang="en-US" sz="3200" b="1" kern="1200" dirty="0" smtClean="0"/>
              <a:t>算法</a:t>
            </a:r>
            <a:r>
              <a:rPr lang="zh-CN" altLang="en-US" sz="3200" b="1" kern="1200" dirty="0" smtClean="0">
                <a:solidFill>
                  <a:srgbClr val="4D4D4D"/>
                </a:solidFill>
              </a:rPr>
              <a:t>如下：</a:t>
            </a:r>
            <a:endParaRPr lang="zh-CN" altLang="en-US" sz="3200" b="1" kern="1200" dirty="0">
              <a:solidFill>
                <a:srgbClr val="4D4D4D"/>
              </a:solidFill>
            </a:endParaRPr>
          </a:p>
          <a:p>
            <a:pPr lvl="1"/>
            <a:r>
              <a:rPr lang="zh-CN" altLang="en-US" b="1" dirty="0">
                <a:cs typeface="+mn-cs"/>
              </a:rPr>
              <a:t>规</a:t>
            </a:r>
            <a:r>
              <a:rPr lang="zh-CN" altLang="en-US" sz="2800" b="1" dirty="0" smtClean="0">
                <a:solidFill>
                  <a:srgbClr val="4D4D4D"/>
                </a:solidFill>
                <a:cs typeface="+mn-cs"/>
              </a:rPr>
              <a:t>定</a:t>
            </a:r>
            <a:r>
              <a:rPr lang="zh-CN" altLang="en-US" sz="2800" b="1" dirty="0">
                <a:solidFill>
                  <a:srgbClr val="4D4D4D"/>
                </a:solidFill>
                <a:cs typeface="+mn-cs"/>
              </a:rPr>
              <a:t>基本退避</a:t>
            </a:r>
            <a:r>
              <a:rPr lang="zh-CN" altLang="en-US" sz="2800" b="1" dirty="0" smtClean="0">
                <a:solidFill>
                  <a:srgbClr val="4D4D4D"/>
                </a:solidFill>
                <a:cs typeface="+mn-cs"/>
              </a:rPr>
              <a:t>时间为争用</a:t>
            </a:r>
            <a:r>
              <a:rPr lang="zh-CN" altLang="en-US" sz="2800" b="1" dirty="0">
                <a:solidFill>
                  <a:srgbClr val="4D4D4D"/>
                </a:solidFill>
                <a:cs typeface="+mn-cs"/>
              </a:rPr>
              <a:t>期 </a:t>
            </a:r>
            <a:r>
              <a:rPr lang="en-US" altLang="zh-CN" sz="2800" b="1" dirty="0">
                <a:solidFill>
                  <a:srgbClr val="4D4D4D"/>
                </a:solidFill>
                <a:cs typeface="+mn-cs"/>
              </a:rPr>
              <a:t>2</a:t>
            </a:r>
            <a:r>
              <a:rPr lang="en-US" altLang="zh-CN" sz="2800" b="1" dirty="0" smtClean="0">
                <a:solidFill>
                  <a:srgbClr val="4D4D4D"/>
                </a:solidFill>
                <a:cs typeface="+mn-cs"/>
                <a:sym typeface="Symbol" pitchFamily="18" charset="2"/>
              </a:rPr>
              <a:t></a:t>
            </a:r>
            <a:r>
              <a:rPr lang="zh-CN" altLang="en-US" b="1" dirty="0">
                <a:cs typeface="+mn-cs"/>
                <a:sym typeface="Symbol" pitchFamily="18" charset="2"/>
              </a:rPr>
              <a:t>；</a:t>
            </a:r>
            <a:endParaRPr lang="zh-CN" altLang="en-US" sz="2800" b="1" dirty="0">
              <a:solidFill>
                <a:srgbClr val="4D4D4D"/>
              </a:solidFill>
              <a:cs typeface="+mn-cs"/>
            </a:endParaRPr>
          </a:p>
          <a:p>
            <a:pPr lvl="1"/>
            <a:r>
              <a:rPr lang="zh-CN" altLang="en-US" sz="2800" b="1" dirty="0">
                <a:solidFill>
                  <a:srgbClr val="4D4D4D"/>
                </a:solidFill>
                <a:cs typeface="+mn-cs"/>
              </a:rPr>
              <a:t>定义参数 </a:t>
            </a:r>
            <a:r>
              <a:rPr lang="en-US" altLang="zh-CN" sz="2800" b="1" dirty="0" smtClean="0">
                <a:solidFill>
                  <a:srgbClr val="4D4D4D"/>
                </a:solidFill>
                <a:cs typeface="+mn-cs"/>
              </a:rPr>
              <a:t>k</a:t>
            </a:r>
            <a:r>
              <a:rPr lang="zh-CN" altLang="en-US" sz="2800" b="1" dirty="0" smtClean="0">
                <a:solidFill>
                  <a:srgbClr val="4D4D4D"/>
                </a:solidFill>
                <a:cs typeface="+mn-cs"/>
              </a:rPr>
              <a:t>，</a:t>
            </a:r>
            <a:r>
              <a:rPr lang="en-US" altLang="zh-CN" sz="2800" b="1" dirty="0">
                <a:solidFill>
                  <a:srgbClr val="4D4D4D"/>
                </a:solidFill>
                <a:cs typeface="+mn-cs"/>
              </a:rPr>
              <a:t>k = Min[</a:t>
            </a:r>
            <a:r>
              <a:rPr lang="zh-CN" altLang="en-US" sz="2800" b="1" dirty="0">
                <a:solidFill>
                  <a:srgbClr val="4D4D4D"/>
                </a:solidFill>
                <a:cs typeface="+mn-cs"/>
              </a:rPr>
              <a:t>重传次数</a:t>
            </a:r>
            <a:r>
              <a:rPr lang="en-US" altLang="zh-CN" sz="2800" b="1" dirty="0">
                <a:solidFill>
                  <a:srgbClr val="4D4D4D"/>
                </a:solidFill>
                <a:cs typeface="+mn-cs"/>
              </a:rPr>
              <a:t>, 10</a:t>
            </a:r>
            <a:r>
              <a:rPr lang="en-US" altLang="zh-CN" sz="2800" b="1" dirty="0" smtClean="0">
                <a:solidFill>
                  <a:srgbClr val="4D4D4D"/>
                </a:solidFill>
                <a:cs typeface="+mn-cs"/>
              </a:rPr>
              <a:t>]</a:t>
            </a:r>
            <a:r>
              <a:rPr lang="zh-CN" altLang="en-US" sz="2800" b="1" dirty="0" smtClean="0">
                <a:solidFill>
                  <a:srgbClr val="4D4D4D"/>
                </a:solidFill>
                <a:cs typeface="+mn-cs"/>
              </a:rPr>
              <a:t>；</a:t>
            </a:r>
            <a:endParaRPr lang="en-US" altLang="zh-CN" sz="2800" b="1" dirty="0">
              <a:solidFill>
                <a:srgbClr val="4D4D4D"/>
              </a:solidFill>
              <a:cs typeface="+mn-cs"/>
            </a:endParaRPr>
          </a:p>
          <a:p>
            <a:pPr lvl="1"/>
            <a:r>
              <a:rPr lang="zh-CN" altLang="en-US" sz="2800" b="1" dirty="0">
                <a:solidFill>
                  <a:srgbClr val="4D4D4D"/>
                </a:solidFill>
                <a:cs typeface="+mn-cs"/>
              </a:rPr>
              <a:t>从整数集合</a:t>
            </a:r>
            <a:r>
              <a:rPr lang="en-US" altLang="zh-CN" sz="2800" b="1" dirty="0">
                <a:solidFill>
                  <a:srgbClr val="4D4D4D"/>
                </a:solidFill>
                <a:cs typeface="+mn-cs"/>
              </a:rPr>
              <a:t>[0</a:t>
            </a:r>
            <a:r>
              <a:rPr lang="en-US" altLang="zh-CN" sz="2800" b="1" dirty="0" smtClean="0">
                <a:solidFill>
                  <a:srgbClr val="4D4D4D"/>
                </a:solidFill>
                <a:cs typeface="+mn-cs"/>
              </a:rPr>
              <a:t>, 1, …, </a:t>
            </a:r>
            <a:r>
              <a:rPr lang="en-US" altLang="zh-CN" sz="2800" b="1" dirty="0">
                <a:solidFill>
                  <a:srgbClr val="4D4D4D"/>
                </a:solidFill>
                <a:cs typeface="+mn-cs"/>
              </a:rPr>
              <a:t>(2</a:t>
            </a:r>
            <a:r>
              <a:rPr lang="en-US" altLang="zh-CN" sz="2800" b="1" baseline="50000" dirty="0">
                <a:solidFill>
                  <a:srgbClr val="4D4D4D"/>
                </a:solidFill>
                <a:cs typeface="+mn-cs"/>
              </a:rPr>
              <a:t>k</a:t>
            </a:r>
            <a:r>
              <a:rPr lang="en-US" altLang="zh-CN" sz="2800" b="1" dirty="0">
                <a:solidFill>
                  <a:srgbClr val="4D4D4D"/>
                </a:solidFill>
                <a:cs typeface="+mn-cs"/>
              </a:rPr>
              <a:t> </a:t>
            </a:r>
            <a:r>
              <a:rPr lang="en-US" altLang="zh-CN" sz="2800" b="1" dirty="0">
                <a:solidFill>
                  <a:srgbClr val="4D4D4D"/>
                </a:solidFill>
                <a:cs typeface="+mn-cs"/>
                <a:sym typeface="Symbol" pitchFamily="18" charset="2"/>
              </a:rPr>
              <a:t></a:t>
            </a:r>
            <a:r>
              <a:rPr lang="en-US" altLang="zh-CN" sz="2800" b="1" dirty="0">
                <a:solidFill>
                  <a:srgbClr val="4D4D4D"/>
                </a:solidFill>
                <a:cs typeface="+mn-cs"/>
              </a:rPr>
              <a:t>1)]</a:t>
            </a:r>
            <a:r>
              <a:rPr lang="zh-CN" altLang="en-US" sz="2800" b="1" dirty="0">
                <a:solidFill>
                  <a:srgbClr val="4D4D4D"/>
                </a:solidFill>
                <a:cs typeface="+mn-cs"/>
              </a:rPr>
              <a:t>中随机地取出一个数，记为 </a:t>
            </a:r>
            <a:r>
              <a:rPr lang="en-US" altLang="zh-CN" sz="2800" b="1" dirty="0">
                <a:solidFill>
                  <a:srgbClr val="4D4D4D"/>
                </a:solidFill>
                <a:cs typeface="+mn-cs"/>
              </a:rPr>
              <a:t>r</a:t>
            </a:r>
            <a:r>
              <a:rPr lang="zh-CN" altLang="en-US" sz="2800" b="1" dirty="0">
                <a:solidFill>
                  <a:srgbClr val="4D4D4D"/>
                </a:solidFill>
                <a:cs typeface="+mn-cs"/>
              </a:rPr>
              <a:t>。</a:t>
            </a:r>
            <a:r>
              <a:rPr lang="zh-CN" altLang="en-US" sz="2800" b="1" dirty="0" smtClean="0">
                <a:solidFill>
                  <a:srgbClr val="4D4D4D"/>
                </a:solidFill>
                <a:cs typeface="+mn-cs"/>
              </a:rPr>
              <a:t>重传应推后的时间就是 </a:t>
            </a:r>
            <a:r>
              <a:rPr lang="en-US" altLang="zh-CN" sz="2800" b="1" dirty="0">
                <a:solidFill>
                  <a:srgbClr val="4D4D4D"/>
                </a:solidFill>
                <a:cs typeface="+mn-cs"/>
              </a:rPr>
              <a:t>r </a:t>
            </a:r>
            <a:r>
              <a:rPr lang="zh-CN" altLang="en-US" sz="2800" b="1" dirty="0">
                <a:solidFill>
                  <a:srgbClr val="4D4D4D"/>
                </a:solidFill>
                <a:cs typeface="+mn-cs"/>
              </a:rPr>
              <a:t>倍的基本退避时间。</a:t>
            </a:r>
          </a:p>
          <a:p>
            <a:pPr lvl="1"/>
            <a:r>
              <a:rPr lang="zh-CN" altLang="en-US" sz="2800" b="1" dirty="0">
                <a:solidFill>
                  <a:srgbClr val="4D4D4D"/>
                </a:solidFill>
                <a:cs typeface="+mn-cs"/>
              </a:rPr>
              <a:t>当重传达 </a:t>
            </a:r>
            <a:r>
              <a:rPr lang="en-US" altLang="zh-CN" sz="2800" b="1" dirty="0">
                <a:solidFill>
                  <a:srgbClr val="4D4D4D"/>
                </a:solidFill>
                <a:cs typeface="+mn-cs"/>
              </a:rPr>
              <a:t>16 </a:t>
            </a:r>
            <a:r>
              <a:rPr lang="zh-CN" altLang="en-US" sz="2800" b="1" dirty="0">
                <a:solidFill>
                  <a:srgbClr val="4D4D4D"/>
                </a:solidFill>
                <a:cs typeface="+mn-cs"/>
              </a:rPr>
              <a:t>次仍不能成功</a:t>
            </a:r>
            <a:r>
              <a:rPr lang="zh-CN" altLang="en-US" sz="2800" b="1" dirty="0" smtClean="0">
                <a:solidFill>
                  <a:srgbClr val="4D4D4D"/>
                </a:solidFill>
                <a:cs typeface="+mn-cs"/>
              </a:rPr>
              <a:t>时则丢弃</a:t>
            </a:r>
            <a:r>
              <a:rPr lang="zh-CN" altLang="en-US" sz="2800" b="1" dirty="0">
                <a:solidFill>
                  <a:srgbClr val="4D4D4D"/>
                </a:solidFill>
                <a:cs typeface="+mn-cs"/>
              </a:rPr>
              <a:t>该帧，并向高层报告</a:t>
            </a:r>
            <a:r>
              <a:rPr lang="zh-CN" altLang="en-US" sz="2800" b="1" dirty="0" smtClean="0">
                <a:solidFill>
                  <a:srgbClr val="4D4D4D"/>
                </a:solidFill>
                <a:cs typeface="+mn-cs"/>
              </a:rPr>
              <a:t>。</a:t>
            </a:r>
            <a:endParaRPr lang="en-US" altLang="zh-CN" sz="2800" b="1" dirty="0">
              <a:solidFill>
                <a:srgbClr val="4D4D4D"/>
              </a:solidFill>
              <a:cs typeface="+mn-cs"/>
            </a:endParaRPr>
          </a:p>
        </p:txBody>
      </p:sp>
      <p:sp>
        <p:nvSpPr>
          <p:cNvPr id="63490" name="Rectangle 2"/>
          <p:cNvSpPr>
            <a:spLocks noGrp="1" noChangeArrowheads="1"/>
          </p:cNvSpPr>
          <p:nvPr>
            <p:ph type="title"/>
          </p:nvPr>
        </p:nvSpPr>
        <p:spPr/>
        <p:txBody>
          <a:bodyPr/>
          <a:lstStyle/>
          <a:p>
            <a:r>
              <a:rPr lang="en-US" altLang="zh-CN" dirty="0"/>
              <a:t>3.3.2 CSMA/CD</a:t>
            </a:r>
            <a:r>
              <a:rPr lang="zh-CN" altLang="en-US" dirty="0"/>
              <a:t>协议</a:t>
            </a:r>
            <a:endParaRPr lang="zh-CN" altLang="en-US" sz="4000" dirty="0">
              <a:solidFill>
                <a:srgbClr val="FFFFFF"/>
              </a:solidFill>
            </a:endParaRPr>
          </a:p>
        </p:txBody>
      </p:sp>
    </p:spTree>
    <p:extLst>
      <p:ext uri="{BB962C8B-B14F-4D97-AF65-F5344CB8AC3E}">
        <p14:creationId xmlns:p14="http://schemas.microsoft.com/office/powerpoint/2010/main" val="3992464533"/>
      </p:ext>
    </p:extLst>
  </p:cSld>
  <p:clrMapOvr>
    <a:masterClrMapping/>
  </p:clrMapOvr>
  <p:transition>
    <p:fade/>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p:cNvSpPr>
            <a:spLocks noGrp="1" noChangeArrowheads="1"/>
          </p:cNvSpPr>
          <p:nvPr>
            <p:ph idx="1"/>
          </p:nvPr>
        </p:nvSpPr>
        <p:spPr/>
        <p:txBody>
          <a:bodyPr/>
          <a:lstStyle/>
          <a:p>
            <a:r>
              <a:rPr lang="zh-CN" altLang="en-US" sz="3200" b="1" kern="1200" dirty="0">
                <a:solidFill>
                  <a:srgbClr val="4D4D4D"/>
                </a:solidFill>
              </a:rPr>
              <a:t>最短有效帧长 </a:t>
            </a:r>
          </a:p>
          <a:p>
            <a:pPr lvl="1">
              <a:lnSpc>
                <a:spcPct val="120000"/>
              </a:lnSpc>
            </a:pPr>
            <a:r>
              <a:rPr lang="zh-CN" altLang="en-US" sz="2800" b="1" dirty="0" smtClean="0">
                <a:solidFill>
                  <a:srgbClr val="4D4D4D"/>
                </a:solidFill>
                <a:cs typeface="+mn-cs"/>
              </a:rPr>
              <a:t>如果一个帧太短，发送方很快就能发送完毕而检测不到碰撞，但这个帧却有可能在到达目的主机的途中与其他主机发送的帧发生碰撞。由于不再监听信道，发送方无法知道这个帧发生了碰撞。</a:t>
            </a:r>
            <a:endParaRPr lang="en-US" altLang="zh-CN" sz="2800" b="1" dirty="0" smtClean="0">
              <a:solidFill>
                <a:srgbClr val="4D4D4D"/>
              </a:solidFill>
              <a:cs typeface="+mn-cs"/>
            </a:endParaRPr>
          </a:p>
          <a:p>
            <a:pPr lvl="1">
              <a:lnSpc>
                <a:spcPct val="120000"/>
              </a:lnSpc>
            </a:pPr>
            <a:r>
              <a:rPr lang="zh-CN" altLang="en-US" b="1" dirty="0"/>
              <a:t>对于 </a:t>
            </a:r>
            <a:r>
              <a:rPr lang="en-US" altLang="zh-CN" b="1" dirty="0"/>
              <a:t>10 Mbit/s </a:t>
            </a:r>
            <a:r>
              <a:rPr lang="zh-CN" altLang="en-US" b="1" smtClean="0"/>
              <a:t>的传统以太网</a:t>
            </a:r>
            <a:r>
              <a:rPr lang="zh-CN" altLang="en-US" b="1" dirty="0"/>
              <a:t>，在争用期内可</a:t>
            </a:r>
            <a:r>
              <a:rPr lang="zh-CN" altLang="en-US" b="1" dirty="0" smtClean="0"/>
              <a:t>发送 </a:t>
            </a:r>
            <a:r>
              <a:rPr lang="en-US" altLang="zh-CN" b="1" dirty="0" smtClean="0"/>
              <a:t>512 </a:t>
            </a:r>
            <a:r>
              <a:rPr lang="en-US" altLang="zh-CN" b="1" dirty="0"/>
              <a:t>bit</a:t>
            </a:r>
            <a:r>
              <a:rPr lang="zh-CN" altLang="en-US" b="1" dirty="0"/>
              <a:t>，即 </a:t>
            </a:r>
            <a:r>
              <a:rPr lang="en-US" altLang="zh-CN" b="1" dirty="0"/>
              <a:t>64 </a:t>
            </a:r>
            <a:r>
              <a:rPr lang="zh-CN" altLang="en-US" b="1" dirty="0"/>
              <a:t>字节</a:t>
            </a:r>
            <a:r>
              <a:rPr lang="zh-CN" altLang="en-US" b="1" dirty="0" smtClean="0"/>
              <a:t>。若</a:t>
            </a:r>
            <a:r>
              <a:rPr lang="zh-CN" altLang="en-US" b="1" dirty="0"/>
              <a:t>前 </a:t>
            </a:r>
            <a:r>
              <a:rPr lang="en-US" altLang="zh-CN" b="1" dirty="0"/>
              <a:t>64 </a:t>
            </a:r>
            <a:r>
              <a:rPr lang="zh-CN" altLang="en-US" b="1" dirty="0"/>
              <a:t>字节未</a:t>
            </a:r>
            <a:r>
              <a:rPr lang="zh-CN" altLang="en-US" b="1" dirty="0" smtClean="0"/>
              <a:t>发生</a:t>
            </a:r>
            <a:r>
              <a:rPr lang="zh-CN" altLang="en-US" b="1" dirty="0"/>
              <a:t>碰撞</a:t>
            </a:r>
            <a:r>
              <a:rPr lang="zh-CN" altLang="en-US" b="1" dirty="0" smtClean="0"/>
              <a:t>，</a:t>
            </a:r>
            <a:r>
              <a:rPr lang="zh-CN" altLang="en-US" b="1" dirty="0"/>
              <a:t>则</a:t>
            </a:r>
            <a:r>
              <a:rPr lang="zh-CN" altLang="en-US" b="1" dirty="0" smtClean="0"/>
              <a:t>后续发送的</a:t>
            </a:r>
            <a:r>
              <a:rPr lang="zh-CN" altLang="en-US" b="1" dirty="0"/>
              <a:t>数据</a:t>
            </a:r>
            <a:r>
              <a:rPr lang="zh-CN" altLang="en-US" b="1" dirty="0" smtClean="0"/>
              <a:t>就一定不会发生碰撞。</a:t>
            </a:r>
            <a:endParaRPr lang="zh-CN" altLang="en-US" sz="3200" b="1" kern="1200" dirty="0"/>
          </a:p>
          <a:p>
            <a:pPr lvl="1">
              <a:lnSpc>
                <a:spcPct val="120000"/>
              </a:lnSpc>
            </a:pPr>
            <a:r>
              <a:rPr lang="zh-CN" altLang="en-US" b="1" dirty="0" smtClean="0"/>
              <a:t>以太网规定</a:t>
            </a:r>
            <a:r>
              <a:rPr lang="zh-CN" altLang="en-US" b="1" dirty="0" smtClean="0">
                <a:solidFill>
                  <a:srgbClr val="C00000"/>
                </a:solidFill>
              </a:rPr>
              <a:t>最</a:t>
            </a:r>
            <a:r>
              <a:rPr lang="zh-CN" altLang="en-US" b="1" dirty="0">
                <a:solidFill>
                  <a:srgbClr val="C00000"/>
                </a:solidFill>
              </a:rPr>
              <a:t>短有效帧长为 </a:t>
            </a:r>
            <a:r>
              <a:rPr lang="en-US" altLang="zh-CN" b="1" dirty="0">
                <a:solidFill>
                  <a:srgbClr val="C00000"/>
                </a:solidFill>
              </a:rPr>
              <a:t>64 </a:t>
            </a:r>
            <a:r>
              <a:rPr lang="zh-CN" altLang="en-US" b="1" dirty="0">
                <a:solidFill>
                  <a:srgbClr val="C00000"/>
                </a:solidFill>
              </a:rPr>
              <a:t>字节</a:t>
            </a:r>
            <a:r>
              <a:rPr lang="zh-CN" altLang="en-US" b="1" dirty="0"/>
              <a:t>，凡长度小于 </a:t>
            </a:r>
            <a:r>
              <a:rPr lang="en-US" altLang="zh-CN" b="1" dirty="0"/>
              <a:t>64 </a:t>
            </a:r>
            <a:r>
              <a:rPr lang="zh-CN" altLang="en-US" b="1" dirty="0"/>
              <a:t>字节的帧</a:t>
            </a:r>
            <a:r>
              <a:rPr lang="zh-CN" altLang="en-US" b="1" dirty="0" smtClean="0"/>
              <a:t>都是无效</a:t>
            </a:r>
            <a:r>
              <a:rPr lang="zh-CN" altLang="en-US" b="1" dirty="0"/>
              <a:t>帧</a:t>
            </a:r>
            <a:r>
              <a:rPr lang="zh-CN" altLang="en-US" b="1" dirty="0" smtClean="0"/>
              <a:t>。如果要发送的数据非常少，则必须加入一些填充字节，使帧长不小于 </a:t>
            </a:r>
            <a:r>
              <a:rPr lang="en-US" altLang="zh-CN" b="1" dirty="0" smtClean="0"/>
              <a:t>64 </a:t>
            </a:r>
            <a:r>
              <a:rPr lang="zh-CN" altLang="en-US" b="1" dirty="0" smtClean="0"/>
              <a:t>字节。</a:t>
            </a:r>
            <a:endParaRPr lang="zh-CN" altLang="en-US" b="1" dirty="0"/>
          </a:p>
        </p:txBody>
      </p:sp>
      <p:sp>
        <p:nvSpPr>
          <p:cNvPr id="62466" name="Rectangle 2"/>
          <p:cNvSpPr>
            <a:spLocks noGrp="1" noChangeArrowheads="1"/>
          </p:cNvSpPr>
          <p:nvPr>
            <p:ph type="title"/>
          </p:nvPr>
        </p:nvSpPr>
        <p:spPr/>
        <p:txBody>
          <a:bodyPr/>
          <a:lstStyle/>
          <a:p>
            <a:r>
              <a:rPr lang="en-US" altLang="zh-CN" dirty="0"/>
              <a:t>3.3.2 CSMA/CD</a:t>
            </a:r>
            <a:r>
              <a:rPr lang="zh-CN" altLang="en-US" dirty="0"/>
              <a:t>协议</a:t>
            </a:r>
            <a:endParaRPr lang="zh-CN" altLang="en-US" sz="4000" dirty="0">
              <a:solidFill>
                <a:srgbClr val="FFFFFF"/>
              </a:solidFill>
            </a:endParaRPr>
          </a:p>
        </p:txBody>
      </p:sp>
    </p:spTree>
    <p:extLst>
      <p:ext uri="{BB962C8B-B14F-4D97-AF65-F5344CB8AC3E}">
        <p14:creationId xmlns:p14="http://schemas.microsoft.com/office/powerpoint/2010/main" val="1928178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2467">
                                            <p:txEl>
                                              <p:pRg st="2" end="2"/>
                                            </p:txEl>
                                          </p:spTgt>
                                        </p:tgtEl>
                                        <p:attrNameLst>
                                          <p:attrName>style.visibility</p:attrName>
                                        </p:attrNameLst>
                                      </p:cBhvr>
                                      <p:to>
                                        <p:strVal val="visible"/>
                                      </p:to>
                                    </p:set>
                                    <p:anim calcmode="lin" valueType="num">
                                      <p:cBhvr additive="base">
                                        <p:cTn id="7" dur="500" fill="hold"/>
                                        <p:tgtEl>
                                          <p:spTgt spid="62467">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4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2467">
                                            <p:txEl>
                                              <p:pRg st="3" end="3"/>
                                            </p:txEl>
                                          </p:spTgt>
                                        </p:tgtEl>
                                        <p:attrNameLst>
                                          <p:attrName>style.visibility</p:attrName>
                                        </p:attrNameLst>
                                      </p:cBhvr>
                                      <p:to>
                                        <p:strVal val="visible"/>
                                      </p:to>
                                    </p:set>
                                    <p:anim calcmode="lin" valueType="num">
                                      <p:cBhvr additive="base">
                                        <p:cTn id="13" dur="500" fill="hold"/>
                                        <p:tgtEl>
                                          <p:spTgt spid="62467">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246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Rectangle 2"/>
          <p:cNvSpPr>
            <a:spLocks noGrp="1" noChangeArrowheads="1"/>
          </p:cNvSpPr>
          <p:nvPr>
            <p:ph idx="1"/>
          </p:nvPr>
        </p:nvSpPr>
        <p:spPr/>
        <p:txBody>
          <a:bodyPr/>
          <a:lstStyle/>
          <a:p>
            <a:r>
              <a:rPr lang="zh-CN" altLang="en-US" sz="3200" b="1" kern="1200" dirty="0" smtClean="0">
                <a:solidFill>
                  <a:srgbClr val="4D4D4D"/>
                </a:solidFill>
              </a:rPr>
              <a:t>以太网还规定</a:t>
            </a:r>
            <a:r>
              <a:rPr lang="zh-CN" altLang="en-US" sz="3200" b="1" kern="1200" dirty="0" smtClean="0">
                <a:solidFill>
                  <a:srgbClr val="C00000"/>
                </a:solidFill>
              </a:rPr>
              <a:t>帧</a:t>
            </a:r>
            <a:r>
              <a:rPr lang="zh-CN" altLang="en-US" sz="3200" b="1" kern="1200" dirty="0">
                <a:solidFill>
                  <a:srgbClr val="C00000"/>
                </a:solidFill>
              </a:rPr>
              <a:t>间最小间隔</a:t>
            </a:r>
            <a:r>
              <a:rPr lang="zh-CN" altLang="en-US" sz="3200" b="1" kern="1200" dirty="0">
                <a:solidFill>
                  <a:srgbClr val="4D4D4D"/>
                </a:solidFill>
              </a:rPr>
              <a:t>为 </a:t>
            </a:r>
            <a:r>
              <a:rPr lang="en-US" altLang="zh-CN" sz="3200" b="1" kern="1200" dirty="0">
                <a:solidFill>
                  <a:srgbClr val="4D4D4D"/>
                </a:solidFill>
              </a:rPr>
              <a:t>9.6 </a:t>
            </a:r>
            <a:r>
              <a:rPr lang="en-US" altLang="zh-CN" sz="3200" b="1" kern="1200" dirty="0">
                <a:solidFill>
                  <a:srgbClr val="4D4D4D"/>
                </a:solidFill>
                <a:sym typeface="Symbol" pitchFamily="18" charset="2"/>
              </a:rPr>
              <a:t></a:t>
            </a:r>
            <a:r>
              <a:rPr lang="en-US" altLang="zh-CN" sz="3200" b="1" kern="1200" dirty="0" smtClean="0">
                <a:solidFill>
                  <a:srgbClr val="4D4D4D"/>
                </a:solidFill>
              </a:rPr>
              <a:t>s</a:t>
            </a:r>
            <a:r>
              <a:rPr lang="zh-CN" altLang="en-US" sz="3200" b="1" kern="1200" dirty="0" smtClean="0">
                <a:solidFill>
                  <a:srgbClr val="4D4D4D"/>
                </a:solidFill>
              </a:rPr>
              <a:t>。一台计算机在检测到总线开始空闲后，还要等待 </a:t>
            </a:r>
            <a:r>
              <a:rPr lang="en-US" altLang="zh-CN" sz="3200" b="1" kern="1200" dirty="0" smtClean="0">
                <a:solidFill>
                  <a:srgbClr val="4D4D4D"/>
                </a:solidFill>
              </a:rPr>
              <a:t>9.6 </a:t>
            </a:r>
            <a:r>
              <a:rPr lang="en-US" altLang="zh-CN" sz="3200" b="1" kern="1200" dirty="0" smtClean="0">
                <a:solidFill>
                  <a:srgbClr val="4D4D4D"/>
                </a:solidFill>
                <a:sym typeface="Symbol" pitchFamily="18" charset="2"/>
              </a:rPr>
              <a:t></a:t>
            </a:r>
            <a:r>
              <a:rPr lang="en-US" altLang="zh-CN" sz="3200" b="1" kern="1200" dirty="0" smtClean="0">
                <a:solidFill>
                  <a:srgbClr val="4D4D4D"/>
                </a:solidFill>
              </a:rPr>
              <a:t>s </a:t>
            </a:r>
            <a:r>
              <a:rPr lang="zh-CN" altLang="en-US" sz="3200" b="1" kern="1200" dirty="0" smtClean="0">
                <a:solidFill>
                  <a:srgbClr val="4D4D4D"/>
                </a:solidFill>
              </a:rPr>
              <a:t>才能再次发送数据。</a:t>
            </a:r>
          </a:p>
          <a:p>
            <a:r>
              <a:rPr lang="zh-CN" altLang="en-US" sz="3200" b="1" kern="1200" dirty="0" smtClean="0">
                <a:solidFill>
                  <a:srgbClr val="4D4D4D"/>
                </a:solidFill>
              </a:rPr>
              <a:t>这样做是为了使刚刚收到数据帧的计算机的接收缓存来得及清理</a:t>
            </a:r>
            <a:r>
              <a:rPr lang="zh-CN" altLang="en-US" b="1" kern="1200" dirty="0" smtClean="0"/>
              <a:t>，为接收下一帧做好</a:t>
            </a:r>
            <a:r>
              <a:rPr lang="zh-CN" altLang="en-US" sz="3200" b="1" kern="1200" dirty="0" smtClean="0">
                <a:solidFill>
                  <a:srgbClr val="4D4D4D"/>
                </a:solidFill>
              </a:rPr>
              <a:t>准备。</a:t>
            </a:r>
            <a:endParaRPr lang="en-US" altLang="zh-CN" sz="3200" b="1" kern="1200" dirty="0" smtClean="0">
              <a:solidFill>
                <a:srgbClr val="4D4D4D"/>
              </a:solidFill>
            </a:endParaRPr>
          </a:p>
        </p:txBody>
      </p:sp>
      <p:sp>
        <p:nvSpPr>
          <p:cNvPr id="100354" name="Rectangle 3"/>
          <p:cNvSpPr>
            <a:spLocks noGrp="1" noChangeArrowheads="1"/>
          </p:cNvSpPr>
          <p:nvPr>
            <p:ph type="title"/>
          </p:nvPr>
        </p:nvSpPr>
        <p:spPr/>
        <p:txBody>
          <a:bodyPr/>
          <a:lstStyle/>
          <a:p>
            <a:r>
              <a:rPr lang="en-US" altLang="zh-CN" dirty="0"/>
              <a:t>3.3.2 CSMA/CD</a:t>
            </a:r>
            <a:r>
              <a:rPr lang="zh-CN" altLang="en-US" dirty="0"/>
              <a:t>协议</a:t>
            </a:r>
            <a:endParaRPr lang="zh-CN" altLang="en-US" sz="4000" dirty="0">
              <a:solidFill>
                <a:srgbClr val="FFFFFF"/>
              </a:solidFill>
            </a:endParaRPr>
          </a:p>
        </p:txBody>
      </p:sp>
    </p:spTree>
    <p:extLst>
      <p:ext uri="{BB962C8B-B14F-4D97-AF65-F5344CB8AC3E}">
        <p14:creationId xmlns:p14="http://schemas.microsoft.com/office/powerpoint/2010/main" val="2899506722"/>
      </p:ext>
    </p:extLst>
  </p:cSld>
  <p:clrMapOvr>
    <a:masterClrMapping/>
  </p:clrMapOvr>
  <p:transition>
    <p:fade/>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3"/>
          <p:cNvSpPr>
            <a:spLocks noGrp="1" noChangeArrowheads="1"/>
          </p:cNvSpPr>
          <p:nvPr>
            <p:ph idx="1"/>
          </p:nvPr>
        </p:nvSpPr>
        <p:spPr/>
        <p:txBody>
          <a:bodyPr/>
          <a:lstStyle/>
          <a:p>
            <a:r>
              <a:rPr lang="zh-CN" altLang="en-US" sz="2800" b="1" kern="1200" dirty="0" smtClean="0">
                <a:solidFill>
                  <a:srgbClr val="4D4D4D"/>
                </a:solidFill>
                <a:latin typeface="微软雅黑" panose="020B0503020204020204" pitchFamily="34" charset="-122"/>
                <a:ea typeface="微软雅黑" panose="020B0503020204020204" pitchFamily="34" charset="-122"/>
              </a:rPr>
              <a:t>传统以太网（</a:t>
            </a:r>
            <a:r>
              <a:rPr lang="en-US" altLang="zh-CN" sz="2800" b="1" kern="1200" dirty="0" smtClean="0">
                <a:solidFill>
                  <a:srgbClr val="4D4D4D"/>
                </a:solidFill>
                <a:latin typeface="微软雅黑" panose="020B0503020204020204" pitchFamily="34" charset="-122"/>
                <a:ea typeface="微软雅黑" panose="020B0503020204020204" pitchFamily="34" charset="-122"/>
              </a:rPr>
              <a:t>10 Mbit/s</a:t>
            </a:r>
            <a:r>
              <a:rPr lang="zh-CN" altLang="en-US" sz="2800" b="1" kern="1200" dirty="0" smtClean="0">
                <a:solidFill>
                  <a:srgbClr val="4D4D4D"/>
                </a:solidFill>
                <a:latin typeface="微软雅黑" panose="020B0503020204020204" pitchFamily="34" charset="-122"/>
                <a:ea typeface="微软雅黑" panose="020B0503020204020204" pitchFamily="34" charset="-122"/>
              </a:rPr>
              <a:t>）使用的传输媒体一直在变，从</a:t>
            </a:r>
            <a:r>
              <a:rPr lang="zh-CN" altLang="en-US" sz="2800" b="1" kern="1200" dirty="0" smtClean="0">
                <a:solidFill>
                  <a:srgbClr val="C00000"/>
                </a:solidFill>
                <a:latin typeface="微软雅黑" panose="020B0503020204020204" pitchFamily="34" charset="-122"/>
                <a:ea typeface="微软雅黑" panose="020B0503020204020204" pitchFamily="34" charset="-122"/>
              </a:rPr>
              <a:t>粗同轴电缆</a:t>
            </a:r>
            <a:r>
              <a:rPr lang="zh-CN" altLang="en-US" sz="2800" b="1" kern="1200" dirty="0" smtClean="0">
                <a:solidFill>
                  <a:srgbClr val="4D4D4D"/>
                </a:solidFill>
                <a:latin typeface="微软雅黑" panose="020B0503020204020204" pitchFamily="34" charset="-122"/>
                <a:ea typeface="微软雅黑" panose="020B0503020204020204" pitchFamily="34" charset="-122"/>
              </a:rPr>
              <a:t>到</a:t>
            </a:r>
            <a:r>
              <a:rPr lang="zh-CN" altLang="en-US" sz="2800" b="1" kern="1200" dirty="0" smtClean="0">
                <a:solidFill>
                  <a:srgbClr val="C00000"/>
                </a:solidFill>
                <a:latin typeface="微软雅黑" panose="020B0503020204020204" pitchFamily="34" charset="-122"/>
                <a:ea typeface="微软雅黑" panose="020B0503020204020204" pitchFamily="34" charset="-122"/>
              </a:rPr>
              <a:t>细同轴电缆</a:t>
            </a:r>
            <a:r>
              <a:rPr lang="zh-CN" altLang="en-US" sz="2800" b="1" kern="1200" dirty="0" smtClean="0">
                <a:solidFill>
                  <a:srgbClr val="4D4D4D"/>
                </a:solidFill>
                <a:latin typeface="微软雅黑" panose="020B0503020204020204" pitchFamily="34" charset="-122"/>
                <a:ea typeface="微软雅黑" panose="020B0503020204020204" pitchFamily="34" charset="-122"/>
              </a:rPr>
              <a:t>再到现在流行的</a:t>
            </a:r>
            <a:r>
              <a:rPr lang="zh-CN" altLang="en-US" sz="2800" b="1" kern="1200" dirty="0" smtClean="0">
                <a:solidFill>
                  <a:srgbClr val="C00000"/>
                </a:solidFill>
                <a:latin typeface="微软雅黑" panose="020B0503020204020204" pitchFamily="34" charset="-122"/>
                <a:ea typeface="微软雅黑" panose="020B0503020204020204" pitchFamily="34" charset="-122"/>
              </a:rPr>
              <a:t>双绞线</a:t>
            </a:r>
            <a:r>
              <a:rPr lang="zh-CN" altLang="en-US" sz="2800" b="1" kern="1200" dirty="0" smtClean="0">
                <a:solidFill>
                  <a:srgbClr val="4D4D4D"/>
                </a:solidFill>
                <a:latin typeface="微软雅黑" panose="020B0503020204020204" pitchFamily="34" charset="-122"/>
                <a:ea typeface="微软雅黑" panose="020B0503020204020204" pitchFamily="34" charset="-122"/>
              </a:rPr>
              <a:t>。</a:t>
            </a:r>
            <a:endParaRPr lang="zh-CN" altLang="en-US" sz="2800" b="1" kern="1200" dirty="0">
              <a:solidFill>
                <a:srgbClr val="4D4D4D"/>
              </a:solidFill>
              <a:latin typeface="微软雅黑" panose="020B0503020204020204" pitchFamily="34" charset="-122"/>
              <a:ea typeface="微软雅黑" panose="020B0503020204020204" pitchFamily="34" charset="-122"/>
            </a:endParaRPr>
          </a:p>
          <a:p>
            <a:r>
              <a:rPr lang="zh-CN" altLang="en-US" sz="2800" b="1" kern="1200" dirty="0" smtClean="0">
                <a:solidFill>
                  <a:srgbClr val="4D4D4D"/>
                </a:solidFill>
                <a:latin typeface="微软雅黑" panose="020B0503020204020204" pitchFamily="34" charset="-122"/>
                <a:ea typeface="微软雅黑" panose="020B0503020204020204" pitchFamily="34" charset="-122"/>
              </a:rPr>
              <a:t>使用双绞线的以太网往往采用</a:t>
            </a:r>
            <a:r>
              <a:rPr lang="zh-CN" altLang="en-US" sz="2800" b="1" kern="1200" dirty="0">
                <a:solidFill>
                  <a:srgbClr val="4D4D4D"/>
                </a:solidFill>
                <a:latin typeface="微软雅黑" panose="020B0503020204020204" pitchFamily="34" charset="-122"/>
                <a:ea typeface="微软雅黑" panose="020B0503020204020204" pitchFamily="34" charset="-122"/>
              </a:rPr>
              <a:t>星形拓扑，在星形的</a:t>
            </a:r>
            <a:r>
              <a:rPr lang="zh-CN" altLang="en-US" sz="2800" b="1" kern="1200" dirty="0" smtClean="0">
                <a:solidFill>
                  <a:srgbClr val="4D4D4D"/>
                </a:solidFill>
                <a:latin typeface="微软雅黑" panose="020B0503020204020204" pitchFamily="34" charset="-122"/>
                <a:ea typeface="微软雅黑" panose="020B0503020204020204" pitchFamily="34" charset="-122"/>
              </a:rPr>
              <a:t>中心使用一</a:t>
            </a:r>
            <a:r>
              <a:rPr lang="zh-CN" altLang="en-US" sz="2800" b="1" kern="1200" dirty="0">
                <a:solidFill>
                  <a:srgbClr val="4D4D4D"/>
                </a:solidFill>
                <a:latin typeface="微软雅黑" panose="020B0503020204020204" pitchFamily="34" charset="-122"/>
                <a:ea typeface="微软雅黑" panose="020B0503020204020204" pitchFamily="34" charset="-122"/>
              </a:rPr>
              <a:t>种可靠性非常高的设备，叫做</a:t>
            </a:r>
            <a:r>
              <a:rPr lang="zh-CN" altLang="en-US" sz="2800" b="1" kern="1200" dirty="0">
                <a:solidFill>
                  <a:srgbClr val="C00000"/>
                </a:solidFill>
                <a:latin typeface="微软雅黑" panose="020B0503020204020204" pitchFamily="34" charset="-122"/>
                <a:ea typeface="微软雅黑" panose="020B0503020204020204" pitchFamily="34" charset="-122"/>
              </a:rPr>
              <a:t>集线器</a:t>
            </a:r>
            <a:r>
              <a:rPr lang="en-US" altLang="zh-CN" sz="2800" b="1" kern="1200" dirty="0">
                <a:solidFill>
                  <a:srgbClr val="4D4D4D"/>
                </a:solidFill>
                <a:latin typeface="微软雅黑" panose="020B0503020204020204" pitchFamily="34" charset="-122"/>
                <a:ea typeface="微软雅黑" panose="020B0503020204020204" pitchFamily="34" charset="-122"/>
              </a:rPr>
              <a:t>(hub</a:t>
            </a:r>
            <a:r>
              <a:rPr lang="en-US" altLang="zh-CN" sz="2800" b="1" kern="1200" dirty="0" smtClean="0">
                <a:solidFill>
                  <a:srgbClr val="4D4D4D"/>
                </a:solidFill>
                <a:latin typeface="微软雅黑" panose="020B0503020204020204" pitchFamily="34" charset="-122"/>
                <a:ea typeface="微软雅黑" panose="020B0503020204020204" pitchFamily="34" charset="-122"/>
              </a:rPr>
              <a:t>)</a:t>
            </a:r>
            <a:r>
              <a:rPr lang="zh-CN" altLang="en-US" sz="2800" b="1" kern="1200" dirty="0" smtClean="0">
                <a:solidFill>
                  <a:srgbClr val="4D4D4D"/>
                </a:solidFill>
                <a:latin typeface="微软雅黑" panose="020B0503020204020204" pitchFamily="34" charset="-122"/>
                <a:ea typeface="微软雅黑" panose="020B0503020204020204" pitchFamily="34" charset="-122"/>
              </a:rPr>
              <a:t>。</a:t>
            </a:r>
            <a:endParaRPr lang="zh-CN" altLang="en-US" sz="2800" b="1" kern="1200" dirty="0">
              <a:solidFill>
                <a:srgbClr val="4D4D4D"/>
              </a:solidFill>
              <a:latin typeface="微软雅黑" panose="020B0503020204020204" pitchFamily="34" charset="-122"/>
              <a:ea typeface="微软雅黑" panose="020B0503020204020204" pitchFamily="34" charset="-122"/>
            </a:endParaRPr>
          </a:p>
        </p:txBody>
      </p:sp>
      <p:sp>
        <p:nvSpPr>
          <p:cNvPr id="71682" name="Rectangle 2"/>
          <p:cNvSpPr>
            <a:spLocks noGrp="1" noChangeArrowheads="1"/>
          </p:cNvSpPr>
          <p:nvPr>
            <p:ph type="title"/>
          </p:nvPr>
        </p:nvSpPr>
        <p:spPr/>
        <p:txBody>
          <a:bodyPr/>
          <a:lstStyle/>
          <a:p>
            <a:r>
              <a:rPr lang="en-US" altLang="zh-CN" sz="4000" dirty="0" smtClean="0">
                <a:solidFill>
                  <a:srgbClr val="FFFFFF"/>
                </a:solidFill>
              </a:rPr>
              <a:t>3.3.3 </a:t>
            </a:r>
            <a:r>
              <a:rPr lang="zh-CN" altLang="en-US" sz="4000" dirty="0" smtClean="0">
                <a:solidFill>
                  <a:srgbClr val="FFFFFF"/>
                </a:solidFill>
              </a:rPr>
              <a:t>使用集线器的星形拓扑</a:t>
            </a:r>
            <a:endParaRPr lang="zh-CN" altLang="en-US" sz="4000" dirty="0">
              <a:solidFill>
                <a:srgbClr val="FFFFFF"/>
              </a:solidFill>
            </a:endParaRPr>
          </a:p>
        </p:txBody>
      </p:sp>
      <p:sp>
        <p:nvSpPr>
          <p:cNvPr id="71684" name="Text Box 4"/>
          <p:cNvSpPr txBox="1">
            <a:spLocks noChangeArrowheads="1"/>
          </p:cNvSpPr>
          <p:nvPr/>
        </p:nvSpPr>
        <p:spPr bwMode="auto">
          <a:xfrm>
            <a:off x="4751299" y="4316838"/>
            <a:ext cx="1335516" cy="556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lang="zh-CN" altLang="en-US" sz="2900" dirty="0">
                <a:solidFill>
                  <a:srgbClr val="4D4D4D"/>
                </a:solidFill>
                <a:latin typeface="Arial" charset="0"/>
              </a:rPr>
              <a:t>集线器</a:t>
            </a:r>
          </a:p>
        </p:txBody>
      </p:sp>
      <p:sp>
        <p:nvSpPr>
          <p:cNvPr id="71685" name="Line 5"/>
          <p:cNvSpPr>
            <a:spLocks noChangeShapeType="1"/>
          </p:cNvSpPr>
          <p:nvPr/>
        </p:nvSpPr>
        <p:spPr bwMode="auto">
          <a:xfrm flipV="1">
            <a:off x="3286894" y="5155232"/>
            <a:ext cx="1788212" cy="38744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71686" name="Line 6"/>
          <p:cNvSpPr>
            <a:spLocks noChangeShapeType="1"/>
          </p:cNvSpPr>
          <p:nvPr/>
        </p:nvSpPr>
        <p:spPr bwMode="auto">
          <a:xfrm>
            <a:off x="3934965" y="4594932"/>
            <a:ext cx="1313685" cy="433271"/>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71687" name="Line 7"/>
          <p:cNvSpPr>
            <a:spLocks noChangeShapeType="1"/>
          </p:cNvSpPr>
          <p:nvPr/>
        </p:nvSpPr>
        <p:spPr bwMode="auto">
          <a:xfrm flipV="1">
            <a:off x="5075107" y="5283849"/>
            <a:ext cx="520632" cy="1022587"/>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71688" name="Line 8"/>
          <p:cNvSpPr>
            <a:spLocks noChangeShapeType="1"/>
          </p:cNvSpPr>
          <p:nvPr/>
        </p:nvSpPr>
        <p:spPr bwMode="auto">
          <a:xfrm flipH="1">
            <a:off x="5767166" y="4316838"/>
            <a:ext cx="677245" cy="838394"/>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71689" name="Line 9"/>
          <p:cNvSpPr>
            <a:spLocks noChangeShapeType="1"/>
          </p:cNvSpPr>
          <p:nvPr/>
        </p:nvSpPr>
        <p:spPr bwMode="auto">
          <a:xfrm>
            <a:off x="5938594" y="5283851"/>
            <a:ext cx="1834108" cy="7604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pic>
        <p:nvPicPr>
          <p:cNvPr id="71690" name="Picture 1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92367" y="4888470"/>
            <a:ext cx="1486112" cy="654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71691" name="Picture 1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06720" y="4129999"/>
            <a:ext cx="680430" cy="584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96" name="Text Box 16"/>
          <p:cNvSpPr txBox="1">
            <a:spLocks noChangeArrowheads="1"/>
          </p:cNvSpPr>
          <p:nvPr/>
        </p:nvSpPr>
        <p:spPr bwMode="auto">
          <a:xfrm>
            <a:off x="6134336" y="6014424"/>
            <a:ext cx="2079309" cy="556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lang="zh-CN" altLang="en-US" sz="2900" dirty="0">
                <a:solidFill>
                  <a:srgbClr val="4D4D4D"/>
                </a:solidFill>
                <a:latin typeface="Arial" charset="0"/>
              </a:rPr>
              <a:t>两对双绞线</a:t>
            </a:r>
          </a:p>
        </p:txBody>
      </p:sp>
      <p:sp>
        <p:nvSpPr>
          <p:cNvPr id="71697" name="Line 17"/>
          <p:cNvSpPr>
            <a:spLocks noChangeShapeType="1"/>
          </p:cNvSpPr>
          <p:nvPr/>
        </p:nvSpPr>
        <p:spPr bwMode="auto">
          <a:xfrm flipH="1" flipV="1">
            <a:off x="6618655" y="5318870"/>
            <a:ext cx="454323" cy="695554"/>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71698" name="Text Box 18"/>
          <p:cNvSpPr txBox="1">
            <a:spLocks noChangeArrowheads="1"/>
          </p:cNvSpPr>
          <p:nvPr/>
        </p:nvSpPr>
        <p:spPr bwMode="auto">
          <a:xfrm>
            <a:off x="6715763" y="3665693"/>
            <a:ext cx="963619" cy="556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lang="zh-CN" altLang="en-US" sz="2900" dirty="0">
                <a:solidFill>
                  <a:srgbClr val="4D4D4D"/>
                </a:solidFill>
                <a:latin typeface="Arial" charset="0"/>
              </a:rPr>
              <a:t>站点</a:t>
            </a:r>
          </a:p>
        </p:txBody>
      </p:sp>
      <p:sp>
        <p:nvSpPr>
          <p:cNvPr id="71699" name="Text Box 19"/>
          <p:cNvSpPr txBox="1">
            <a:spLocks noChangeArrowheads="1"/>
          </p:cNvSpPr>
          <p:nvPr/>
        </p:nvSpPr>
        <p:spPr bwMode="auto">
          <a:xfrm>
            <a:off x="6487182" y="4316837"/>
            <a:ext cx="2082515" cy="556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lang="en-US" altLang="zh-CN" sz="2900" dirty="0">
                <a:solidFill>
                  <a:srgbClr val="4D4D4D"/>
                </a:solidFill>
                <a:latin typeface="Arial" charset="0"/>
              </a:rPr>
              <a:t>RJ-45 </a:t>
            </a:r>
            <a:r>
              <a:rPr lang="zh-CN" altLang="en-US" sz="2900" dirty="0">
                <a:solidFill>
                  <a:srgbClr val="4D4D4D"/>
                </a:solidFill>
                <a:latin typeface="Arial" charset="0"/>
              </a:rPr>
              <a:t>插头</a:t>
            </a:r>
          </a:p>
        </p:txBody>
      </p:sp>
      <p:sp>
        <p:nvSpPr>
          <p:cNvPr id="71700" name="Line 20"/>
          <p:cNvSpPr>
            <a:spLocks noChangeShapeType="1"/>
          </p:cNvSpPr>
          <p:nvPr/>
        </p:nvSpPr>
        <p:spPr bwMode="auto">
          <a:xfrm>
            <a:off x="7066558" y="4829549"/>
            <a:ext cx="738620" cy="530348"/>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71701" name="Line 21"/>
          <p:cNvSpPr>
            <a:spLocks noChangeShapeType="1"/>
          </p:cNvSpPr>
          <p:nvPr/>
        </p:nvSpPr>
        <p:spPr bwMode="auto">
          <a:xfrm flipH="1">
            <a:off x="6002085" y="4811567"/>
            <a:ext cx="884651" cy="464778"/>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pic>
        <p:nvPicPr>
          <p:cNvPr id="24" name="Picture 1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3197" y="3770689"/>
            <a:ext cx="680430" cy="584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1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78690" y="5283851"/>
            <a:ext cx="680430" cy="584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1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34891" y="6014424"/>
            <a:ext cx="680430" cy="584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1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71765" y="4983554"/>
            <a:ext cx="680430" cy="584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4107519"/>
      </p:ext>
    </p:extLst>
  </p:cSld>
  <p:clrMapOvr>
    <a:masterClrMapping/>
  </p:clrMapOvr>
  <p:transition>
    <p:fade/>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3"/>
          <p:cNvSpPr>
            <a:spLocks noGrp="1" noChangeArrowheads="1"/>
          </p:cNvSpPr>
          <p:nvPr>
            <p:ph idx="1"/>
          </p:nvPr>
        </p:nvSpPr>
        <p:spPr/>
        <p:txBody>
          <a:bodyPr/>
          <a:lstStyle/>
          <a:p>
            <a:r>
              <a:rPr lang="zh-CN" altLang="en-US" sz="3200" b="1" kern="1200" dirty="0" smtClean="0">
                <a:solidFill>
                  <a:srgbClr val="4D4D4D"/>
                </a:solidFill>
              </a:rPr>
              <a:t>这种使用双绞线的星形以太网又叫 </a:t>
            </a:r>
            <a:r>
              <a:rPr lang="en-US" altLang="zh-CN" sz="3200" b="1" kern="1200" dirty="0" smtClean="0">
                <a:solidFill>
                  <a:srgbClr val="4D4D4D"/>
                </a:solidFill>
              </a:rPr>
              <a:t>10BASE-T </a:t>
            </a:r>
            <a:r>
              <a:rPr lang="zh-CN" altLang="en-US" b="1" kern="1200" dirty="0"/>
              <a:t>以太网。“</a:t>
            </a:r>
            <a:r>
              <a:rPr lang="en-US" altLang="zh-CN" b="1" kern="1200" dirty="0"/>
              <a:t>10”</a:t>
            </a:r>
            <a:r>
              <a:rPr lang="zh-CN" altLang="en-US" b="1" kern="1200" dirty="0" smtClean="0"/>
              <a:t>代表 </a:t>
            </a:r>
            <a:r>
              <a:rPr lang="en-US" altLang="zh-CN" b="1" kern="1200" dirty="0" smtClean="0"/>
              <a:t>10 Mbit/s </a:t>
            </a:r>
            <a:r>
              <a:rPr lang="zh-CN" altLang="en-US" b="1" kern="1200" dirty="0" smtClean="0"/>
              <a:t>的</a:t>
            </a:r>
            <a:r>
              <a:rPr lang="zh-CN" altLang="en-US" b="1" kern="1200" dirty="0"/>
              <a:t>数据率，</a:t>
            </a:r>
            <a:r>
              <a:rPr lang="en-US" altLang="zh-CN" b="1" kern="1200" dirty="0" smtClean="0"/>
              <a:t>BASE </a:t>
            </a:r>
            <a:r>
              <a:rPr lang="zh-CN" altLang="en-US" b="1" kern="1200" dirty="0" smtClean="0"/>
              <a:t>表示</a:t>
            </a:r>
            <a:r>
              <a:rPr lang="zh-CN" altLang="en-US" b="1" kern="1200" dirty="0"/>
              <a:t>连接线上的信号是基带信号，</a:t>
            </a:r>
            <a:r>
              <a:rPr lang="en-US" altLang="zh-CN" b="1" kern="1200" dirty="0" smtClean="0"/>
              <a:t>T </a:t>
            </a:r>
            <a:r>
              <a:rPr lang="zh-CN" altLang="en-US" b="1" kern="1200" dirty="0" smtClean="0"/>
              <a:t>代表</a:t>
            </a:r>
            <a:r>
              <a:rPr lang="zh-CN" altLang="en-US" b="1" kern="1200" dirty="0"/>
              <a:t>双绞线。</a:t>
            </a:r>
            <a:endParaRPr lang="en-US" altLang="zh-CN" b="1" kern="1200" dirty="0"/>
          </a:p>
          <a:p>
            <a:r>
              <a:rPr lang="en-US" altLang="zh-CN" b="1" kern="1200" dirty="0"/>
              <a:t>10BASE-T </a:t>
            </a:r>
            <a:r>
              <a:rPr lang="zh-CN" altLang="en-US" b="1" kern="1200" dirty="0"/>
              <a:t>以太网</a:t>
            </a:r>
            <a:r>
              <a:rPr lang="zh-CN" altLang="en-US" sz="3200" b="1" kern="1200" dirty="0" smtClean="0">
                <a:solidFill>
                  <a:srgbClr val="4D4D4D"/>
                </a:solidFill>
              </a:rPr>
              <a:t>的</a:t>
            </a:r>
            <a:r>
              <a:rPr lang="zh-CN" altLang="en-US" sz="3200" b="1" kern="1200" dirty="0">
                <a:solidFill>
                  <a:srgbClr val="4D4D4D"/>
                </a:solidFill>
              </a:rPr>
              <a:t>通信距离稍短，每个站到集线器的距离不超过 </a:t>
            </a:r>
            <a:r>
              <a:rPr lang="en-US" altLang="zh-CN" sz="3200" b="1" kern="1200" dirty="0">
                <a:solidFill>
                  <a:srgbClr val="C00000"/>
                </a:solidFill>
              </a:rPr>
              <a:t>100 m</a:t>
            </a:r>
            <a:r>
              <a:rPr lang="zh-CN" altLang="en-US" sz="3200" b="1" kern="1200" dirty="0">
                <a:solidFill>
                  <a:srgbClr val="4D4D4D"/>
                </a:solidFill>
              </a:rPr>
              <a:t>。</a:t>
            </a:r>
          </a:p>
          <a:p>
            <a:r>
              <a:rPr lang="en-US" altLang="zh-CN" sz="3200" b="1" kern="1200" dirty="0" smtClean="0">
                <a:solidFill>
                  <a:srgbClr val="4D4D4D"/>
                </a:solidFill>
              </a:rPr>
              <a:t>10BASE-T </a:t>
            </a:r>
            <a:r>
              <a:rPr lang="zh-CN" altLang="en-US" sz="3200" b="1" kern="1200" dirty="0" smtClean="0">
                <a:solidFill>
                  <a:srgbClr val="4D4D4D"/>
                </a:solidFill>
              </a:rPr>
              <a:t>以太网是</a:t>
            </a:r>
            <a:r>
              <a:rPr lang="zh-CN" altLang="en-US" sz="3200" b="1" kern="1200" dirty="0">
                <a:solidFill>
                  <a:srgbClr val="4D4D4D"/>
                </a:solidFill>
              </a:rPr>
              <a:t>局域网发展史上的一个非常重要的里程碑，</a:t>
            </a:r>
            <a:r>
              <a:rPr lang="zh-CN" altLang="en-US" sz="3200" b="1" kern="1200" dirty="0" smtClean="0">
                <a:solidFill>
                  <a:srgbClr val="4D4D4D"/>
                </a:solidFill>
              </a:rPr>
              <a:t>它</a:t>
            </a:r>
            <a:r>
              <a:rPr lang="zh-CN" altLang="en-US" b="1" kern="1200" dirty="0" smtClean="0"/>
              <a:t>奠定</a:t>
            </a:r>
            <a:r>
              <a:rPr lang="zh-CN" altLang="en-US" b="1" kern="1200" dirty="0"/>
              <a:t>了以太网</a:t>
            </a:r>
            <a:r>
              <a:rPr lang="zh-CN" altLang="en-US" sz="3200" b="1" kern="1200" dirty="0">
                <a:solidFill>
                  <a:srgbClr val="4D4D4D"/>
                </a:solidFill>
              </a:rPr>
              <a:t>在局域网中的统治</a:t>
            </a:r>
            <a:r>
              <a:rPr lang="zh-CN" altLang="en-US" sz="3200" b="1" kern="1200" dirty="0" smtClean="0">
                <a:solidFill>
                  <a:srgbClr val="4D4D4D"/>
                </a:solidFill>
              </a:rPr>
              <a:t>地位。</a:t>
            </a:r>
            <a:endParaRPr lang="zh-CN" altLang="en-US" b="1" dirty="0"/>
          </a:p>
          <a:p>
            <a:endParaRPr lang="zh-CN" altLang="en-US" b="1" dirty="0"/>
          </a:p>
        </p:txBody>
      </p:sp>
      <p:sp>
        <p:nvSpPr>
          <p:cNvPr id="74754" name="Rectangle 2"/>
          <p:cNvSpPr>
            <a:spLocks noGrp="1" noChangeArrowheads="1"/>
          </p:cNvSpPr>
          <p:nvPr>
            <p:ph type="title"/>
          </p:nvPr>
        </p:nvSpPr>
        <p:spPr/>
        <p:txBody>
          <a:bodyPr/>
          <a:lstStyle/>
          <a:p>
            <a:r>
              <a:rPr lang="en-US" altLang="zh-CN" dirty="0"/>
              <a:t>3.3.3 </a:t>
            </a:r>
            <a:r>
              <a:rPr lang="zh-CN" altLang="en-US" dirty="0"/>
              <a:t>使用集线器的</a:t>
            </a:r>
            <a:r>
              <a:rPr lang="zh-CN" altLang="en-US" dirty="0" smtClean="0"/>
              <a:t>星形拓扑</a:t>
            </a:r>
            <a:endParaRPr lang="en-US" altLang="zh-CN" sz="4000" dirty="0">
              <a:solidFill>
                <a:srgbClr val="FFFFFF"/>
              </a:solidFill>
            </a:endParaRPr>
          </a:p>
        </p:txBody>
      </p:sp>
    </p:spTree>
    <p:extLst>
      <p:ext uri="{BB962C8B-B14F-4D97-AF65-F5344CB8AC3E}">
        <p14:creationId xmlns:p14="http://schemas.microsoft.com/office/powerpoint/2010/main" val="1136247116"/>
      </p:ext>
    </p:extLst>
  </p:cSld>
  <p:clrMapOvr>
    <a:masterClrMapping/>
  </p:clrMapOvr>
  <p:transition>
    <p:fade/>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1" name="Rectangle 3"/>
          <p:cNvSpPr>
            <a:spLocks noGrp="1" noChangeArrowheads="1"/>
          </p:cNvSpPr>
          <p:nvPr>
            <p:ph idx="1"/>
          </p:nvPr>
        </p:nvSpPr>
        <p:spPr/>
        <p:txBody>
          <a:bodyPr/>
          <a:lstStyle/>
          <a:p>
            <a:pPr>
              <a:lnSpc>
                <a:spcPct val="140000"/>
              </a:lnSpc>
            </a:pPr>
            <a:r>
              <a:rPr lang="zh-CN" altLang="en-US" sz="2400" b="1" dirty="0" smtClean="0"/>
              <a:t>集线器使用</a:t>
            </a:r>
            <a:r>
              <a:rPr lang="zh-CN" altLang="en-US" sz="2400" b="1" dirty="0"/>
              <a:t>电子器件来模拟实际电缆线的</a:t>
            </a:r>
            <a:r>
              <a:rPr lang="zh-CN" altLang="en-US" sz="2400" b="1" dirty="0" smtClean="0"/>
              <a:t>工作</a:t>
            </a:r>
            <a:r>
              <a:rPr lang="zh-CN" altLang="en-US" sz="2400" b="1" dirty="0"/>
              <a:t>。</a:t>
            </a:r>
            <a:r>
              <a:rPr lang="zh-CN" altLang="en-US" sz="2400" b="1" dirty="0" smtClean="0"/>
              <a:t>使用</a:t>
            </a:r>
            <a:r>
              <a:rPr lang="zh-CN" altLang="en-US" sz="2400" b="1" dirty="0"/>
              <a:t>集线器的以太网</a:t>
            </a:r>
            <a:r>
              <a:rPr lang="zh-CN" altLang="en-US" sz="2400" b="1" dirty="0" smtClean="0"/>
              <a:t>在物理上是一个星形网，但在逻辑</a:t>
            </a:r>
            <a:r>
              <a:rPr lang="zh-CN" altLang="en-US" sz="2400" b="1" dirty="0"/>
              <a:t>上仍是一个总线网，</a:t>
            </a:r>
            <a:r>
              <a:rPr lang="zh-CN" altLang="en-US" sz="2400" b="1" dirty="0" smtClean="0"/>
              <a:t>各主机使用</a:t>
            </a:r>
            <a:r>
              <a:rPr lang="zh-CN" altLang="en-US" sz="2400" b="1" dirty="0"/>
              <a:t>的还是 </a:t>
            </a:r>
            <a:r>
              <a:rPr lang="en-US" altLang="zh-CN" sz="2400" b="1" dirty="0"/>
              <a:t>CSMA/CD </a:t>
            </a:r>
            <a:r>
              <a:rPr lang="zh-CN" altLang="en-US" sz="2400" b="1" dirty="0"/>
              <a:t>协议，并共享逻辑上的总线。 </a:t>
            </a:r>
          </a:p>
          <a:p>
            <a:pPr>
              <a:lnSpc>
                <a:spcPct val="140000"/>
              </a:lnSpc>
            </a:pPr>
            <a:r>
              <a:rPr lang="zh-CN" altLang="en-US" sz="2400" b="1" dirty="0" smtClean="0"/>
              <a:t>集线器工作</a:t>
            </a:r>
            <a:r>
              <a:rPr lang="zh-CN" altLang="en-US" sz="2400" b="1" dirty="0"/>
              <a:t>在</a:t>
            </a:r>
            <a:r>
              <a:rPr lang="zh-CN" altLang="en-US" sz="2400" b="1" dirty="0" smtClean="0">
                <a:solidFill>
                  <a:srgbClr val="C00000"/>
                </a:solidFill>
              </a:rPr>
              <a:t>物理层</a:t>
            </a:r>
            <a:r>
              <a:rPr lang="zh-CN" altLang="en-US" sz="2400" b="1" dirty="0"/>
              <a:t>，</a:t>
            </a:r>
            <a:r>
              <a:rPr lang="zh-CN" altLang="en-US" sz="2400" b="1" dirty="0" smtClean="0"/>
              <a:t>它的每个接口仅简单地转发比特，不进行碰撞检测。</a:t>
            </a:r>
            <a:endParaRPr lang="zh-CN" altLang="en-US" sz="2400" b="1" dirty="0"/>
          </a:p>
        </p:txBody>
      </p:sp>
      <p:sp>
        <p:nvSpPr>
          <p:cNvPr id="72706" name="Rectangle 2"/>
          <p:cNvSpPr>
            <a:spLocks noGrp="1" noChangeArrowheads="1"/>
          </p:cNvSpPr>
          <p:nvPr>
            <p:ph type="title"/>
          </p:nvPr>
        </p:nvSpPr>
        <p:spPr/>
        <p:txBody>
          <a:bodyPr/>
          <a:lstStyle/>
          <a:p>
            <a:r>
              <a:rPr lang="en-US" altLang="zh-CN" dirty="0"/>
              <a:t>3.3.3 </a:t>
            </a:r>
            <a:r>
              <a:rPr lang="zh-CN" altLang="en-US" dirty="0"/>
              <a:t>使用集线器的</a:t>
            </a:r>
            <a:r>
              <a:rPr lang="zh-CN" altLang="en-US" dirty="0" smtClean="0"/>
              <a:t>星形拓扑</a:t>
            </a:r>
            <a:endParaRPr lang="zh-CN" altLang="en-US" sz="4000" dirty="0">
              <a:solidFill>
                <a:srgbClr val="FFFFFF"/>
              </a:solidFill>
            </a:endParaRPr>
          </a:p>
        </p:txBody>
      </p:sp>
      <p:grpSp>
        <p:nvGrpSpPr>
          <p:cNvPr id="72708" name="Group 4"/>
          <p:cNvGrpSpPr>
            <a:grpSpLocks/>
          </p:cNvGrpSpPr>
          <p:nvPr/>
        </p:nvGrpSpPr>
        <p:grpSpPr bwMode="auto">
          <a:xfrm rot="-3098467">
            <a:off x="2618302" y="5234187"/>
            <a:ext cx="1127386" cy="120634"/>
            <a:chOff x="1548" y="1476"/>
            <a:chExt cx="1338" cy="120"/>
          </a:xfrm>
        </p:grpSpPr>
        <p:sp>
          <p:nvSpPr>
            <p:cNvPr id="72763" name="Freeform 5"/>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31"/>
                <a:gd name="T31" fmla="*/ 0 h 112"/>
                <a:gd name="T32" fmla="*/ 1331 w 1331"/>
                <a:gd name="T33" fmla="*/ 112 h 11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72764" name="Freeform 6"/>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31"/>
                <a:gd name="T31" fmla="*/ 0 h 112"/>
                <a:gd name="T32" fmla="*/ 1331 w 1331"/>
                <a:gd name="T33" fmla="*/ 112 h 11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grpSp>
      <p:grpSp>
        <p:nvGrpSpPr>
          <p:cNvPr id="72709" name="Group 7"/>
          <p:cNvGrpSpPr>
            <a:grpSpLocks/>
          </p:cNvGrpSpPr>
          <p:nvPr/>
        </p:nvGrpSpPr>
        <p:grpSpPr bwMode="auto">
          <a:xfrm rot="-3098467">
            <a:off x="3155865" y="5234187"/>
            <a:ext cx="1127386" cy="120634"/>
            <a:chOff x="1548" y="1476"/>
            <a:chExt cx="1338" cy="120"/>
          </a:xfrm>
        </p:grpSpPr>
        <p:sp>
          <p:nvSpPr>
            <p:cNvPr id="72761" name="Freeform 8"/>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31"/>
                <a:gd name="T31" fmla="*/ 0 h 112"/>
                <a:gd name="T32" fmla="*/ 1331 w 1331"/>
                <a:gd name="T33" fmla="*/ 112 h 11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72762" name="Freeform 9"/>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31"/>
                <a:gd name="T31" fmla="*/ 0 h 112"/>
                <a:gd name="T32" fmla="*/ 1331 w 1331"/>
                <a:gd name="T33" fmla="*/ 112 h 11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grpSp>
      <p:grpSp>
        <p:nvGrpSpPr>
          <p:cNvPr id="72710" name="Group 10"/>
          <p:cNvGrpSpPr>
            <a:grpSpLocks/>
          </p:cNvGrpSpPr>
          <p:nvPr/>
        </p:nvGrpSpPr>
        <p:grpSpPr bwMode="auto">
          <a:xfrm rot="3701259" flipH="1">
            <a:off x="7875704" y="5228100"/>
            <a:ext cx="1001945" cy="118518"/>
            <a:chOff x="1548" y="1476"/>
            <a:chExt cx="1338" cy="120"/>
          </a:xfrm>
        </p:grpSpPr>
        <p:sp>
          <p:nvSpPr>
            <p:cNvPr id="72759" name="Freeform 11"/>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31"/>
                <a:gd name="T31" fmla="*/ 0 h 112"/>
                <a:gd name="T32" fmla="*/ 1331 w 1331"/>
                <a:gd name="T33" fmla="*/ 112 h 11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72760" name="Freeform 12"/>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31"/>
                <a:gd name="T31" fmla="*/ 0 h 112"/>
                <a:gd name="T32" fmla="*/ 1331 w 1331"/>
                <a:gd name="T33" fmla="*/ 112 h 11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grpSp>
      <p:grpSp>
        <p:nvGrpSpPr>
          <p:cNvPr id="72711" name="Group 13"/>
          <p:cNvGrpSpPr>
            <a:grpSpLocks/>
          </p:cNvGrpSpPr>
          <p:nvPr/>
        </p:nvGrpSpPr>
        <p:grpSpPr bwMode="auto">
          <a:xfrm rot="3701259" flipH="1">
            <a:off x="8505332" y="5247684"/>
            <a:ext cx="1001944" cy="120634"/>
            <a:chOff x="1548" y="1476"/>
            <a:chExt cx="1338" cy="120"/>
          </a:xfrm>
        </p:grpSpPr>
        <p:sp>
          <p:nvSpPr>
            <p:cNvPr id="72757" name="Freeform 14"/>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31"/>
                <a:gd name="T31" fmla="*/ 0 h 112"/>
                <a:gd name="T32" fmla="*/ 1331 w 1331"/>
                <a:gd name="T33" fmla="*/ 112 h 11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72758" name="Freeform 15"/>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31"/>
                <a:gd name="T31" fmla="*/ 0 h 112"/>
                <a:gd name="T32" fmla="*/ 1331 w 1331"/>
                <a:gd name="T33" fmla="*/ 112 h 11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grpSp>
      <p:sp>
        <p:nvSpPr>
          <p:cNvPr id="72712" name="Rectangle 16"/>
          <p:cNvSpPr>
            <a:spLocks noChangeArrowheads="1"/>
          </p:cNvSpPr>
          <p:nvPr/>
        </p:nvSpPr>
        <p:spPr bwMode="auto">
          <a:xfrm>
            <a:off x="2423269" y="3501802"/>
            <a:ext cx="7345993" cy="1344923"/>
          </a:xfrm>
          <a:prstGeom prst="rect">
            <a:avLst/>
          </a:prstGeom>
          <a:solidFill>
            <a:srgbClr val="FFCCFF"/>
          </a:solidFill>
          <a:ln w="25400">
            <a:solidFill>
              <a:schemeClr val="tx1"/>
            </a:solidFill>
            <a:miter lim="800000"/>
            <a:headEnd/>
            <a:tailEnd/>
          </a:ln>
          <a:effectLst>
            <a:outerShdw dist="28398" dir="3806097" algn="ctr" rotWithShape="0">
              <a:schemeClr val="bg2"/>
            </a:outerShdw>
          </a:effectLst>
        </p:spPr>
        <p:txBody>
          <a:bodyPr wrap="none" lIns="108850" tIns="54425" rIns="108850" bIns="54425" anchor="ctr"/>
          <a:lstStyle/>
          <a:p>
            <a:pPr eaLnBrk="1" hangingPunct="1"/>
            <a:endParaRPr lang="zh-CN" altLang="en-US" b="1"/>
          </a:p>
        </p:txBody>
      </p:sp>
      <p:sp>
        <p:nvSpPr>
          <p:cNvPr id="72713" name="AutoShape 17"/>
          <p:cNvSpPr>
            <a:spLocks noChangeArrowheads="1"/>
          </p:cNvSpPr>
          <p:nvPr/>
        </p:nvSpPr>
        <p:spPr bwMode="auto">
          <a:xfrm>
            <a:off x="3411623" y="4478340"/>
            <a:ext cx="590474" cy="350919"/>
          </a:xfrm>
          <a:prstGeom prst="triangle">
            <a:avLst>
              <a:gd name="adj" fmla="val 49995"/>
            </a:avLst>
          </a:prstGeom>
          <a:solidFill>
            <a:schemeClr val="bg1"/>
          </a:solidFill>
          <a:ln w="12700">
            <a:solidFill>
              <a:schemeClr val="tx1"/>
            </a:solidFill>
            <a:miter lim="800000"/>
            <a:headEnd/>
            <a:tailEnd/>
          </a:ln>
        </p:spPr>
        <p:txBody>
          <a:bodyPr wrap="none" lIns="108850" tIns="54425" rIns="108850" bIns="54425" anchor="ctr"/>
          <a:lstStyle/>
          <a:p>
            <a:pPr eaLnBrk="1" hangingPunct="1"/>
            <a:endParaRPr lang="zh-CN" altLang="en-US" b="1"/>
          </a:p>
        </p:txBody>
      </p:sp>
      <p:sp>
        <p:nvSpPr>
          <p:cNvPr id="72714" name="AutoShape 18"/>
          <p:cNvSpPr>
            <a:spLocks noChangeArrowheads="1"/>
          </p:cNvSpPr>
          <p:nvPr/>
        </p:nvSpPr>
        <p:spPr bwMode="auto">
          <a:xfrm>
            <a:off x="7646523" y="4481516"/>
            <a:ext cx="594705" cy="352507"/>
          </a:xfrm>
          <a:prstGeom prst="triangle">
            <a:avLst>
              <a:gd name="adj" fmla="val 49995"/>
            </a:avLst>
          </a:prstGeom>
          <a:solidFill>
            <a:schemeClr val="bg1"/>
          </a:solidFill>
          <a:ln w="12700">
            <a:solidFill>
              <a:schemeClr val="tx1"/>
            </a:solidFill>
            <a:miter lim="800000"/>
            <a:headEnd/>
            <a:tailEnd/>
          </a:ln>
        </p:spPr>
        <p:txBody>
          <a:bodyPr wrap="none" lIns="108850" tIns="54425" rIns="108850" bIns="54425" anchor="ctr"/>
          <a:lstStyle/>
          <a:p>
            <a:pPr eaLnBrk="1" hangingPunct="1"/>
            <a:endParaRPr lang="zh-CN" altLang="en-US" b="1"/>
          </a:p>
        </p:txBody>
      </p:sp>
      <p:sp>
        <p:nvSpPr>
          <p:cNvPr id="72715" name="AutoShape 19"/>
          <p:cNvSpPr>
            <a:spLocks noChangeArrowheads="1"/>
          </p:cNvSpPr>
          <p:nvPr/>
        </p:nvSpPr>
        <p:spPr bwMode="auto">
          <a:xfrm>
            <a:off x="5424312" y="4478340"/>
            <a:ext cx="594705" cy="350919"/>
          </a:xfrm>
          <a:prstGeom prst="triangle">
            <a:avLst>
              <a:gd name="adj" fmla="val 49995"/>
            </a:avLst>
          </a:prstGeom>
          <a:solidFill>
            <a:schemeClr val="bg1"/>
          </a:solidFill>
          <a:ln w="12700">
            <a:solidFill>
              <a:schemeClr val="tx1"/>
            </a:solidFill>
            <a:miter lim="800000"/>
            <a:headEnd/>
            <a:tailEnd/>
          </a:ln>
        </p:spPr>
        <p:txBody>
          <a:bodyPr wrap="none" lIns="108850" tIns="54425" rIns="108850" bIns="54425" anchor="ctr"/>
          <a:lstStyle/>
          <a:p>
            <a:pPr eaLnBrk="1" hangingPunct="1"/>
            <a:endParaRPr lang="zh-CN" altLang="en-US" b="1"/>
          </a:p>
        </p:txBody>
      </p:sp>
      <p:sp>
        <p:nvSpPr>
          <p:cNvPr id="72716" name="AutoShape 20"/>
          <p:cNvSpPr>
            <a:spLocks noChangeArrowheads="1"/>
          </p:cNvSpPr>
          <p:nvPr/>
        </p:nvSpPr>
        <p:spPr bwMode="auto">
          <a:xfrm rot="10800000" flipH="1">
            <a:off x="8247577" y="4481516"/>
            <a:ext cx="590472" cy="352507"/>
          </a:xfrm>
          <a:prstGeom prst="triangle">
            <a:avLst>
              <a:gd name="adj" fmla="val 49995"/>
            </a:avLst>
          </a:prstGeom>
          <a:solidFill>
            <a:schemeClr val="bg1"/>
          </a:solidFill>
          <a:ln w="12700">
            <a:solidFill>
              <a:schemeClr val="tx1"/>
            </a:solidFill>
            <a:miter lim="800000"/>
            <a:headEnd/>
            <a:tailEnd/>
          </a:ln>
        </p:spPr>
        <p:txBody>
          <a:bodyPr wrap="none" lIns="108850" tIns="54425" rIns="108850" bIns="54425" anchor="ctr"/>
          <a:lstStyle/>
          <a:p>
            <a:pPr eaLnBrk="1" hangingPunct="1"/>
            <a:endParaRPr lang="zh-CN" altLang="en-US" b="1"/>
          </a:p>
        </p:txBody>
      </p:sp>
      <p:sp>
        <p:nvSpPr>
          <p:cNvPr id="72717" name="AutoShape 21"/>
          <p:cNvSpPr>
            <a:spLocks noChangeArrowheads="1"/>
          </p:cNvSpPr>
          <p:nvPr/>
        </p:nvSpPr>
        <p:spPr bwMode="auto">
          <a:xfrm rot="10800000" flipH="1">
            <a:off x="3993631" y="4478340"/>
            <a:ext cx="592590" cy="350919"/>
          </a:xfrm>
          <a:prstGeom prst="triangle">
            <a:avLst>
              <a:gd name="adj" fmla="val 49995"/>
            </a:avLst>
          </a:prstGeom>
          <a:solidFill>
            <a:schemeClr val="bg1"/>
          </a:solidFill>
          <a:ln w="12700">
            <a:solidFill>
              <a:schemeClr val="tx1"/>
            </a:solidFill>
            <a:miter lim="800000"/>
            <a:headEnd/>
            <a:tailEnd/>
          </a:ln>
        </p:spPr>
        <p:txBody>
          <a:bodyPr wrap="none" lIns="108850" tIns="54425" rIns="108850" bIns="54425" anchor="ctr"/>
          <a:lstStyle/>
          <a:p>
            <a:pPr eaLnBrk="1" hangingPunct="1"/>
            <a:endParaRPr lang="zh-CN" altLang="en-US" b="1"/>
          </a:p>
        </p:txBody>
      </p:sp>
      <p:sp>
        <p:nvSpPr>
          <p:cNvPr id="72718" name="AutoShape 22"/>
          <p:cNvSpPr>
            <a:spLocks noChangeArrowheads="1"/>
          </p:cNvSpPr>
          <p:nvPr/>
        </p:nvSpPr>
        <p:spPr bwMode="auto">
          <a:xfrm rot="10800000" flipH="1">
            <a:off x="6033833" y="4495807"/>
            <a:ext cx="594705" cy="349331"/>
          </a:xfrm>
          <a:prstGeom prst="triangle">
            <a:avLst>
              <a:gd name="adj" fmla="val 49995"/>
            </a:avLst>
          </a:prstGeom>
          <a:solidFill>
            <a:schemeClr val="bg1"/>
          </a:solidFill>
          <a:ln w="12700">
            <a:solidFill>
              <a:schemeClr val="tx1"/>
            </a:solidFill>
            <a:miter lim="800000"/>
            <a:headEnd/>
            <a:tailEnd/>
          </a:ln>
        </p:spPr>
        <p:txBody>
          <a:bodyPr wrap="none" lIns="108850" tIns="54425" rIns="108850" bIns="54425" anchor="ctr"/>
          <a:lstStyle/>
          <a:p>
            <a:pPr eaLnBrk="1" hangingPunct="1"/>
            <a:endParaRPr lang="zh-CN" altLang="en-US" b="1"/>
          </a:p>
        </p:txBody>
      </p:sp>
      <p:sp>
        <p:nvSpPr>
          <p:cNvPr id="72719" name="Freeform 23"/>
          <p:cNvSpPr>
            <a:spLocks/>
          </p:cNvSpPr>
          <p:nvPr/>
        </p:nvSpPr>
        <p:spPr bwMode="auto">
          <a:xfrm>
            <a:off x="4442306" y="4152828"/>
            <a:ext cx="3513209" cy="325512"/>
          </a:xfrm>
          <a:custGeom>
            <a:avLst/>
            <a:gdLst>
              <a:gd name="T0" fmla="*/ 2147483646 w 1375"/>
              <a:gd name="T1" fmla="*/ 2147483646 h 187"/>
              <a:gd name="T2" fmla="*/ 2147483646 w 1375"/>
              <a:gd name="T3" fmla="*/ 0 h 187"/>
              <a:gd name="T4" fmla="*/ 0 w 1375"/>
              <a:gd name="T5" fmla="*/ 0 h 187"/>
              <a:gd name="T6" fmla="*/ 0 w 1375"/>
              <a:gd name="T7" fmla="*/ 2147483646 h 187"/>
              <a:gd name="T8" fmla="*/ 0 60000 65536"/>
              <a:gd name="T9" fmla="*/ 0 60000 65536"/>
              <a:gd name="T10" fmla="*/ 0 60000 65536"/>
              <a:gd name="T11" fmla="*/ 0 60000 65536"/>
              <a:gd name="T12" fmla="*/ 0 w 1375"/>
              <a:gd name="T13" fmla="*/ 0 h 187"/>
              <a:gd name="T14" fmla="*/ 1375 w 1375"/>
              <a:gd name="T15" fmla="*/ 187 h 187"/>
            </a:gdLst>
            <a:ahLst/>
            <a:cxnLst>
              <a:cxn ang="T8">
                <a:pos x="T0" y="T1"/>
              </a:cxn>
              <a:cxn ang="T9">
                <a:pos x="T2" y="T3"/>
              </a:cxn>
              <a:cxn ang="T10">
                <a:pos x="T4" y="T5"/>
              </a:cxn>
              <a:cxn ang="T11">
                <a:pos x="T6" y="T7"/>
              </a:cxn>
            </a:cxnLst>
            <a:rect l="T12" t="T13" r="T14" b="T15"/>
            <a:pathLst>
              <a:path w="1375" h="187">
                <a:moveTo>
                  <a:pt x="1374" y="186"/>
                </a:moveTo>
                <a:lnTo>
                  <a:pt x="1374" y="0"/>
                </a:lnTo>
                <a:lnTo>
                  <a:pt x="0" y="0"/>
                </a:lnTo>
                <a:lnTo>
                  <a:pt x="0" y="186"/>
                </a:lnTo>
              </a:path>
            </a:pathLst>
          </a:custGeom>
          <a:noFill/>
          <a:ln w="12700" cap="rnd">
            <a:solidFill>
              <a:schemeClr val="tx1"/>
            </a:solidFill>
            <a:round/>
            <a:headEnd type="none" w="sm" len="med"/>
            <a:tailEnd type="triangle" w="sm" len="med"/>
          </a:ln>
          <a:extLst>
            <a:ext uri="{909E8E84-426E-40DD-AFC4-6F175D3DCCD1}">
              <a14:hiddenFill xmlns:a14="http://schemas.microsoft.com/office/drawing/2010/main">
                <a:solidFill>
                  <a:srgbClr val="FFFFFF"/>
                </a:solidFill>
              </a14:hiddenFill>
            </a:ext>
          </a:extLst>
        </p:spPr>
        <p:txBody>
          <a:bodyPr lIns="108850" tIns="54425" rIns="108850" bIns="54425"/>
          <a:lstStyle/>
          <a:p>
            <a:endParaRPr lang="zh-CN" altLang="en-US" b="1"/>
          </a:p>
        </p:txBody>
      </p:sp>
      <p:sp>
        <p:nvSpPr>
          <p:cNvPr id="72720" name="Freeform 24"/>
          <p:cNvSpPr>
            <a:spLocks/>
          </p:cNvSpPr>
          <p:nvPr/>
        </p:nvSpPr>
        <p:spPr bwMode="auto">
          <a:xfrm>
            <a:off x="5714257" y="3913058"/>
            <a:ext cx="2706865" cy="585924"/>
          </a:xfrm>
          <a:custGeom>
            <a:avLst/>
            <a:gdLst>
              <a:gd name="T0" fmla="*/ 0 w 1060"/>
              <a:gd name="T1" fmla="*/ 2147483646 h 337"/>
              <a:gd name="T2" fmla="*/ 0 w 1060"/>
              <a:gd name="T3" fmla="*/ 0 h 337"/>
              <a:gd name="T4" fmla="*/ 2147483646 w 1060"/>
              <a:gd name="T5" fmla="*/ 0 h 337"/>
              <a:gd name="T6" fmla="*/ 2147483646 w 1060"/>
              <a:gd name="T7" fmla="*/ 2147483646 h 337"/>
              <a:gd name="T8" fmla="*/ 0 60000 65536"/>
              <a:gd name="T9" fmla="*/ 0 60000 65536"/>
              <a:gd name="T10" fmla="*/ 0 60000 65536"/>
              <a:gd name="T11" fmla="*/ 0 60000 65536"/>
              <a:gd name="T12" fmla="*/ 0 w 1060"/>
              <a:gd name="T13" fmla="*/ 0 h 337"/>
              <a:gd name="T14" fmla="*/ 1060 w 1060"/>
              <a:gd name="T15" fmla="*/ 337 h 337"/>
            </a:gdLst>
            <a:ahLst/>
            <a:cxnLst>
              <a:cxn ang="T8">
                <a:pos x="T0" y="T1"/>
              </a:cxn>
              <a:cxn ang="T9">
                <a:pos x="T2" y="T3"/>
              </a:cxn>
              <a:cxn ang="T10">
                <a:pos x="T4" y="T5"/>
              </a:cxn>
              <a:cxn ang="T11">
                <a:pos x="T6" y="T7"/>
              </a:cxn>
            </a:cxnLst>
            <a:rect l="T12" t="T13" r="T14" b="T15"/>
            <a:pathLst>
              <a:path w="1060" h="337">
                <a:moveTo>
                  <a:pt x="0" y="336"/>
                </a:moveTo>
                <a:lnTo>
                  <a:pt x="0" y="0"/>
                </a:lnTo>
                <a:lnTo>
                  <a:pt x="1059" y="0"/>
                </a:lnTo>
                <a:lnTo>
                  <a:pt x="1059" y="330"/>
                </a:lnTo>
              </a:path>
            </a:pathLst>
          </a:custGeom>
          <a:noFill/>
          <a:ln w="12700" cap="rnd">
            <a:solidFill>
              <a:schemeClr val="tx1"/>
            </a:solidFill>
            <a:round/>
            <a:headEnd type="none" w="sm" len="med"/>
            <a:tailEnd type="triangle" w="sm" len="med"/>
          </a:ln>
          <a:extLst>
            <a:ext uri="{909E8E84-426E-40DD-AFC4-6F175D3DCCD1}">
              <a14:hiddenFill xmlns:a14="http://schemas.microsoft.com/office/drawing/2010/main">
                <a:solidFill>
                  <a:srgbClr val="FFFFFF"/>
                </a:solidFill>
              </a14:hiddenFill>
            </a:ext>
          </a:extLst>
        </p:spPr>
        <p:txBody>
          <a:bodyPr lIns="108850" tIns="54425" rIns="108850" bIns="54425"/>
          <a:lstStyle/>
          <a:p>
            <a:endParaRPr lang="zh-CN" altLang="en-US" b="1"/>
          </a:p>
        </p:txBody>
      </p:sp>
      <p:sp>
        <p:nvSpPr>
          <p:cNvPr id="72721" name="Freeform 25"/>
          <p:cNvSpPr>
            <a:spLocks/>
          </p:cNvSpPr>
          <p:nvPr/>
        </p:nvSpPr>
        <p:spPr bwMode="auto">
          <a:xfrm>
            <a:off x="4198921" y="3913059"/>
            <a:ext cx="1519569" cy="576396"/>
          </a:xfrm>
          <a:custGeom>
            <a:avLst/>
            <a:gdLst>
              <a:gd name="T0" fmla="*/ 2147483646 w 595"/>
              <a:gd name="T1" fmla="*/ 0 h 331"/>
              <a:gd name="T2" fmla="*/ 0 w 595"/>
              <a:gd name="T3" fmla="*/ 0 h 331"/>
              <a:gd name="T4" fmla="*/ 0 w 595"/>
              <a:gd name="T5" fmla="*/ 2147483646 h 331"/>
              <a:gd name="T6" fmla="*/ 0 60000 65536"/>
              <a:gd name="T7" fmla="*/ 0 60000 65536"/>
              <a:gd name="T8" fmla="*/ 0 60000 65536"/>
              <a:gd name="T9" fmla="*/ 0 w 595"/>
              <a:gd name="T10" fmla="*/ 0 h 331"/>
              <a:gd name="T11" fmla="*/ 595 w 595"/>
              <a:gd name="T12" fmla="*/ 331 h 331"/>
            </a:gdLst>
            <a:ahLst/>
            <a:cxnLst>
              <a:cxn ang="T6">
                <a:pos x="T0" y="T1"/>
              </a:cxn>
              <a:cxn ang="T7">
                <a:pos x="T2" y="T3"/>
              </a:cxn>
              <a:cxn ang="T8">
                <a:pos x="T4" y="T5"/>
              </a:cxn>
            </a:cxnLst>
            <a:rect l="T9" t="T10" r="T11" b="T12"/>
            <a:pathLst>
              <a:path w="595" h="331">
                <a:moveTo>
                  <a:pt x="594" y="0"/>
                </a:moveTo>
                <a:lnTo>
                  <a:pt x="0" y="0"/>
                </a:lnTo>
                <a:lnTo>
                  <a:pt x="0" y="330"/>
                </a:lnTo>
              </a:path>
            </a:pathLst>
          </a:custGeom>
          <a:noFill/>
          <a:ln w="12700" cap="rnd">
            <a:solidFill>
              <a:schemeClr val="tx1"/>
            </a:solidFill>
            <a:round/>
            <a:headEnd type="none" w="sm" len="med"/>
            <a:tailEnd type="triangle" w="sm" len="med"/>
          </a:ln>
          <a:extLst>
            <a:ext uri="{909E8E84-426E-40DD-AFC4-6F175D3DCCD1}">
              <a14:hiddenFill xmlns:a14="http://schemas.microsoft.com/office/drawing/2010/main">
                <a:solidFill>
                  <a:srgbClr val="FFFFFF"/>
                </a:solidFill>
              </a14:hiddenFill>
            </a:ext>
          </a:extLst>
        </p:spPr>
        <p:txBody>
          <a:bodyPr lIns="108850" tIns="54425" rIns="108850" bIns="54425"/>
          <a:lstStyle/>
          <a:p>
            <a:endParaRPr lang="zh-CN" altLang="en-US" b="1"/>
          </a:p>
        </p:txBody>
      </p:sp>
      <p:sp>
        <p:nvSpPr>
          <p:cNvPr id="72722" name="Freeform 26"/>
          <p:cNvSpPr>
            <a:spLocks/>
          </p:cNvSpPr>
          <p:nvPr/>
        </p:nvSpPr>
        <p:spPr bwMode="auto">
          <a:xfrm>
            <a:off x="3707918" y="3705048"/>
            <a:ext cx="4981985" cy="793934"/>
          </a:xfrm>
          <a:custGeom>
            <a:avLst/>
            <a:gdLst>
              <a:gd name="T0" fmla="*/ 0 w 1951"/>
              <a:gd name="T1" fmla="*/ 2147483646 h 457"/>
              <a:gd name="T2" fmla="*/ 0 w 1951"/>
              <a:gd name="T3" fmla="*/ 0 h 457"/>
              <a:gd name="T4" fmla="*/ 2147483646 w 1951"/>
              <a:gd name="T5" fmla="*/ 0 h 457"/>
              <a:gd name="T6" fmla="*/ 2147483646 w 1951"/>
              <a:gd name="T7" fmla="*/ 2147483646 h 457"/>
              <a:gd name="T8" fmla="*/ 2147483646 w 1951"/>
              <a:gd name="T9" fmla="*/ 2147483646 h 457"/>
              <a:gd name="T10" fmla="*/ 0 60000 65536"/>
              <a:gd name="T11" fmla="*/ 0 60000 65536"/>
              <a:gd name="T12" fmla="*/ 0 60000 65536"/>
              <a:gd name="T13" fmla="*/ 0 60000 65536"/>
              <a:gd name="T14" fmla="*/ 0 60000 65536"/>
              <a:gd name="T15" fmla="*/ 0 w 1951"/>
              <a:gd name="T16" fmla="*/ 0 h 457"/>
              <a:gd name="T17" fmla="*/ 1951 w 1951"/>
              <a:gd name="T18" fmla="*/ 457 h 457"/>
            </a:gdLst>
            <a:ahLst/>
            <a:cxnLst>
              <a:cxn ang="T10">
                <a:pos x="T0" y="T1"/>
              </a:cxn>
              <a:cxn ang="T11">
                <a:pos x="T2" y="T3"/>
              </a:cxn>
              <a:cxn ang="T12">
                <a:pos x="T4" y="T5"/>
              </a:cxn>
              <a:cxn ang="T13">
                <a:pos x="T6" y="T7"/>
              </a:cxn>
              <a:cxn ang="T14">
                <a:pos x="T8" y="T9"/>
              </a:cxn>
            </a:cxnLst>
            <a:rect l="T15" t="T16" r="T17" b="T18"/>
            <a:pathLst>
              <a:path w="1951" h="457">
                <a:moveTo>
                  <a:pt x="0" y="456"/>
                </a:moveTo>
                <a:lnTo>
                  <a:pt x="0" y="0"/>
                </a:lnTo>
                <a:lnTo>
                  <a:pt x="1950" y="0"/>
                </a:lnTo>
                <a:lnTo>
                  <a:pt x="1950" y="450"/>
                </a:lnTo>
              </a:path>
            </a:pathLst>
          </a:custGeom>
          <a:noFill/>
          <a:ln w="12700" cap="rnd">
            <a:solidFill>
              <a:schemeClr val="tx1"/>
            </a:solidFill>
            <a:round/>
            <a:headEnd type="none" w="sm" len="med"/>
            <a:tailEnd type="triangle" w="sm" len="med"/>
          </a:ln>
          <a:extLst>
            <a:ext uri="{909E8E84-426E-40DD-AFC4-6F175D3DCCD1}">
              <a14:hiddenFill xmlns:a14="http://schemas.microsoft.com/office/drawing/2010/main">
                <a:solidFill>
                  <a:srgbClr val="FFFFFF"/>
                </a:solidFill>
              </a14:hiddenFill>
            </a:ext>
          </a:extLst>
        </p:spPr>
        <p:txBody>
          <a:bodyPr lIns="108850" tIns="54425" rIns="108850" bIns="54425"/>
          <a:lstStyle/>
          <a:p>
            <a:endParaRPr lang="zh-CN" altLang="en-US" b="1"/>
          </a:p>
        </p:txBody>
      </p:sp>
      <p:sp>
        <p:nvSpPr>
          <p:cNvPr id="72723" name="Line 27"/>
          <p:cNvSpPr>
            <a:spLocks noChangeShapeType="1"/>
          </p:cNvSpPr>
          <p:nvPr/>
        </p:nvSpPr>
        <p:spPr bwMode="auto">
          <a:xfrm>
            <a:off x="6435946" y="4159179"/>
            <a:ext cx="0" cy="341391"/>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72724" name="Line 28"/>
          <p:cNvSpPr>
            <a:spLocks noChangeShapeType="1"/>
          </p:cNvSpPr>
          <p:nvPr/>
        </p:nvSpPr>
        <p:spPr bwMode="auto">
          <a:xfrm>
            <a:off x="6222190" y="3722515"/>
            <a:ext cx="0" cy="787582"/>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72725" name="Rectangle 29"/>
          <p:cNvSpPr>
            <a:spLocks noChangeArrowheads="1"/>
          </p:cNvSpPr>
          <p:nvPr/>
        </p:nvSpPr>
        <p:spPr bwMode="auto">
          <a:xfrm>
            <a:off x="1775653" y="3597074"/>
            <a:ext cx="589435" cy="1311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lnSpc>
                <a:spcPct val="90000"/>
              </a:lnSpc>
            </a:pPr>
            <a:r>
              <a:rPr kumimoji="1" lang="zh-CN" altLang="en-US" sz="2900" b="1">
                <a:solidFill>
                  <a:srgbClr val="333399"/>
                </a:solidFill>
                <a:latin typeface="Times New Roman" pitchFamily="18" charset="0"/>
                <a:ea typeface="黑体" pitchFamily="49" charset="-122"/>
              </a:rPr>
              <a:t>集</a:t>
            </a:r>
          </a:p>
          <a:p>
            <a:pPr defTabSz="907085">
              <a:lnSpc>
                <a:spcPct val="90000"/>
              </a:lnSpc>
            </a:pPr>
            <a:r>
              <a:rPr kumimoji="1" lang="zh-CN" altLang="en-US" sz="2900" b="1">
                <a:solidFill>
                  <a:srgbClr val="333399"/>
                </a:solidFill>
                <a:latin typeface="Times New Roman" pitchFamily="18" charset="0"/>
                <a:ea typeface="黑体" pitchFamily="49" charset="-122"/>
              </a:rPr>
              <a:t>线</a:t>
            </a:r>
          </a:p>
          <a:p>
            <a:pPr defTabSz="907085">
              <a:lnSpc>
                <a:spcPct val="90000"/>
              </a:lnSpc>
            </a:pPr>
            <a:r>
              <a:rPr kumimoji="1" lang="zh-CN" altLang="en-US" sz="2900" b="1">
                <a:solidFill>
                  <a:srgbClr val="333399"/>
                </a:solidFill>
                <a:latin typeface="Times New Roman" pitchFamily="18" charset="0"/>
                <a:ea typeface="黑体" pitchFamily="49" charset="-122"/>
              </a:rPr>
              <a:t>器</a:t>
            </a:r>
          </a:p>
        </p:txBody>
      </p:sp>
      <p:sp>
        <p:nvSpPr>
          <p:cNvPr id="72726" name="Rectangle 30"/>
          <p:cNvSpPr>
            <a:spLocks noChangeArrowheads="1"/>
          </p:cNvSpPr>
          <p:nvPr/>
        </p:nvSpPr>
        <p:spPr bwMode="auto">
          <a:xfrm>
            <a:off x="5001033" y="5816913"/>
            <a:ext cx="1978825" cy="846333"/>
          </a:xfrm>
          <a:prstGeom prst="rect">
            <a:avLst/>
          </a:prstGeom>
          <a:solidFill>
            <a:srgbClr val="FFFF66"/>
          </a:solidFill>
          <a:ln w="25400">
            <a:solidFill>
              <a:schemeClr val="tx1"/>
            </a:solidFill>
            <a:miter lim="800000"/>
            <a:headEnd/>
            <a:tailEnd/>
          </a:ln>
          <a:effectLst>
            <a:outerShdw dist="35921" dir="2700000" algn="ctr" rotWithShape="0">
              <a:schemeClr val="bg2"/>
            </a:outerShdw>
          </a:effectLst>
        </p:spPr>
        <p:txBody>
          <a:bodyPr wrap="none" lIns="108850" tIns="54425" rIns="108850" bIns="54425" anchor="ctr"/>
          <a:lstStyle/>
          <a:p>
            <a:pPr eaLnBrk="1" hangingPunct="1"/>
            <a:endParaRPr lang="zh-CN" altLang="en-US" b="1"/>
          </a:p>
        </p:txBody>
      </p:sp>
      <p:sp>
        <p:nvSpPr>
          <p:cNvPr id="72727" name="Rectangle 31"/>
          <p:cNvSpPr>
            <a:spLocks noChangeArrowheads="1"/>
          </p:cNvSpPr>
          <p:nvPr/>
        </p:nvSpPr>
        <p:spPr bwMode="auto">
          <a:xfrm>
            <a:off x="5384100" y="5818500"/>
            <a:ext cx="1265602" cy="398555"/>
          </a:xfrm>
          <a:prstGeom prst="rect">
            <a:avLst/>
          </a:prstGeom>
          <a:solidFill>
            <a:schemeClr val="bg1"/>
          </a:solidFill>
          <a:ln w="12700">
            <a:solidFill>
              <a:schemeClr val="tx1"/>
            </a:solidFill>
            <a:miter lim="800000"/>
            <a:headEnd/>
            <a:tailEnd/>
          </a:ln>
        </p:spPr>
        <p:txBody>
          <a:bodyPr wrap="none" lIns="108850" tIns="54425" rIns="108850" bIns="54425" anchor="ctr"/>
          <a:lstStyle/>
          <a:p>
            <a:pPr eaLnBrk="1" hangingPunct="1"/>
            <a:endParaRPr lang="zh-CN" altLang="en-US" b="1"/>
          </a:p>
        </p:txBody>
      </p:sp>
      <p:sp>
        <p:nvSpPr>
          <p:cNvPr id="72728" name="Rectangle 32"/>
          <p:cNvSpPr>
            <a:spLocks noChangeArrowheads="1"/>
          </p:cNvSpPr>
          <p:nvPr/>
        </p:nvSpPr>
        <p:spPr bwMode="auto">
          <a:xfrm>
            <a:off x="5472988" y="5740695"/>
            <a:ext cx="833091" cy="476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2400" b="1">
                <a:solidFill>
                  <a:srgbClr val="333399"/>
                </a:solidFill>
                <a:latin typeface="Times New Roman" pitchFamily="18" charset="0"/>
                <a:ea typeface="黑体" pitchFamily="49" charset="-122"/>
              </a:rPr>
              <a:t>网卡</a:t>
            </a:r>
          </a:p>
        </p:txBody>
      </p:sp>
      <p:sp>
        <p:nvSpPr>
          <p:cNvPr id="72729" name="Rectangle 33"/>
          <p:cNvSpPr>
            <a:spLocks noChangeArrowheads="1"/>
          </p:cNvSpPr>
          <p:nvPr/>
        </p:nvSpPr>
        <p:spPr bwMode="auto">
          <a:xfrm>
            <a:off x="5307910" y="6183710"/>
            <a:ext cx="1140868" cy="476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2400" b="1" dirty="0">
                <a:solidFill>
                  <a:srgbClr val="333399"/>
                </a:solidFill>
                <a:latin typeface="Times New Roman" pitchFamily="18" charset="0"/>
                <a:ea typeface="黑体" pitchFamily="49" charset="-122"/>
              </a:rPr>
              <a:t>计算机</a:t>
            </a:r>
          </a:p>
        </p:txBody>
      </p:sp>
      <p:sp>
        <p:nvSpPr>
          <p:cNvPr id="72730" name="Rectangle 34"/>
          <p:cNvSpPr>
            <a:spLocks noChangeArrowheads="1"/>
          </p:cNvSpPr>
          <p:nvPr/>
        </p:nvSpPr>
        <p:spPr bwMode="auto">
          <a:xfrm>
            <a:off x="5523781" y="5724816"/>
            <a:ext cx="962959" cy="82569"/>
          </a:xfrm>
          <a:prstGeom prst="rect">
            <a:avLst/>
          </a:prstGeom>
          <a:solidFill>
            <a:schemeClr val="bg1"/>
          </a:solidFill>
          <a:ln w="12700">
            <a:solidFill>
              <a:schemeClr val="tx1"/>
            </a:solidFill>
            <a:miter lim="800000"/>
            <a:headEnd/>
            <a:tailEnd/>
          </a:ln>
        </p:spPr>
        <p:txBody>
          <a:bodyPr wrap="none" lIns="108850" tIns="54425" rIns="108850" bIns="54425" anchor="ctr"/>
          <a:lstStyle/>
          <a:p>
            <a:pPr eaLnBrk="1" hangingPunct="1"/>
            <a:endParaRPr lang="zh-CN" altLang="en-US" b="1"/>
          </a:p>
        </p:txBody>
      </p:sp>
      <p:sp>
        <p:nvSpPr>
          <p:cNvPr id="72731" name="Rectangle 35"/>
          <p:cNvSpPr>
            <a:spLocks noChangeArrowheads="1"/>
          </p:cNvSpPr>
          <p:nvPr/>
        </p:nvSpPr>
        <p:spPr bwMode="auto">
          <a:xfrm>
            <a:off x="1934382" y="5816913"/>
            <a:ext cx="1983059" cy="846333"/>
          </a:xfrm>
          <a:prstGeom prst="rect">
            <a:avLst/>
          </a:prstGeom>
          <a:solidFill>
            <a:srgbClr val="FFFF66"/>
          </a:solidFill>
          <a:ln w="25400">
            <a:solidFill>
              <a:schemeClr val="tx1"/>
            </a:solidFill>
            <a:miter lim="800000"/>
            <a:headEnd/>
            <a:tailEnd/>
          </a:ln>
          <a:effectLst>
            <a:outerShdw dist="35921" dir="2700000" algn="ctr" rotWithShape="0">
              <a:schemeClr val="bg2"/>
            </a:outerShdw>
          </a:effectLst>
        </p:spPr>
        <p:txBody>
          <a:bodyPr wrap="none" lIns="108850" tIns="54425" rIns="108850" bIns="54425" anchor="ctr"/>
          <a:lstStyle/>
          <a:p>
            <a:pPr eaLnBrk="1" hangingPunct="1"/>
            <a:endParaRPr lang="zh-CN" altLang="en-US" b="1"/>
          </a:p>
        </p:txBody>
      </p:sp>
      <p:sp>
        <p:nvSpPr>
          <p:cNvPr id="72732" name="Rectangle 36"/>
          <p:cNvSpPr>
            <a:spLocks noChangeArrowheads="1"/>
          </p:cNvSpPr>
          <p:nvPr/>
        </p:nvSpPr>
        <p:spPr bwMode="auto">
          <a:xfrm>
            <a:off x="2256073" y="5805797"/>
            <a:ext cx="1269835" cy="398555"/>
          </a:xfrm>
          <a:prstGeom prst="rect">
            <a:avLst/>
          </a:prstGeom>
          <a:solidFill>
            <a:schemeClr val="bg1"/>
          </a:solidFill>
          <a:ln w="12700">
            <a:solidFill>
              <a:schemeClr val="tx1"/>
            </a:solidFill>
            <a:miter lim="800000"/>
            <a:headEnd/>
            <a:tailEnd/>
          </a:ln>
        </p:spPr>
        <p:txBody>
          <a:bodyPr wrap="none" lIns="108850" tIns="54425" rIns="108850" bIns="54425" anchor="ctr"/>
          <a:lstStyle/>
          <a:p>
            <a:pPr eaLnBrk="1" hangingPunct="1"/>
            <a:endParaRPr lang="zh-CN" altLang="en-US" b="1"/>
          </a:p>
        </p:txBody>
      </p:sp>
      <p:sp>
        <p:nvSpPr>
          <p:cNvPr id="72733" name="Rectangle 37"/>
          <p:cNvSpPr>
            <a:spLocks noChangeArrowheads="1"/>
          </p:cNvSpPr>
          <p:nvPr/>
        </p:nvSpPr>
        <p:spPr bwMode="auto">
          <a:xfrm>
            <a:off x="2429618" y="5762925"/>
            <a:ext cx="833091" cy="476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2400" b="1">
                <a:solidFill>
                  <a:srgbClr val="333399"/>
                </a:solidFill>
                <a:latin typeface="Times New Roman" pitchFamily="18" charset="0"/>
                <a:ea typeface="黑体" pitchFamily="49" charset="-122"/>
              </a:rPr>
              <a:t>网卡</a:t>
            </a:r>
          </a:p>
        </p:txBody>
      </p:sp>
      <p:sp>
        <p:nvSpPr>
          <p:cNvPr id="72734" name="Rectangle 38"/>
          <p:cNvSpPr>
            <a:spLocks noChangeArrowheads="1"/>
          </p:cNvSpPr>
          <p:nvPr/>
        </p:nvSpPr>
        <p:spPr bwMode="auto">
          <a:xfrm>
            <a:off x="2224329" y="6183710"/>
            <a:ext cx="1140868" cy="476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2400" b="1" dirty="0">
                <a:solidFill>
                  <a:srgbClr val="333399"/>
                </a:solidFill>
                <a:latin typeface="Times New Roman" pitchFamily="18" charset="0"/>
                <a:ea typeface="黑体" pitchFamily="49" charset="-122"/>
              </a:rPr>
              <a:t>计算机</a:t>
            </a:r>
          </a:p>
        </p:txBody>
      </p:sp>
      <p:sp>
        <p:nvSpPr>
          <p:cNvPr id="72735" name="Rectangle 39"/>
          <p:cNvSpPr>
            <a:spLocks noChangeArrowheads="1"/>
          </p:cNvSpPr>
          <p:nvPr/>
        </p:nvSpPr>
        <p:spPr bwMode="auto">
          <a:xfrm>
            <a:off x="2461364" y="5724816"/>
            <a:ext cx="958725" cy="82569"/>
          </a:xfrm>
          <a:prstGeom prst="rect">
            <a:avLst/>
          </a:prstGeom>
          <a:solidFill>
            <a:schemeClr val="bg1"/>
          </a:solidFill>
          <a:ln w="12700">
            <a:solidFill>
              <a:schemeClr val="tx1"/>
            </a:solidFill>
            <a:miter lim="800000"/>
            <a:headEnd/>
            <a:tailEnd/>
          </a:ln>
        </p:spPr>
        <p:txBody>
          <a:bodyPr wrap="none" lIns="108850" tIns="54425" rIns="108850" bIns="54425" anchor="ctr"/>
          <a:lstStyle/>
          <a:p>
            <a:pPr eaLnBrk="1" hangingPunct="1"/>
            <a:endParaRPr lang="zh-CN" altLang="en-US" b="1"/>
          </a:p>
        </p:txBody>
      </p:sp>
      <p:sp>
        <p:nvSpPr>
          <p:cNvPr id="72736" name="Rectangle 40"/>
          <p:cNvSpPr>
            <a:spLocks noChangeArrowheads="1"/>
          </p:cNvSpPr>
          <p:nvPr/>
        </p:nvSpPr>
        <p:spPr bwMode="auto">
          <a:xfrm>
            <a:off x="8048637" y="5816913"/>
            <a:ext cx="1983058" cy="846333"/>
          </a:xfrm>
          <a:prstGeom prst="rect">
            <a:avLst/>
          </a:prstGeom>
          <a:solidFill>
            <a:srgbClr val="FFFF66"/>
          </a:solidFill>
          <a:ln w="25400">
            <a:solidFill>
              <a:schemeClr val="tx1"/>
            </a:solidFill>
            <a:miter lim="800000"/>
            <a:headEnd/>
            <a:tailEnd/>
          </a:ln>
          <a:effectLst>
            <a:outerShdw dist="35921" dir="2700000" algn="ctr" rotWithShape="0">
              <a:schemeClr val="bg2"/>
            </a:outerShdw>
          </a:effectLst>
        </p:spPr>
        <p:txBody>
          <a:bodyPr wrap="none" lIns="108850" tIns="54425" rIns="108850" bIns="54425" anchor="ctr"/>
          <a:lstStyle/>
          <a:p>
            <a:pPr eaLnBrk="1" hangingPunct="1"/>
            <a:endParaRPr lang="zh-CN" altLang="en-US" b="1"/>
          </a:p>
        </p:txBody>
      </p:sp>
      <p:sp>
        <p:nvSpPr>
          <p:cNvPr id="72737" name="Rectangle 41"/>
          <p:cNvSpPr>
            <a:spLocks noChangeArrowheads="1"/>
          </p:cNvSpPr>
          <p:nvPr/>
        </p:nvSpPr>
        <p:spPr bwMode="auto">
          <a:xfrm>
            <a:off x="8421121" y="5818500"/>
            <a:ext cx="1267718" cy="398555"/>
          </a:xfrm>
          <a:prstGeom prst="rect">
            <a:avLst/>
          </a:prstGeom>
          <a:solidFill>
            <a:schemeClr val="bg1"/>
          </a:solidFill>
          <a:ln w="12700">
            <a:solidFill>
              <a:schemeClr val="tx1"/>
            </a:solidFill>
            <a:miter lim="800000"/>
            <a:headEnd/>
            <a:tailEnd/>
          </a:ln>
        </p:spPr>
        <p:txBody>
          <a:bodyPr wrap="none" lIns="108850" tIns="54425" rIns="108850" bIns="54425" anchor="ctr"/>
          <a:lstStyle/>
          <a:p>
            <a:pPr eaLnBrk="1" hangingPunct="1"/>
            <a:endParaRPr lang="zh-CN" altLang="en-US" b="1"/>
          </a:p>
        </p:txBody>
      </p:sp>
      <p:sp>
        <p:nvSpPr>
          <p:cNvPr id="72738" name="Rectangle 42"/>
          <p:cNvSpPr>
            <a:spLocks noChangeArrowheads="1"/>
          </p:cNvSpPr>
          <p:nvPr/>
        </p:nvSpPr>
        <p:spPr bwMode="auto">
          <a:xfrm>
            <a:off x="8518476" y="5767688"/>
            <a:ext cx="833091" cy="476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2400" b="1">
                <a:solidFill>
                  <a:srgbClr val="333399"/>
                </a:solidFill>
                <a:latin typeface="Times New Roman" pitchFamily="18" charset="0"/>
                <a:ea typeface="黑体" pitchFamily="49" charset="-122"/>
              </a:rPr>
              <a:t>网卡</a:t>
            </a:r>
          </a:p>
        </p:txBody>
      </p:sp>
      <p:sp>
        <p:nvSpPr>
          <p:cNvPr id="72739" name="Rectangle 43"/>
          <p:cNvSpPr>
            <a:spLocks noChangeArrowheads="1"/>
          </p:cNvSpPr>
          <p:nvPr/>
        </p:nvSpPr>
        <p:spPr bwMode="auto">
          <a:xfrm>
            <a:off x="8321651" y="6183710"/>
            <a:ext cx="1140868" cy="476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2400" b="1" dirty="0">
                <a:solidFill>
                  <a:srgbClr val="333399"/>
                </a:solidFill>
                <a:latin typeface="Times New Roman" pitchFamily="18" charset="0"/>
                <a:ea typeface="黑体" pitchFamily="49" charset="-122"/>
              </a:rPr>
              <a:t>计算机</a:t>
            </a:r>
          </a:p>
        </p:txBody>
      </p:sp>
      <p:sp>
        <p:nvSpPr>
          <p:cNvPr id="72740" name="Rectangle 44"/>
          <p:cNvSpPr>
            <a:spLocks noChangeArrowheads="1"/>
          </p:cNvSpPr>
          <p:nvPr/>
        </p:nvSpPr>
        <p:spPr bwMode="auto">
          <a:xfrm>
            <a:off x="8575617" y="5724816"/>
            <a:ext cx="960842" cy="82569"/>
          </a:xfrm>
          <a:prstGeom prst="rect">
            <a:avLst/>
          </a:prstGeom>
          <a:solidFill>
            <a:schemeClr val="bg1"/>
          </a:solidFill>
          <a:ln w="12700">
            <a:solidFill>
              <a:schemeClr val="tx1"/>
            </a:solidFill>
            <a:miter lim="800000"/>
            <a:headEnd/>
            <a:tailEnd/>
          </a:ln>
        </p:spPr>
        <p:txBody>
          <a:bodyPr wrap="none" lIns="108850" tIns="54425" rIns="108850" bIns="54425" anchor="ctr"/>
          <a:lstStyle/>
          <a:p>
            <a:pPr eaLnBrk="1" hangingPunct="1"/>
            <a:endParaRPr lang="zh-CN" altLang="en-US" b="1"/>
          </a:p>
        </p:txBody>
      </p:sp>
      <p:sp>
        <p:nvSpPr>
          <p:cNvPr id="72741" name="Oval 45"/>
          <p:cNvSpPr>
            <a:spLocks noChangeArrowheads="1"/>
          </p:cNvSpPr>
          <p:nvPr/>
        </p:nvSpPr>
        <p:spPr bwMode="auto">
          <a:xfrm>
            <a:off x="5648649" y="3868599"/>
            <a:ext cx="116401" cy="79393"/>
          </a:xfrm>
          <a:prstGeom prst="ellipse">
            <a:avLst/>
          </a:prstGeom>
          <a:solidFill>
            <a:schemeClr val="tx1"/>
          </a:solidFill>
          <a:ln w="12700">
            <a:solidFill>
              <a:schemeClr val="tx1"/>
            </a:solidFill>
            <a:round/>
            <a:headEnd/>
            <a:tailEnd/>
          </a:ln>
        </p:spPr>
        <p:txBody>
          <a:bodyPr wrap="none" lIns="108850" tIns="54425" rIns="108850" bIns="54425" anchor="ctr"/>
          <a:lstStyle/>
          <a:p>
            <a:pPr eaLnBrk="1" hangingPunct="1"/>
            <a:endParaRPr lang="zh-CN" altLang="en-US" b="1"/>
          </a:p>
        </p:txBody>
      </p:sp>
      <p:sp>
        <p:nvSpPr>
          <p:cNvPr id="72742" name="Oval 46"/>
          <p:cNvSpPr>
            <a:spLocks noChangeArrowheads="1"/>
          </p:cNvSpPr>
          <p:nvPr/>
        </p:nvSpPr>
        <p:spPr bwMode="auto">
          <a:xfrm>
            <a:off x="6169281" y="3670116"/>
            <a:ext cx="118518" cy="79393"/>
          </a:xfrm>
          <a:prstGeom prst="ellipse">
            <a:avLst/>
          </a:prstGeom>
          <a:solidFill>
            <a:schemeClr val="tx1"/>
          </a:solidFill>
          <a:ln w="12700">
            <a:solidFill>
              <a:schemeClr val="tx1"/>
            </a:solidFill>
            <a:round/>
            <a:headEnd/>
            <a:tailEnd/>
          </a:ln>
        </p:spPr>
        <p:txBody>
          <a:bodyPr wrap="none" lIns="108850" tIns="54425" rIns="108850" bIns="54425" anchor="ctr"/>
          <a:lstStyle/>
          <a:p>
            <a:pPr eaLnBrk="1" hangingPunct="1"/>
            <a:endParaRPr lang="zh-CN" altLang="en-US" b="1"/>
          </a:p>
        </p:txBody>
      </p:sp>
      <p:sp>
        <p:nvSpPr>
          <p:cNvPr id="72743" name="Oval 47"/>
          <p:cNvSpPr>
            <a:spLocks noChangeArrowheads="1"/>
          </p:cNvSpPr>
          <p:nvPr/>
        </p:nvSpPr>
        <p:spPr bwMode="auto">
          <a:xfrm>
            <a:off x="6383036" y="4108368"/>
            <a:ext cx="118518" cy="79393"/>
          </a:xfrm>
          <a:prstGeom prst="ellipse">
            <a:avLst/>
          </a:prstGeom>
          <a:solidFill>
            <a:schemeClr val="tx1"/>
          </a:solidFill>
          <a:ln w="12700">
            <a:solidFill>
              <a:schemeClr val="tx1"/>
            </a:solidFill>
            <a:round/>
            <a:headEnd/>
            <a:tailEnd/>
          </a:ln>
        </p:spPr>
        <p:txBody>
          <a:bodyPr wrap="none" lIns="108850" tIns="54425" rIns="108850" bIns="54425" anchor="ctr"/>
          <a:lstStyle/>
          <a:p>
            <a:pPr eaLnBrk="1" hangingPunct="1"/>
            <a:endParaRPr lang="zh-CN" altLang="en-US" b="1"/>
          </a:p>
        </p:txBody>
      </p:sp>
      <p:sp>
        <p:nvSpPr>
          <p:cNvPr id="72744" name="Line 48"/>
          <p:cNvSpPr>
            <a:spLocks noChangeShapeType="1"/>
          </p:cNvSpPr>
          <p:nvPr/>
        </p:nvSpPr>
        <p:spPr bwMode="auto">
          <a:xfrm flipV="1">
            <a:off x="5576691" y="4894361"/>
            <a:ext cx="0" cy="597038"/>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72745" name="Line 49"/>
          <p:cNvSpPr>
            <a:spLocks noChangeShapeType="1"/>
          </p:cNvSpPr>
          <p:nvPr/>
        </p:nvSpPr>
        <p:spPr bwMode="auto">
          <a:xfrm>
            <a:off x="6175629" y="4905477"/>
            <a:ext cx="0" cy="592274"/>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72746" name="Line 50"/>
          <p:cNvSpPr>
            <a:spLocks noChangeShapeType="1"/>
          </p:cNvSpPr>
          <p:nvPr/>
        </p:nvSpPr>
        <p:spPr bwMode="auto">
          <a:xfrm rot="236364" flipV="1">
            <a:off x="2803099" y="5022033"/>
            <a:ext cx="463380" cy="546380"/>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72747" name="Line 51"/>
          <p:cNvSpPr>
            <a:spLocks noChangeShapeType="1"/>
          </p:cNvSpPr>
          <p:nvPr/>
        </p:nvSpPr>
        <p:spPr bwMode="auto">
          <a:xfrm flipH="1">
            <a:off x="3365195" y="5006761"/>
            <a:ext cx="503567" cy="511632"/>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72748" name="Line 52"/>
          <p:cNvSpPr>
            <a:spLocks noChangeShapeType="1"/>
          </p:cNvSpPr>
          <p:nvPr/>
        </p:nvSpPr>
        <p:spPr bwMode="auto">
          <a:xfrm>
            <a:off x="7997843" y="4916590"/>
            <a:ext cx="423279" cy="667095"/>
          </a:xfrm>
          <a:prstGeom prst="line">
            <a:avLst/>
          </a:prstGeom>
          <a:noFill/>
          <a:ln w="12700">
            <a:solidFill>
              <a:schemeClr val="tx1"/>
            </a:solidFill>
            <a:round/>
            <a:headEnd type="triangle" w="sm" len="med"/>
            <a:tailEnd type="none" w="sm" len="me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72749" name="Line 53"/>
          <p:cNvSpPr>
            <a:spLocks noChangeShapeType="1"/>
          </p:cNvSpPr>
          <p:nvPr/>
        </p:nvSpPr>
        <p:spPr bwMode="auto">
          <a:xfrm>
            <a:off x="8657005" y="4938821"/>
            <a:ext cx="344516" cy="644864"/>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72750" name="Rectangle 54"/>
          <p:cNvSpPr>
            <a:spLocks noChangeArrowheads="1"/>
          </p:cNvSpPr>
          <p:nvPr/>
        </p:nvSpPr>
        <p:spPr bwMode="auto">
          <a:xfrm>
            <a:off x="6543882" y="5015039"/>
            <a:ext cx="1140868" cy="476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2400" b="1">
                <a:solidFill>
                  <a:srgbClr val="333399"/>
                </a:solidFill>
                <a:latin typeface="Times New Roman" pitchFamily="18" charset="0"/>
                <a:ea typeface="黑体" pitchFamily="49" charset="-122"/>
              </a:rPr>
              <a:t>双绞线</a:t>
            </a:r>
          </a:p>
        </p:txBody>
      </p:sp>
      <p:grpSp>
        <p:nvGrpSpPr>
          <p:cNvPr id="72751" name="Group 55"/>
          <p:cNvGrpSpPr>
            <a:grpSpLocks/>
          </p:cNvGrpSpPr>
          <p:nvPr/>
        </p:nvGrpSpPr>
        <p:grpSpPr bwMode="auto">
          <a:xfrm rot="5400000" flipH="1">
            <a:off x="5888701" y="5224659"/>
            <a:ext cx="876503" cy="120634"/>
            <a:chOff x="1548" y="1476"/>
            <a:chExt cx="1338" cy="120"/>
          </a:xfrm>
        </p:grpSpPr>
        <p:sp>
          <p:nvSpPr>
            <p:cNvPr id="72755" name="Freeform 56"/>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31"/>
                <a:gd name="T31" fmla="*/ 0 h 112"/>
                <a:gd name="T32" fmla="*/ 1331 w 1331"/>
                <a:gd name="T33" fmla="*/ 112 h 11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72756" name="Freeform 57"/>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31"/>
                <a:gd name="T31" fmla="*/ 0 h 112"/>
                <a:gd name="T32" fmla="*/ 1331 w 1331"/>
                <a:gd name="T33" fmla="*/ 112 h 11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grpSp>
      <p:grpSp>
        <p:nvGrpSpPr>
          <p:cNvPr id="72752" name="Group 58"/>
          <p:cNvGrpSpPr>
            <a:grpSpLocks/>
          </p:cNvGrpSpPr>
          <p:nvPr/>
        </p:nvGrpSpPr>
        <p:grpSpPr bwMode="auto">
          <a:xfrm rot="5400000" flipH="1">
            <a:off x="5277857" y="5236569"/>
            <a:ext cx="874916" cy="120635"/>
            <a:chOff x="1548" y="1476"/>
            <a:chExt cx="1338" cy="120"/>
          </a:xfrm>
        </p:grpSpPr>
        <p:sp>
          <p:nvSpPr>
            <p:cNvPr id="72753" name="Freeform 59"/>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31"/>
                <a:gd name="T31" fmla="*/ 0 h 112"/>
                <a:gd name="T32" fmla="*/ 1331 w 1331"/>
                <a:gd name="T33" fmla="*/ 112 h 11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72754" name="Freeform 60"/>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31"/>
                <a:gd name="T31" fmla="*/ 0 h 112"/>
                <a:gd name="T32" fmla="*/ 1331 w 1331"/>
                <a:gd name="T33" fmla="*/ 112 h 11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grpSp>
    </p:spTree>
    <p:extLst>
      <p:ext uri="{BB962C8B-B14F-4D97-AF65-F5344CB8AC3E}">
        <p14:creationId xmlns:p14="http://schemas.microsoft.com/office/powerpoint/2010/main" val="4031723784"/>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90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011"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3"/>
          <p:cNvSpPr>
            <a:spLocks noGrp="1" noChangeArrowheads="1"/>
          </p:cNvSpPr>
          <p:nvPr>
            <p:ph idx="1"/>
          </p:nvPr>
        </p:nvSpPr>
        <p:spPr>
          <a:xfrm>
            <a:off x="442800" y="1267198"/>
            <a:ext cx="11304000" cy="5186931"/>
          </a:xfrm>
        </p:spPr>
        <p:txBody>
          <a:bodyPr/>
          <a:lstStyle/>
          <a:p>
            <a:r>
              <a:rPr lang="zh-CN" altLang="en-US" b="1" kern="1200" dirty="0" smtClean="0"/>
              <a:t>多台计算机在</a:t>
            </a:r>
            <a:r>
              <a:rPr lang="zh-CN" altLang="en-US" b="1" kern="1200" dirty="0"/>
              <a:t>以太网上同时工作就可能会发生碰撞。</a:t>
            </a:r>
          </a:p>
          <a:p>
            <a:r>
              <a:rPr lang="zh-CN" altLang="en-US" b="1" kern="1200" dirty="0"/>
              <a:t>当发生碰撞时，信道资源实际上是被浪费了。因此，当扣除碰撞所造成的信道损失后，以太网总的信道利用率并不能达到 </a:t>
            </a:r>
            <a:r>
              <a:rPr lang="en-US" altLang="zh-CN" b="1" kern="1200" dirty="0"/>
              <a:t>100%</a:t>
            </a:r>
            <a:r>
              <a:rPr lang="zh-CN" altLang="en-US" b="1" kern="1200" dirty="0"/>
              <a:t>。</a:t>
            </a:r>
          </a:p>
          <a:p>
            <a:r>
              <a:rPr lang="zh-CN" altLang="en-US" b="1" kern="1200" dirty="0" smtClean="0"/>
              <a:t>若争用</a:t>
            </a:r>
            <a:r>
              <a:rPr lang="zh-CN" altLang="en-US" b="1" kern="1200" dirty="0" smtClean="0">
                <a:solidFill>
                  <a:srgbClr val="4D4D4D"/>
                </a:solidFill>
              </a:rPr>
              <a:t>期为 </a:t>
            </a:r>
            <a:r>
              <a:rPr lang="en-US" altLang="zh-CN" b="1" kern="1200" dirty="0">
                <a:solidFill>
                  <a:srgbClr val="4D4D4D"/>
                </a:solidFill>
              </a:rPr>
              <a:t>2</a:t>
            </a:r>
            <a:r>
              <a:rPr lang="en-US" altLang="zh-CN" b="1" kern="1200" dirty="0">
                <a:solidFill>
                  <a:srgbClr val="4D4D4D"/>
                </a:solidFill>
                <a:sym typeface="Symbol" pitchFamily="18" charset="2"/>
              </a:rPr>
              <a:t></a:t>
            </a:r>
            <a:r>
              <a:rPr lang="zh-CN" altLang="en-US" b="1" kern="1200" dirty="0" smtClean="0">
                <a:solidFill>
                  <a:srgbClr val="4D4D4D"/>
                </a:solidFill>
              </a:rPr>
              <a:t>，帧的发送时间为 </a:t>
            </a:r>
            <a:r>
              <a:rPr lang="en-US" altLang="zh-CN" b="1" kern="1200" dirty="0" smtClean="0">
                <a:solidFill>
                  <a:srgbClr val="4D4D4D"/>
                </a:solidFill>
              </a:rPr>
              <a:t>T</a:t>
            </a:r>
            <a:r>
              <a:rPr lang="en-US" altLang="zh-CN" b="1" kern="1200" baseline="-25000" dirty="0" smtClean="0">
                <a:solidFill>
                  <a:srgbClr val="4D4D4D"/>
                </a:solidFill>
              </a:rPr>
              <a:t>0</a:t>
            </a:r>
            <a:r>
              <a:rPr lang="zh-CN" altLang="en-US" b="1" kern="1200" dirty="0"/>
              <a:t>，则成功发送一个帧需要占用信道的时间</a:t>
            </a:r>
            <a:r>
              <a:rPr lang="zh-CN" altLang="en-US" b="1" kern="1200" dirty="0" smtClean="0"/>
              <a:t>是 </a:t>
            </a:r>
            <a:r>
              <a:rPr lang="en-US" altLang="zh-CN" b="1" kern="1200" dirty="0" smtClean="0"/>
              <a:t>T</a:t>
            </a:r>
            <a:r>
              <a:rPr lang="en-US" altLang="zh-CN" b="1" kern="1200" baseline="-25000" dirty="0" smtClean="0"/>
              <a:t>0 </a:t>
            </a:r>
            <a:r>
              <a:rPr lang="en-US" altLang="zh-CN" b="1" kern="1200" dirty="0" smtClean="0"/>
              <a:t>+ </a:t>
            </a:r>
            <a:r>
              <a:rPr lang="en-US" altLang="zh-CN" b="1" kern="1200" dirty="0" smtClean="0">
                <a:sym typeface="Symbol" pitchFamily="18" charset="2"/>
              </a:rPr>
              <a:t></a:t>
            </a:r>
            <a:r>
              <a:rPr lang="zh-CN" altLang="en-US" b="1" kern="1200" dirty="0" smtClean="0">
                <a:sym typeface="Symbol" pitchFamily="18" charset="2"/>
              </a:rPr>
              <a:t>，这是因为发送的最后一个比特还要</a:t>
            </a:r>
            <a:r>
              <a:rPr lang="zh-CN" altLang="en-US" b="1" kern="1200" dirty="0" smtClean="0"/>
              <a:t>再</a:t>
            </a:r>
            <a:r>
              <a:rPr lang="zh-CN" altLang="en-US" b="1" kern="1200" dirty="0"/>
              <a:t>经过时间 </a:t>
            </a:r>
            <a:r>
              <a:rPr lang="zh-CN" altLang="en-US" b="1" kern="1200" dirty="0">
                <a:sym typeface="Symbol" pitchFamily="18" charset="2"/>
              </a:rPr>
              <a:t> </a:t>
            </a:r>
            <a:r>
              <a:rPr lang="zh-CN" altLang="en-US" b="1" kern="1200" dirty="0" smtClean="0">
                <a:sym typeface="Symbol" pitchFamily="18" charset="2"/>
              </a:rPr>
              <a:t>才能在</a:t>
            </a:r>
            <a:r>
              <a:rPr lang="zh-CN" altLang="en-US" b="1" kern="1200" dirty="0" smtClean="0"/>
              <a:t>信道上传送完。</a:t>
            </a:r>
            <a:endParaRPr lang="zh-CN" altLang="en-US" b="1" kern="1200" dirty="0">
              <a:solidFill>
                <a:srgbClr val="4D4D4D"/>
              </a:solidFill>
            </a:endParaRPr>
          </a:p>
        </p:txBody>
      </p:sp>
      <p:sp>
        <p:nvSpPr>
          <p:cNvPr id="76802" name="Rectangle 2"/>
          <p:cNvSpPr>
            <a:spLocks noGrp="1" noChangeArrowheads="1"/>
          </p:cNvSpPr>
          <p:nvPr>
            <p:ph type="title"/>
          </p:nvPr>
        </p:nvSpPr>
        <p:spPr/>
        <p:txBody>
          <a:bodyPr/>
          <a:lstStyle/>
          <a:p>
            <a:r>
              <a:rPr lang="en-US" altLang="zh-CN" sz="4000" dirty="0" smtClean="0">
                <a:solidFill>
                  <a:srgbClr val="FFFFFF"/>
                </a:solidFill>
              </a:rPr>
              <a:t>3.3.4 </a:t>
            </a:r>
            <a:r>
              <a:rPr lang="zh-CN" altLang="en-US" sz="4000" dirty="0" smtClean="0">
                <a:solidFill>
                  <a:srgbClr val="FFFFFF"/>
                </a:solidFill>
              </a:rPr>
              <a:t>以太网</a:t>
            </a:r>
            <a:r>
              <a:rPr lang="zh-CN" altLang="en-US" sz="4000" dirty="0">
                <a:solidFill>
                  <a:srgbClr val="FFFFFF"/>
                </a:solidFill>
              </a:rPr>
              <a:t>的信道利用率</a:t>
            </a:r>
          </a:p>
        </p:txBody>
      </p:sp>
    </p:spTree>
    <p:extLst>
      <p:ext uri="{BB962C8B-B14F-4D97-AF65-F5344CB8AC3E}">
        <p14:creationId xmlns:p14="http://schemas.microsoft.com/office/powerpoint/2010/main" val="2955228590"/>
      </p:ext>
    </p:extLst>
  </p:cSld>
  <p:clrMapOvr>
    <a:masterClrMapping/>
  </p:clrMapOvr>
  <p:transition>
    <p:fade/>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Line 12"/>
          <p:cNvSpPr>
            <a:spLocks noChangeShapeType="1"/>
          </p:cNvSpPr>
          <p:nvPr/>
        </p:nvSpPr>
        <p:spPr bwMode="auto">
          <a:xfrm>
            <a:off x="5132250" y="4453044"/>
            <a:ext cx="1350258"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77828" name="Rectangle 3"/>
          <p:cNvSpPr>
            <a:spLocks noGrp="1" noChangeArrowheads="1"/>
          </p:cNvSpPr>
          <p:nvPr>
            <p:ph idx="1"/>
          </p:nvPr>
        </p:nvSpPr>
        <p:spPr/>
        <p:txBody>
          <a:bodyPr/>
          <a:lstStyle/>
          <a:p>
            <a:r>
              <a:rPr lang="zh-CN" altLang="en-US" sz="3200" b="1" kern="1200" dirty="0">
                <a:solidFill>
                  <a:srgbClr val="4D4D4D"/>
                </a:solidFill>
              </a:rPr>
              <a:t>一个</a:t>
            </a:r>
            <a:r>
              <a:rPr lang="zh-CN" altLang="en-US" sz="3200" b="1" kern="1200" dirty="0" smtClean="0">
                <a:solidFill>
                  <a:srgbClr val="4D4D4D"/>
                </a:solidFill>
              </a:rPr>
              <a:t>帧经过若干次碰撞最终发送成功所</a:t>
            </a:r>
            <a:r>
              <a:rPr lang="zh-CN" altLang="en-US" sz="3200" b="1" kern="1200" dirty="0">
                <a:solidFill>
                  <a:srgbClr val="4D4D4D"/>
                </a:solidFill>
              </a:rPr>
              <a:t>需</a:t>
            </a:r>
            <a:r>
              <a:rPr lang="zh-CN" altLang="en-US" sz="3200" b="1" kern="1200" dirty="0" smtClean="0">
                <a:solidFill>
                  <a:srgbClr val="4D4D4D"/>
                </a:solidFill>
              </a:rPr>
              <a:t>的时间</a:t>
            </a:r>
            <a:r>
              <a:rPr lang="zh-CN" altLang="en-US" b="1" kern="1200" dirty="0"/>
              <a:t>：</a:t>
            </a:r>
            <a:r>
              <a:rPr lang="zh-CN" altLang="en-US" sz="3200" b="1" kern="1200" dirty="0" smtClean="0">
                <a:solidFill>
                  <a:srgbClr val="4D4D4D"/>
                </a:solidFill>
              </a:rPr>
              <a:t> </a:t>
            </a:r>
            <a:endParaRPr lang="zh-CN" altLang="en-US" sz="3200" b="1" kern="1200" dirty="0">
              <a:solidFill>
                <a:srgbClr val="4D4D4D"/>
              </a:solidFill>
            </a:endParaRPr>
          </a:p>
          <a:p>
            <a:endParaRPr lang="zh-CN" altLang="en-US" sz="3200" b="1" kern="1200" dirty="0">
              <a:solidFill>
                <a:srgbClr val="4D4D4D"/>
              </a:solidFill>
            </a:endParaRPr>
          </a:p>
        </p:txBody>
      </p:sp>
      <p:sp>
        <p:nvSpPr>
          <p:cNvPr id="77827" name="Rectangle 2"/>
          <p:cNvSpPr>
            <a:spLocks noGrp="1" noChangeArrowheads="1"/>
          </p:cNvSpPr>
          <p:nvPr>
            <p:ph type="title"/>
          </p:nvPr>
        </p:nvSpPr>
        <p:spPr/>
        <p:txBody>
          <a:bodyPr/>
          <a:lstStyle/>
          <a:p>
            <a:r>
              <a:rPr lang="en-US" altLang="zh-CN" dirty="0" smtClean="0"/>
              <a:t>3.3.4 </a:t>
            </a:r>
            <a:r>
              <a:rPr lang="zh-CN" altLang="en-US" sz="4000" dirty="0" smtClean="0">
                <a:solidFill>
                  <a:srgbClr val="FFFFFF"/>
                </a:solidFill>
              </a:rPr>
              <a:t>以太网</a:t>
            </a:r>
            <a:r>
              <a:rPr lang="zh-CN" altLang="en-US" sz="4000" dirty="0">
                <a:solidFill>
                  <a:srgbClr val="FFFFFF"/>
                </a:solidFill>
              </a:rPr>
              <a:t>的信道利用率</a:t>
            </a:r>
            <a:endParaRPr lang="en-US" altLang="zh-CN" sz="4000" dirty="0">
              <a:solidFill>
                <a:srgbClr val="FFFFFF"/>
              </a:solidFill>
            </a:endParaRPr>
          </a:p>
        </p:txBody>
      </p:sp>
      <p:sp>
        <p:nvSpPr>
          <p:cNvPr id="77829" name="Rectangle 4"/>
          <p:cNvSpPr>
            <a:spLocks noChangeArrowheads="1"/>
          </p:cNvSpPr>
          <p:nvPr/>
        </p:nvSpPr>
        <p:spPr bwMode="auto">
          <a:xfrm>
            <a:off x="719574" y="2277666"/>
            <a:ext cx="10943859" cy="2303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0" tIns="54425" rIns="108850" bIns="54425"/>
          <a:lstStyle/>
          <a:p>
            <a:pPr marL="408188" indent="-408188">
              <a:spcBef>
                <a:spcPct val="20000"/>
              </a:spcBef>
              <a:buFontTx/>
              <a:buChar char="•"/>
            </a:pPr>
            <a:endParaRPr lang="zh-CN" altLang="en-US" b="1">
              <a:ea typeface="黑体" pitchFamily="49" charset="-122"/>
            </a:endParaRPr>
          </a:p>
        </p:txBody>
      </p:sp>
      <p:sp>
        <p:nvSpPr>
          <p:cNvPr id="77830" name="Line 5"/>
          <p:cNvSpPr>
            <a:spLocks noChangeShapeType="1"/>
          </p:cNvSpPr>
          <p:nvPr/>
        </p:nvSpPr>
        <p:spPr bwMode="auto">
          <a:xfrm>
            <a:off x="1081477" y="4934168"/>
            <a:ext cx="10129048"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77831" name="Rectangle 6"/>
          <p:cNvSpPr>
            <a:spLocks noChangeArrowheads="1"/>
          </p:cNvSpPr>
          <p:nvPr/>
        </p:nvSpPr>
        <p:spPr bwMode="auto">
          <a:xfrm>
            <a:off x="6148118" y="4775381"/>
            <a:ext cx="560843" cy="3985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nchor="ctr"/>
          <a:lstStyle/>
          <a:p>
            <a:pPr eaLnBrk="1" hangingPunct="1"/>
            <a:endParaRPr lang="zh-CN" altLang="en-US" b="1"/>
          </a:p>
        </p:txBody>
      </p:sp>
      <p:sp>
        <p:nvSpPr>
          <p:cNvPr id="77832" name="Line 7"/>
          <p:cNvSpPr>
            <a:spLocks noChangeShapeType="1"/>
          </p:cNvSpPr>
          <p:nvPr/>
        </p:nvSpPr>
        <p:spPr bwMode="auto">
          <a:xfrm>
            <a:off x="1081477" y="3171635"/>
            <a:ext cx="5401030"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77833" name="Line 8"/>
          <p:cNvSpPr>
            <a:spLocks noChangeShapeType="1"/>
          </p:cNvSpPr>
          <p:nvPr/>
        </p:nvSpPr>
        <p:spPr bwMode="auto">
          <a:xfrm>
            <a:off x="6482507" y="3171635"/>
            <a:ext cx="4728018"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77834" name="Line 9"/>
          <p:cNvSpPr>
            <a:spLocks noChangeShapeType="1"/>
          </p:cNvSpPr>
          <p:nvPr/>
        </p:nvSpPr>
        <p:spPr bwMode="auto">
          <a:xfrm>
            <a:off x="10535396" y="4453044"/>
            <a:ext cx="675129"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77835" name="Rectangle 10"/>
          <p:cNvSpPr>
            <a:spLocks noChangeArrowheads="1"/>
          </p:cNvSpPr>
          <p:nvPr/>
        </p:nvSpPr>
        <p:spPr bwMode="auto">
          <a:xfrm>
            <a:off x="10776664" y="4353008"/>
            <a:ext cx="222222" cy="2095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nchor="ctr"/>
          <a:lstStyle/>
          <a:p>
            <a:pPr eaLnBrk="1" hangingPunct="1"/>
            <a:endParaRPr lang="zh-CN" altLang="en-US" b="1"/>
          </a:p>
        </p:txBody>
      </p:sp>
      <p:sp>
        <p:nvSpPr>
          <p:cNvPr id="77836" name="Line 11"/>
          <p:cNvSpPr>
            <a:spLocks noChangeShapeType="1"/>
          </p:cNvSpPr>
          <p:nvPr/>
        </p:nvSpPr>
        <p:spPr bwMode="auto">
          <a:xfrm>
            <a:off x="6482507" y="4453044"/>
            <a:ext cx="4052888"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77838" name="Line 14"/>
          <p:cNvSpPr>
            <a:spLocks noChangeShapeType="1"/>
          </p:cNvSpPr>
          <p:nvPr/>
        </p:nvSpPr>
        <p:spPr bwMode="auto">
          <a:xfrm>
            <a:off x="2431734" y="4453044"/>
            <a:ext cx="1352373"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77840" name="Line 16"/>
          <p:cNvSpPr>
            <a:spLocks noChangeShapeType="1"/>
          </p:cNvSpPr>
          <p:nvPr/>
        </p:nvSpPr>
        <p:spPr bwMode="auto">
          <a:xfrm>
            <a:off x="1081477" y="4453044"/>
            <a:ext cx="1350258"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77841" name="Freeform 17"/>
          <p:cNvSpPr>
            <a:spLocks/>
          </p:cNvSpPr>
          <p:nvPr/>
        </p:nvSpPr>
        <p:spPr bwMode="auto">
          <a:xfrm>
            <a:off x="6482507" y="3492385"/>
            <a:ext cx="4052888" cy="720892"/>
          </a:xfrm>
          <a:custGeom>
            <a:avLst/>
            <a:gdLst>
              <a:gd name="T0" fmla="*/ 0 w 1728"/>
              <a:gd name="T1" fmla="*/ 2147483646 h 432"/>
              <a:gd name="T2" fmla="*/ 0 w 1728"/>
              <a:gd name="T3" fmla="*/ 0 h 432"/>
              <a:gd name="T4" fmla="*/ 2147483646 w 1728"/>
              <a:gd name="T5" fmla="*/ 0 h 432"/>
              <a:gd name="T6" fmla="*/ 2147483646 w 1728"/>
              <a:gd name="T7" fmla="*/ 2147483646 h 432"/>
              <a:gd name="T8" fmla="*/ 0 60000 65536"/>
              <a:gd name="T9" fmla="*/ 0 60000 65536"/>
              <a:gd name="T10" fmla="*/ 0 60000 65536"/>
              <a:gd name="T11" fmla="*/ 0 60000 65536"/>
              <a:gd name="T12" fmla="*/ 0 w 1728"/>
              <a:gd name="T13" fmla="*/ 0 h 432"/>
              <a:gd name="T14" fmla="*/ 1728 w 1728"/>
              <a:gd name="T15" fmla="*/ 432 h 432"/>
            </a:gdLst>
            <a:ahLst/>
            <a:cxnLst>
              <a:cxn ang="T8">
                <a:pos x="T0" y="T1"/>
              </a:cxn>
              <a:cxn ang="T9">
                <a:pos x="T2" y="T3"/>
              </a:cxn>
              <a:cxn ang="T10">
                <a:pos x="T4" y="T5"/>
              </a:cxn>
              <a:cxn ang="T11">
                <a:pos x="T6" y="T7"/>
              </a:cxn>
            </a:cxnLst>
            <a:rect l="T12" t="T13" r="T14" b="T15"/>
            <a:pathLst>
              <a:path w="1728" h="432">
                <a:moveTo>
                  <a:pt x="0" y="432"/>
                </a:moveTo>
                <a:lnTo>
                  <a:pt x="0" y="0"/>
                </a:lnTo>
                <a:lnTo>
                  <a:pt x="1728" y="0"/>
                </a:lnTo>
                <a:lnTo>
                  <a:pt x="1728" y="432"/>
                </a:lnTo>
              </a:path>
            </a:pathLst>
          </a:custGeom>
          <a:solidFill>
            <a:srgbClr val="FFCCFF"/>
          </a:solidFill>
          <a:ln w="28575">
            <a:solidFill>
              <a:schemeClr val="tx2"/>
            </a:solidFill>
            <a:round/>
            <a:headEnd/>
            <a:tailEnd/>
          </a:ln>
        </p:spPr>
        <p:txBody>
          <a:bodyPr wrap="none" lIns="108850" tIns="54425" rIns="108850" bIns="54425" anchor="ctr"/>
          <a:lstStyle/>
          <a:p>
            <a:endParaRPr lang="zh-CN" altLang="en-US" b="1"/>
          </a:p>
        </p:txBody>
      </p:sp>
      <p:sp>
        <p:nvSpPr>
          <p:cNvPr id="77842" name="Text Box 18"/>
          <p:cNvSpPr txBox="1">
            <a:spLocks noChangeArrowheads="1"/>
          </p:cNvSpPr>
          <p:nvPr/>
        </p:nvSpPr>
        <p:spPr bwMode="auto">
          <a:xfrm>
            <a:off x="7384089" y="3619414"/>
            <a:ext cx="2358232" cy="556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900">
                <a:solidFill>
                  <a:srgbClr val="333399"/>
                </a:solidFill>
                <a:latin typeface="Times New Roman" pitchFamily="18" charset="0"/>
              </a:rPr>
              <a:t>发  送  成  功 </a:t>
            </a:r>
          </a:p>
        </p:txBody>
      </p:sp>
      <p:sp>
        <p:nvSpPr>
          <p:cNvPr id="77843" name="Text Box 19"/>
          <p:cNvSpPr txBox="1">
            <a:spLocks noChangeArrowheads="1"/>
          </p:cNvSpPr>
          <p:nvPr/>
        </p:nvSpPr>
        <p:spPr bwMode="auto">
          <a:xfrm>
            <a:off x="1007402" y="3595595"/>
            <a:ext cx="1428490" cy="556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900">
                <a:solidFill>
                  <a:srgbClr val="333399"/>
                </a:solidFill>
                <a:latin typeface="Times New Roman" pitchFamily="18" charset="0"/>
              </a:rPr>
              <a:t>争用期 </a:t>
            </a:r>
          </a:p>
        </p:txBody>
      </p:sp>
      <p:sp>
        <p:nvSpPr>
          <p:cNvPr id="77844" name="Text Box 20"/>
          <p:cNvSpPr txBox="1">
            <a:spLocks noChangeArrowheads="1"/>
          </p:cNvSpPr>
          <p:nvPr/>
        </p:nvSpPr>
        <p:spPr bwMode="auto">
          <a:xfrm>
            <a:off x="2351311" y="3581305"/>
            <a:ext cx="1428490" cy="556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900">
                <a:solidFill>
                  <a:srgbClr val="333399"/>
                </a:solidFill>
                <a:latin typeface="Times New Roman" pitchFamily="18" charset="0"/>
              </a:rPr>
              <a:t>争用期 </a:t>
            </a:r>
          </a:p>
        </p:txBody>
      </p:sp>
      <p:sp>
        <p:nvSpPr>
          <p:cNvPr id="77845" name="Text Box 21"/>
          <p:cNvSpPr txBox="1">
            <a:spLocks noChangeArrowheads="1"/>
          </p:cNvSpPr>
          <p:nvPr/>
        </p:nvSpPr>
        <p:spPr bwMode="auto">
          <a:xfrm>
            <a:off x="5104736" y="3595595"/>
            <a:ext cx="1428490" cy="556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900">
                <a:solidFill>
                  <a:srgbClr val="333399"/>
                </a:solidFill>
                <a:latin typeface="Times New Roman" pitchFamily="18" charset="0"/>
              </a:rPr>
              <a:t>争用期 </a:t>
            </a:r>
          </a:p>
        </p:txBody>
      </p:sp>
      <p:sp>
        <p:nvSpPr>
          <p:cNvPr id="77846" name="Line 22"/>
          <p:cNvSpPr>
            <a:spLocks noChangeShapeType="1"/>
          </p:cNvSpPr>
          <p:nvPr/>
        </p:nvSpPr>
        <p:spPr bwMode="auto">
          <a:xfrm>
            <a:off x="5132249" y="3492385"/>
            <a:ext cx="0" cy="720892"/>
          </a:xfrm>
          <a:prstGeom prst="line">
            <a:avLst/>
          </a:prstGeom>
          <a:noFill/>
          <a:ln w="28575">
            <a:solidFill>
              <a:schemeClr val="tx2"/>
            </a:solidFill>
            <a:prstDash val="dash"/>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77847" name="Line 23"/>
          <p:cNvSpPr>
            <a:spLocks noChangeShapeType="1"/>
          </p:cNvSpPr>
          <p:nvPr/>
        </p:nvSpPr>
        <p:spPr bwMode="auto">
          <a:xfrm>
            <a:off x="3784107" y="3492385"/>
            <a:ext cx="0" cy="720892"/>
          </a:xfrm>
          <a:prstGeom prst="line">
            <a:avLst/>
          </a:prstGeom>
          <a:noFill/>
          <a:ln w="28575">
            <a:solidFill>
              <a:schemeClr val="tx2"/>
            </a:solidFill>
            <a:prstDash val="dash"/>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77848" name="Line 24"/>
          <p:cNvSpPr>
            <a:spLocks noChangeShapeType="1"/>
          </p:cNvSpPr>
          <p:nvPr/>
        </p:nvSpPr>
        <p:spPr bwMode="auto">
          <a:xfrm>
            <a:off x="2431734" y="3492385"/>
            <a:ext cx="0" cy="720892"/>
          </a:xfrm>
          <a:prstGeom prst="line">
            <a:avLst/>
          </a:prstGeom>
          <a:noFill/>
          <a:ln w="28575">
            <a:solidFill>
              <a:schemeClr val="tx2"/>
            </a:solidFill>
            <a:prstDash val="dash"/>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77849" name="Line 25"/>
          <p:cNvSpPr>
            <a:spLocks noChangeShapeType="1"/>
          </p:cNvSpPr>
          <p:nvPr/>
        </p:nvSpPr>
        <p:spPr bwMode="auto">
          <a:xfrm>
            <a:off x="1081477" y="3492385"/>
            <a:ext cx="0" cy="720892"/>
          </a:xfrm>
          <a:prstGeom prst="line">
            <a:avLst/>
          </a:prstGeom>
          <a:noFill/>
          <a:ln w="28575">
            <a:solidFill>
              <a:schemeClr val="tx2"/>
            </a:solidFill>
            <a:prstDash val="dash"/>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77850" name="Line 26"/>
          <p:cNvSpPr>
            <a:spLocks noChangeShapeType="1"/>
          </p:cNvSpPr>
          <p:nvPr/>
        </p:nvSpPr>
        <p:spPr bwMode="auto">
          <a:xfrm>
            <a:off x="1081477" y="4213277"/>
            <a:ext cx="0" cy="960659"/>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77851" name="Line 27"/>
          <p:cNvSpPr>
            <a:spLocks noChangeShapeType="1"/>
          </p:cNvSpPr>
          <p:nvPr/>
        </p:nvSpPr>
        <p:spPr bwMode="auto">
          <a:xfrm>
            <a:off x="3784107" y="4213277"/>
            <a:ext cx="0" cy="4017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77852" name="Line 28"/>
          <p:cNvSpPr>
            <a:spLocks noChangeShapeType="1"/>
          </p:cNvSpPr>
          <p:nvPr/>
        </p:nvSpPr>
        <p:spPr bwMode="auto">
          <a:xfrm>
            <a:off x="5132249" y="4213277"/>
            <a:ext cx="0" cy="4017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77853" name="Line 29"/>
          <p:cNvSpPr>
            <a:spLocks noChangeShapeType="1"/>
          </p:cNvSpPr>
          <p:nvPr/>
        </p:nvSpPr>
        <p:spPr bwMode="auto">
          <a:xfrm>
            <a:off x="6482507" y="4213277"/>
            <a:ext cx="0" cy="4017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77854" name="Line 30"/>
          <p:cNvSpPr>
            <a:spLocks noChangeShapeType="1"/>
          </p:cNvSpPr>
          <p:nvPr/>
        </p:nvSpPr>
        <p:spPr bwMode="auto">
          <a:xfrm>
            <a:off x="10535395" y="4213277"/>
            <a:ext cx="0" cy="4017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77855" name="Line 31"/>
          <p:cNvSpPr>
            <a:spLocks noChangeShapeType="1"/>
          </p:cNvSpPr>
          <p:nvPr/>
        </p:nvSpPr>
        <p:spPr bwMode="auto">
          <a:xfrm>
            <a:off x="11210525" y="4213276"/>
            <a:ext cx="0" cy="881266"/>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77856" name="Line 32"/>
          <p:cNvSpPr>
            <a:spLocks noChangeShapeType="1"/>
          </p:cNvSpPr>
          <p:nvPr/>
        </p:nvSpPr>
        <p:spPr bwMode="auto">
          <a:xfrm>
            <a:off x="2431734" y="4213277"/>
            <a:ext cx="0" cy="4017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77857" name="Rectangle 33"/>
          <p:cNvSpPr>
            <a:spLocks noChangeArrowheads="1"/>
          </p:cNvSpPr>
          <p:nvPr/>
        </p:nvSpPr>
        <p:spPr bwMode="auto">
          <a:xfrm>
            <a:off x="1489940" y="4318843"/>
            <a:ext cx="421163" cy="33027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nchor="ctr"/>
          <a:lstStyle/>
          <a:p>
            <a:pPr eaLnBrk="1" hangingPunct="1"/>
            <a:endParaRPr lang="zh-CN" altLang="en-US" b="1"/>
          </a:p>
        </p:txBody>
      </p:sp>
      <p:sp>
        <p:nvSpPr>
          <p:cNvPr id="77858" name="Text Box 34"/>
          <p:cNvSpPr txBox="1">
            <a:spLocks noChangeArrowheads="1"/>
          </p:cNvSpPr>
          <p:nvPr/>
        </p:nvSpPr>
        <p:spPr bwMode="auto">
          <a:xfrm>
            <a:off x="1405285" y="4237093"/>
            <a:ext cx="509970" cy="47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en-US" altLang="zh-CN" sz="2400" i="1" dirty="0">
                <a:solidFill>
                  <a:srgbClr val="333399"/>
                </a:solidFill>
                <a:latin typeface="Times New Roman" pitchFamily="18" charset="0"/>
              </a:rPr>
              <a:t>2τ</a:t>
            </a:r>
          </a:p>
        </p:txBody>
      </p:sp>
      <p:sp>
        <p:nvSpPr>
          <p:cNvPr id="77859" name="Text Box 36"/>
          <p:cNvSpPr txBox="1">
            <a:spLocks noChangeArrowheads="1"/>
          </p:cNvSpPr>
          <p:nvPr/>
        </p:nvSpPr>
        <p:spPr bwMode="auto">
          <a:xfrm>
            <a:off x="2751309" y="4237093"/>
            <a:ext cx="509970" cy="47924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en-US" altLang="zh-CN" sz="2400" i="1" dirty="0">
                <a:solidFill>
                  <a:srgbClr val="333399"/>
                </a:solidFill>
                <a:latin typeface="Times New Roman" pitchFamily="18" charset="0"/>
              </a:rPr>
              <a:t>2τ</a:t>
            </a:r>
          </a:p>
        </p:txBody>
      </p:sp>
      <p:sp>
        <p:nvSpPr>
          <p:cNvPr id="77860" name="Text Box 38"/>
          <p:cNvSpPr txBox="1">
            <a:spLocks noChangeArrowheads="1"/>
          </p:cNvSpPr>
          <p:nvPr/>
        </p:nvSpPr>
        <p:spPr bwMode="auto">
          <a:xfrm>
            <a:off x="5470872" y="4237093"/>
            <a:ext cx="509970" cy="479245"/>
          </a:xfrm>
          <a:prstGeom prst="rect">
            <a:avLst/>
          </a:prstGeom>
          <a:solidFill>
            <a:schemeClr val="bg1"/>
          </a:solidFill>
          <a:ln w="9525">
            <a:solidFill>
              <a:srgbClr val="FFFFFF"/>
            </a:solidFill>
            <a:miter lim="800000"/>
            <a:headEnd/>
            <a:tailEnd/>
          </a:ln>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en-US" altLang="zh-CN" sz="2400" i="1">
                <a:solidFill>
                  <a:srgbClr val="333399"/>
                </a:solidFill>
                <a:latin typeface="Times New Roman" pitchFamily="18" charset="0"/>
              </a:rPr>
              <a:t>2τ</a:t>
            </a:r>
          </a:p>
        </p:txBody>
      </p:sp>
      <p:sp>
        <p:nvSpPr>
          <p:cNvPr id="77861" name="Rectangle 40"/>
          <p:cNvSpPr>
            <a:spLocks noChangeArrowheads="1"/>
          </p:cNvSpPr>
          <p:nvPr/>
        </p:nvSpPr>
        <p:spPr bwMode="auto">
          <a:xfrm>
            <a:off x="8370327" y="4292669"/>
            <a:ext cx="336506" cy="3223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nchor="ctr"/>
          <a:lstStyle/>
          <a:p>
            <a:pPr eaLnBrk="1" hangingPunct="1"/>
            <a:endParaRPr lang="zh-CN" altLang="en-US" b="1"/>
          </a:p>
        </p:txBody>
      </p:sp>
      <p:sp>
        <p:nvSpPr>
          <p:cNvPr id="77862" name="Text Box 41"/>
          <p:cNvSpPr txBox="1">
            <a:spLocks noChangeArrowheads="1"/>
          </p:cNvSpPr>
          <p:nvPr/>
        </p:nvSpPr>
        <p:spPr bwMode="auto">
          <a:xfrm>
            <a:off x="8275089" y="4248210"/>
            <a:ext cx="509970" cy="47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en-US" altLang="zh-CN" sz="2400" i="1" dirty="0">
                <a:solidFill>
                  <a:srgbClr val="333399"/>
                </a:solidFill>
                <a:latin typeface="Times New Roman" pitchFamily="18" charset="0"/>
              </a:rPr>
              <a:t>T</a:t>
            </a:r>
            <a:r>
              <a:rPr kumimoji="1" lang="en-US" altLang="zh-CN" sz="2400" baseline="-25000" dirty="0">
                <a:solidFill>
                  <a:srgbClr val="333399"/>
                </a:solidFill>
                <a:latin typeface="Times New Roman" pitchFamily="18" charset="0"/>
              </a:rPr>
              <a:t>0</a:t>
            </a:r>
            <a:endParaRPr kumimoji="1" lang="en-US" altLang="zh-CN" sz="2400" dirty="0">
              <a:solidFill>
                <a:srgbClr val="333399"/>
              </a:solidFill>
              <a:latin typeface="Times New Roman" pitchFamily="18" charset="0"/>
            </a:endParaRPr>
          </a:p>
        </p:txBody>
      </p:sp>
      <p:sp>
        <p:nvSpPr>
          <p:cNvPr id="77863" name="Text Box 42"/>
          <p:cNvSpPr txBox="1">
            <a:spLocks noChangeArrowheads="1"/>
          </p:cNvSpPr>
          <p:nvPr/>
        </p:nvSpPr>
        <p:spPr bwMode="auto">
          <a:xfrm>
            <a:off x="10550211" y="4237093"/>
            <a:ext cx="509970" cy="47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en-US" altLang="zh-CN" sz="2400" i="1">
                <a:solidFill>
                  <a:schemeClr val="tx2"/>
                </a:solidFill>
                <a:latin typeface="Times New Roman" pitchFamily="18" charset="0"/>
              </a:rPr>
              <a:t>  τ</a:t>
            </a:r>
          </a:p>
        </p:txBody>
      </p:sp>
      <p:sp>
        <p:nvSpPr>
          <p:cNvPr id="77864" name="Text Box 43"/>
          <p:cNvSpPr txBox="1">
            <a:spLocks noChangeArrowheads="1"/>
          </p:cNvSpPr>
          <p:nvPr/>
        </p:nvSpPr>
        <p:spPr bwMode="auto">
          <a:xfrm>
            <a:off x="11492004" y="3840127"/>
            <a:ext cx="304786" cy="47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en-US" altLang="zh-CN" sz="2400" i="1">
                <a:solidFill>
                  <a:schemeClr val="tx2"/>
                </a:solidFill>
                <a:latin typeface="Times New Roman" pitchFamily="18" charset="0"/>
              </a:rPr>
              <a:t>t</a:t>
            </a:r>
          </a:p>
        </p:txBody>
      </p:sp>
      <p:sp>
        <p:nvSpPr>
          <p:cNvPr id="77865" name="Line 44"/>
          <p:cNvSpPr>
            <a:spLocks noChangeShapeType="1"/>
          </p:cNvSpPr>
          <p:nvPr/>
        </p:nvSpPr>
        <p:spPr bwMode="auto">
          <a:xfrm>
            <a:off x="6482507" y="3011260"/>
            <a:ext cx="0" cy="40014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77866" name="Line 45"/>
          <p:cNvSpPr>
            <a:spLocks noChangeShapeType="1"/>
          </p:cNvSpPr>
          <p:nvPr/>
        </p:nvSpPr>
        <p:spPr bwMode="auto">
          <a:xfrm>
            <a:off x="11210525" y="3011260"/>
            <a:ext cx="0" cy="1202016"/>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77867" name="Text Box 46"/>
          <p:cNvSpPr txBox="1">
            <a:spLocks noChangeArrowheads="1"/>
          </p:cNvSpPr>
          <p:nvPr/>
        </p:nvSpPr>
        <p:spPr bwMode="auto">
          <a:xfrm>
            <a:off x="7751390" y="2925515"/>
            <a:ext cx="2544180" cy="55618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900" dirty="0" smtClean="0">
                <a:solidFill>
                  <a:srgbClr val="333399"/>
                </a:solidFill>
                <a:latin typeface="Times New Roman" pitchFamily="18" charset="0"/>
              </a:rPr>
              <a:t>占用信道时间 </a:t>
            </a:r>
            <a:endParaRPr kumimoji="1" lang="zh-CN" altLang="en-US" sz="2900" dirty="0">
              <a:solidFill>
                <a:srgbClr val="333399"/>
              </a:solidFill>
              <a:latin typeface="Times New Roman" pitchFamily="18" charset="0"/>
            </a:endParaRPr>
          </a:p>
        </p:txBody>
      </p:sp>
      <p:sp>
        <p:nvSpPr>
          <p:cNvPr id="77868" name="Text Box 47"/>
          <p:cNvSpPr txBox="1">
            <a:spLocks noChangeArrowheads="1"/>
          </p:cNvSpPr>
          <p:nvPr/>
        </p:nvSpPr>
        <p:spPr bwMode="auto">
          <a:xfrm>
            <a:off x="2874059" y="2925515"/>
            <a:ext cx="1800387" cy="55618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900" dirty="0">
                <a:solidFill>
                  <a:srgbClr val="333399"/>
                </a:solidFill>
                <a:latin typeface="Times New Roman" pitchFamily="18" charset="0"/>
              </a:rPr>
              <a:t>发生碰撞 </a:t>
            </a:r>
          </a:p>
        </p:txBody>
      </p:sp>
      <p:sp>
        <p:nvSpPr>
          <p:cNvPr id="77869" name="Line 48"/>
          <p:cNvSpPr>
            <a:spLocks noChangeShapeType="1"/>
          </p:cNvSpPr>
          <p:nvPr/>
        </p:nvSpPr>
        <p:spPr bwMode="auto">
          <a:xfrm>
            <a:off x="1081477" y="3011260"/>
            <a:ext cx="0" cy="38108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77870" name="Text Box 49"/>
          <p:cNvSpPr txBox="1">
            <a:spLocks noChangeArrowheads="1"/>
          </p:cNvSpPr>
          <p:nvPr/>
        </p:nvSpPr>
        <p:spPr bwMode="auto">
          <a:xfrm>
            <a:off x="3983048" y="4668994"/>
            <a:ext cx="4310689" cy="55618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zh-CN" sz="2900" dirty="0">
                <a:solidFill>
                  <a:srgbClr val="333399"/>
                </a:solidFill>
                <a:latin typeface="Times New Roman" pitchFamily="18" charset="0"/>
              </a:rPr>
              <a:t>发送一帧所需</a:t>
            </a:r>
            <a:r>
              <a:rPr kumimoji="1" lang="zh-CN" altLang="zh-CN" sz="2900" dirty="0" smtClean="0">
                <a:solidFill>
                  <a:srgbClr val="333399"/>
                </a:solidFill>
                <a:latin typeface="Times New Roman" pitchFamily="18" charset="0"/>
              </a:rPr>
              <a:t>的</a:t>
            </a:r>
            <a:r>
              <a:rPr kumimoji="1" lang="zh-CN" altLang="en-US" sz="2900" dirty="0" smtClean="0">
                <a:solidFill>
                  <a:srgbClr val="333399"/>
                </a:solidFill>
                <a:latin typeface="Times New Roman" pitchFamily="18" charset="0"/>
              </a:rPr>
              <a:t>平均</a:t>
            </a:r>
            <a:r>
              <a:rPr kumimoji="1" lang="zh-CN" altLang="zh-CN" sz="2900" dirty="0" smtClean="0">
                <a:solidFill>
                  <a:srgbClr val="333399"/>
                </a:solidFill>
                <a:latin typeface="Times New Roman" pitchFamily="18" charset="0"/>
              </a:rPr>
              <a:t>时间</a:t>
            </a:r>
            <a:endParaRPr kumimoji="1" lang="zh-CN" altLang="en-US" sz="2900" dirty="0">
              <a:solidFill>
                <a:srgbClr val="333399"/>
              </a:solidFill>
              <a:latin typeface="Times New Roman" pitchFamily="18" charset="0"/>
            </a:endParaRPr>
          </a:p>
        </p:txBody>
      </p:sp>
      <p:sp>
        <p:nvSpPr>
          <p:cNvPr id="77871" name="Text Box 50"/>
          <p:cNvSpPr txBox="1">
            <a:spLocks noChangeArrowheads="1"/>
          </p:cNvSpPr>
          <p:nvPr/>
        </p:nvSpPr>
        <p:spPr bwMode="auto">
          <a:xfrm>
            <a:off x="4222201" y="3600360"/>
            <a:ext cx="527603" cy="47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en-US" altLang="zh-CN" sz="2400">
                <a:solidFill>
                  <a:srgbClr val="333399"/>
                </a:solidFill>
                <a:latin typeface="Times New Roman" pitchFamily="18" charset="0"/>
              </a:rPr>
              <a:t>…</a:t>
            </a:r>
          </a:p>
        </p:txBody>
      </p:sp>
      <p:sp>
        <p:nvSpPr>
          <p:cNvPr id="77872" name="Line 51"/>
          <p:cNvSpPr>
            <a:spLocks noChangeShapeType="1"/>
          </p:cNvSpPr>
          <p:nvPr/>
        </p:nvSpPr>
        <p:spPr bwMode="auto">
          <a:xfrm>
            <a:off x="406348" y="4213276"/>
            <a:ext cx="11254968" cy="0"/>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77873" name="Text Box 50"/>
          <p:cNvSpPr txBox="1">
            <a:spLocks noChangeArrowheads="1"/>
          </p:cNvSpPr>
          <p:nvPr/>
        </p:nvSpPr>
        <p:spPr bwMode="auto">
          <a:xfrm>
            <a:off x="4175640" y="4294257"/>
            <a:ext cx="527603" cy="47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en-US" altLang="zh-CN" sz="2400">
                <a:solidFill>
                  <a:srgbClr val="333399"/>
                </a:solidFill>
                <a:latin typeface="Times New Roman" pitchFamily="18" charset="0"/>
              </a:rPr>
              <a:t>…</a:t>
            </a:r>
          </a:p>
        </p:txBody>
      </p:sp>
    </p:spTree>
    <p:extLst>
      <p:ext uri="{BB962C8B-B14F-4D97-AF65-F5344CB8AC3E}">
        <p14:creationId xmlns:p14="http://schemas.microsoft.com/office/powerpoint/2010/main" val="1113181796"/>
      </p:ext>
    </p:extLst>
  </p:cSld>
  <p:clrMapOvr>
    <a:masterClrMapping/>
  </p:clrMapOvr>
  <p:transition>
    <p:fade/>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sz="2800" b="1" dirty="0"/>
              <a:t>要提高以太网的信道利用率，就必须减小 </a:t>
            </a:r>
            <a:r>
              <a:rPr lang="zh-CN" altLang="en-US" sz="2800" b="1" dirty="0">
                <a:sym typeface="Symbol" pitchFamily="18" charset="2"/>
              </a:rPr>
              <a:t> </a:t>
            </a:r>
            <a:r>
              <a:rPr lang="zh-CN" altLang="en-US" sz="2800" b="1" dirty="0"/>
              <a:t>与 </a:t>
            </a:r>
            <a:r>
              <a:rPr lang="en-US" altLang="zh-CN" sz="2800" b="1" dirty="0"/>
              <a:t>T</a:t>
            </a:r>
            <a:r>
              <a:rPr lang="en-US" altLang="zh-CN" sz="2800" b="1" baseline="-25000" dirty="0"/>
              <a:t>0</a:t>
            </a:r>
            <a:r>
              <a:rPr lang="en-US" altLang="zh-CN" sz="2800" b="1" dirty="0"/>
              <a:t> </a:t>
            </a:r>
            <a:r>
              <a:rPr lang="zh-CN" altLang="en-US" sz="2800" b="1" dirty="0"/>
              <a:t>之比。在以太网中</a:t>
            </a:r>
            <a:r>
              <a:rPr lang="zh-CN" altLang="en-US" sz="2800" b="1" dirty="0" smtClean="0"/>
              <a:t>定义参数 </a:t>
            </a:r>
            <a:r>
              <a:rPr lang="en-US" altLang="zh-CN" sz="2800" b="1" dirty="0" smtClean="0"/>
              <a:t>a </a:t>
            </a:r>
            <a:r>
              <a:rPr lang="zh-CN" altLang="en-US" sz="2800" b="1" dirty="0" smtClean="0"/>
              <a:t>为 </a:t>
            </a:r>
            <a:r>
              <a:rPr lang="zh-CN" altLang="en-US" sz="2800" b="1" dirty="0" smtClean="0">
                <a:sym typeface="Symbol" pitchFamily="18" charset="2"/>
              </a:rPr>
              <a:t> </a:t>
            </a:r>
            <a:r>
              <a:rPr lang="zh-CN" altLang="en-US" sz="2800" b="1" dirty="0" smtClean="0"/>
              <a:t>与 </a:t>
            </a:r>
            <a:r>
              <a:rPr lang="en-US" altLang="zh-CN" sz="2800" b="1" dirty="0" smtClean="0"/>
              <a:t>T</a:t>
            </a:r>
            <a:r>
              <a:rPr lang="en-US" altLang="zh-CN" sz="2800" b="1" baseline="-25000" dirty="0" smtClean="0"/>
              <a:t>0</a:t>
            </a:r>
            <a:r>
              <a:rPr lang="en-US" altLang="zh-CN" sz="2800" b="1" dirty="0" smtClean="0"/>
              <a:t> </a:t>
            </a:r>
            <a:r>
              <a:rPr lang="zh-CN" altLang="en-US" sz="2800" b="1" dirty="0"/>
              <a:t>之比： </a:t>
            </a:r>
          </a:p>
          <a:p>
            <a:endParaRPr lang="zh-CN" altLang="en-US" b="1" dirty="0"/>
          </a:p>
        </p:txBody>
      </p:sp>
      <p:sp>
        <p:nvSpPr>
          <p:cNvPr id="78850" name="Rectangle 2"/>
          <p:cNvSpPr>
            <a:spLocks noGrp="1" noChangeArrowheads="1"/>
          </p:cNvSpPr>
          <p:nvPr>
            <p:ph type="title"/>
          </p:nvPr>
        </p:nvSpPr>
        <p:spPr/>
        <p:txBody>
          <a:bodyPr/>
          <a:lstStyle/>
          <a:p>
            <a:r>
              <a:rPr lang="en-US" altLang="zh-CN" dirty="0" smtClean="0"/>
              <a:t>3.3.4 </a:t>
            </a:r>
            <a:r>
              <a:rPr lang="zh-CN" altLang="en-US" sz="4000" dirty="0" smtClean="0">
                <a:solidFill>
                  <a:srgbClr val="FFFFFF"/>
                </a:solidFill>
              </a:rPr>
              <a:t>以太网</a:t>
            </a:r>
            <a:r>
              <a:rPr lang="zh-CN" altLang="en-US" sz="4000" dirty="0">
                <a:solidFill>
                  <a:srgbClr val="FFFFFF"/>
                </a:solidFill>
              </a:rPr>
              <a:t>的信道</a:t>
            </a:r>
            <a:r>
              <a:rPr lang="zh-CN" altLang="en-US" sz="4000" dirty="0" smtClean="0">
                <a:solidFill>
                  <a:srgbClr val="FFFFFF"/>
                </a:solidFill>
              </a:rPr>
              <a:t>利用率</a:t>
            </a:r>
            <a:endParaRPr lang="en-US" altLang="zh-CN" sz="4000" dirty="0">
              <a:solidFill>
                <a:srgbClr val="FFFFFF"/>
              </a:solidFill>
            </a:endParaRPr>
          </a:p>
        </p:txBody>
      </p:sp>
      <p:graphicFrame>
        <p:nvGraphicFramePr>
          <p:cNvPr id="78852" name="Object 6"/>
          <p:cNvGraphicFramePr>
            <a:graphicFrameLocks noChangeAspect="1"/>
          </p:cNvGraphicFramePr>
          <p:nvPr>
            <p:extLst>
              <p:ext uri="{D42A27DB-BD31-4B8C-83A1-F6EECF244321}">
                <p14:modId xmlns:p14="http://schemas.microsoft.com/office/powerpoint/2010/main" val="1628625010"/>
              </p:ext>
            </p:extLst>
          </p:nvPr>
        </p:nvGraphicFramePr>
        <p:xfrm>
          <a:off x="5089525" y="2403475"/>
          <a:ext cx="1917700" cy="1262063"/>
        </p:xfrm>
        <a:graphic>
          <a:graphicData uri="http://schemas.openxmlformats.org/presentationml/2006/ole">
            <mc:AlternateContent xmlns:mc="http://schemas.openxmlformats.org/markup-compatibility/2006">
              <mc:Choice xmlns:v="urn:schemas-microsoft-com:vml" Requires="v">
                <p:oleObj spid="_x0000_s81145" name="公式" r:id="rId3" imgW="507960" imgH="444240" progId="Equation.3">
                  <p:embed/>
                </p:oleObj>
              </mc:Choice>
              <mc:Fallback>
                <p:oleObj name="公式" r:id="rId3" imgW="507960" imgH="444240" progId="Equation.3">
                  <p:embed/>
                  <p:pic>
                    <p:nvPicPr>
                      <p:cNvPr id="0" name=""/>
                      <p:cNvPicPr>
                        <a:picLocks noChangeAspect="1" noChangeArrowheads="1"/>
                      </p:cNvPicPr>
                      <p:nvPr/>
                    </p:nvPicPr>
                    <p:blipFill>
                      <a:blip r:embed="rId4"/>
                      <a:srcRect/>
                      <a:stretch>
                        <a:fillRect/>
                      </a:stretch>
                    </p:blipFill>
                    <p:spPr bwMode="auto">
                      <a:xfrm>
                        <a:off x="5089525" y="2403475"/>
                        <a:ext cx="1917700" cy="126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8853" name="Text Box 8"/>
          <p:cNvSpPr txBox="1">
            <a:spLocks noChangeArrowheads="1"/>
          </p:cNvSpPr>
          <p:nvPr/>
        </p:nvSpPr>
        <p:spPr bwMode="auto">
          <a:xfrm>
            <a:off x="472390" y="3506272"/>
            <a:ext cx="11231687" cy="2227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108850" tIns="54425" rIns="108850" bIns="54425"/>
          <a:lstStyle>
            <a:lvl1pPr indent="-342900">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marL="342900" indent="12700">
              <a:lnSpc>
                <a:spcPct val="150000"/>
              </a:lnSpc>
              <a:buClr>
                <a:srgbClr val="1C1C1C"/>
              </a:buClr>
              <a:buFont typeface="Wingdings" pitchFamily="2" charset="2"/>
              <a:buChar char="Ø"/>
            </a:pPr>
            <a:r>
              <a:rPr lang="en-US" altLang="zh-CN" sz="2800" dirty="0">
                <a:solidFill>
                  <a:srgbClr val="4D4D4D"/>
                </a:solidFill>
                <a:latin typeface="微软雅黑" panose="020B0503020204020204" pitchFamily="34" charset="-122"/>
                <a:ea typeface="微软雅黑" panose="020B0503020204020204" pitchFamily="34" charset="-122"/>
              </a:rPr>
              <a:t>a→0 </a:t>
            </a:r>
            <a:r>
              <a:rPr lang="zh-CN" altLang="en-US" sz="2800" dirty="0" smtClean="0">
                <a:solidFill>
                  <a:srgbClr val="4D4D4D"/>
                </a:solidFill>
                <a:latin typeface="微软雅黑" panose="020B0503020204020204" pitchFamily="34" charset="-122"/>
                <a:ea typeface="微软雅黑" panose="020B0503020204020204" pitchFamily="34" charset="-122"/>
              </a:rPr>
              <a:t>表示 </a:t>
            </a:r>
            <a:r>
              <a:rPr lang="zh-CN" altLang="en-US" sz="2800" dirty="0" smtClean="0">
                <a:solidFill>
                  <a:srgbClr val="4D4D4D"/>
                </a:solidFill>
                <a:sym typeface="Symbol" pitchFamily="18" charset="2"/>
              </a:rPr>
              <a:t> 非常小，</a:t>
            </a:r>
            <a:r>
              <a:rPr lang="zh-CN" altLang="en-US" sz="2800" dirty="0">
                <a:solidFill>
                  <a:srgbClr val="4D4D4D"/>
                </a:solidFill>
                <a:sym typeface="Symbol" pitchFamily="18" charset="2"/>
              </a:rPr>
              <a:t>只要</a:t>
            </a:r>
            <a:r>
              <a:rPr lang="zh-CN" altLang="en-US" sz="2800" dirty="0" smtClean="0">
                <a:solidFill>
                  <a:srgbClr val="4D4D4D"/>
                </a:solidFill>
                <a:latin typeface="微软雅黑" panose="020B0503020204020204" pitchFamily="34" charset="-122"/>
                <a:ea typeface="微软雅黑" panose="020B0503020204020204" pitchFamily="34" charset="-122"/>
              </a:rPr>
              <a:t>一</a:t>
            </a:r>
            <a:r>
              <a:rPr lang="zh-CN" altLang="en-US" sz="2800" dirty="0">
                <a:solidFill>
                  <a:srgbClr val="4D4D4D"/>
                </a:solidFill>
                <a:latin typeface="微软雅黑" panose="020B0503020204020204" pitchFamily="34" charset="-122"/>
                <a:ea typeface="微软雅黑" panose="020B0503020204020204" pitchFamily="34" charset="-122"/>
              </a:rPr>
              <a:t>发生碰撞就立即可以检测出来，并立即停止发送，因而信道利用率很高。</a:t>
            </a:r>
            <a:endParaRPr lang="en-US" altLang="zh-CN" sz="2800" dirty="0">
              <a:solidFill>
                <a:srgbClr val="4D4D4D"/>
              </a:solidFill>
              <a:latin typeface="微软雅黑" panose="020B0503020204020204" pitchFamily="34" charset="-122"/>
              <a:ea typeface="微软雅黑" panose="020B0503020204020204" pitchFamily="34" charset="-122"/>
            </a:endParaRPr>
          </a:p>
          <a:p>
            <a:pPr marL="342900" indent="12700">
              <a:lnSpc>
                <a:spcPct val="150000"/>
              </a:lnSpc>
              <a:buClr>
                <a:srgbClr val="1C1C1C"/>
              </a:buClr>
              <a:buFont typeface="Wingdings" pitchFamily="2" charset="2"/>
              <a:buChar char="Ø"/>
            </a:pPr>
            <a:r>
              <a:rPr lang="en-US" altLang="zh-CN" sz="2800" dirty="0" smtClean="0">
                <a:solidFill>
                  <a:srgbClr val="4D4D4D"/>
                </a:solidFill>
                <a:latin typeface="微软雅黑" panose="020B0503020204020204" pitchFamily="34" charset="-122"/>
                <a:ea typeface="微软雅黑" panose="020B0503020204020204" pitchFamily="34" charset="-122"/>
              </a:rPr>
              <a:t>a </a:t>
            </a:r>
            <a:r>
              <a:rPr lang="zh-CN" altLang="en-US" sz="2800" dirty="0">
                <a:solidFill>
                  <a:srgbClr val="4D4D4D"/>
                </a:solidFill>
                <a:latin typeface="微软雅黑" panose="020B0503020204020204" pitchFamily="34" charset="-122"/>
                <a:ea typeface="微软雅黑" panose="020B0503020204020204" pitchFamily="34" charset="-122"/>
              </a:rPr>
              <a:t>越大，表明争用期所占的</a:t>
            </a:r>
            <a:r>
              <a:rPr lang="zh-CN" altLang="en-US" sz="2800" dirty="0" smtClean="0">
                <a:solidFill>
                  <a:srgbClr val="4D4D4D"/>
                </a:solidFill>
                <a:latin typeface="微软雅黑" panose="020B0503020204020204" pitchFamily="34" charset="-122"/>
                <a:ea typeface="微软雅黑" panose="020B0503020204020204" pitchFamily="34" charset="-122"/>
              </a:rPr>
              <a:t>比例越大</a:t>
            </a:r>
            <a:r>
              <a:rPr lang="zh-CN" altLang="en-US" sz="2800" dirty="0">
                <a:solidFill>
                  <a:srgbClr val="4D4D4D"/>
                </a:solidFill>
                <a:latin typeface="微软雅黑" panose="020B0503020204020204" pitchFamily="34" charset="-122"/>
                <a:ea typeface="微软雅黑" panose="020B0503020204020204" pitchFamily="34" charset="-122"/>
              </a:rPr>
              <a:t>，每发生</a:t>
            </a:r>
            <a:r>
              <a:rPr lang="zh-CN" altLang="en-US" sz="2800" dirty="0" smtClean="0">
                <a:solidFill>
                  <a:srgbClr val="4D4D4D"/>
                </a:solidFill>
                <a:latin typeface="微软雅黑" panose="020B0503020204020204" pitchFamily="34" charset="-122"/>
                <a:ea typeface="微软雅黑" panose="020B0503020204020204" pitchFamily="34" charset="-122"/>
              </a:rPr>
              <a:t>一次碰撞浪费的信道资源就越多，信道利用率就越低</a:t>
            </a:r>
            <a:r>
              <a:rPr lang="zh-CN" altLang="en-US" sz="2800" dirty="0">
                <a:solidFill>
                  <a:srgbClr val="4D4D4D"/>
                </a:solidFill>
                <a:latin typeface="微软雅黑" panose="020B0503020204020204" pitchFamily="34" charset="-122"/>
                <a:ea typeface="微软雅黑" panose="020B0503020204020204" pitchFamily="34" charset="-122"/>
              </a:rPr>
              <a:t>。 </a:t>
            </a:r>
          </a:p>
        </p:txBody>
      </p:sp>
    </p:spTree>
    <p:extLst>
      <p:ext uri="{BB962C8B-B14F-4D97-AF65-F5344CB8AC3E}">
        <p14:creationId xmlns:p14="http://schemas.microsoft.com/office/powerpoint/2010/main" val="1374719731"/>
      </p:ext>
    </p:extLst>
  </p:cSld>
  <p:clrMapOvr>
    <a:masterClrMapping/>
  </p:clrMapOvr>
  <p:transition>
    <p:fade/>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3"/>
          <p:cNvSpPr>
            <a:spLocks noGrp="1" noChangeArrowheads="1"/>
          </p:cNvSpPr>
          <p:nvPr>
            <p:ph idx="1"/>
          </p:nvPr>
        </p:nvSpPr>
        <p:spPr>
          <a:xfrm>
            <a:off x="442800" y="1267199"/>
            <a:ext cx="11413046" cy="4896000"/>
          </a:xfrm>
        </p:spPr>
        <p:txBody>
          <a:bodyPr/>
          <a:lstStyle/>
          <a:p>
            <a:r>
              <a:rPr lang="en-US" altLang="zh-CN" sz="2800" b="1" dirty="0" smtClean="0"/>
              <a:t>a </a:t>
            </a:r>
            <a:r>
              <a:rPr lang="zh-CN" altLang="en-US" sz="2800" b="1" dirty="0" smtClean="0"/>
              <a:t>的值应当尽可能小些，这就要求 </a:t>
            </a:r>
            <a:r>
              <a:rPr lang="zh-CN" altLang="en-US" sz="2800" b="1" dirty="0" smtClean="0">
                <a:sym typeface="Symbol" pitchFamily="18" charset="2"/>
              </a:rPr>
              <a:t> </a:t>
            </a:r>
            <a:r>
              <a:rPr lang="zh-CN" altLang="en-US" sz="2800" b="1" dirty="0"/>
              <a:t>的</a:t>
            </a:r>
            <a:r>
              <a:rPr lang="zh-CN" altLang="en-US" sz="2800" b="1" dirty="0" smtClean="0"/>
              <a:t>数值小些而 </a:t>
            </a:r>
            <a:r>
              <a:rPr lang="en-US" altLang="zh-CN" sz="2800" b="1" dirty="0" smtClean="0"/>
              <a:t>T</a:t>
            </a:r>
            <a:r>
              <a:rPr lang="en-US" altLang="zh-CN" sz="2800" b="1" baseline="-25000" dirty="0" smtClean="0"/>
              <a:t>0</a:t>
            </a:r>
            <a:r>
              <a:rPr lang="en-US" altLang="zh-CN" sz="2800" b="1" dirty="0" smtClean="0"/>
              <a:t> </a:t>
            </a:r>
            <a:r>
              <a:rPr lang="zh-CN" altLang="en-US" sz="2800" b="1" dirty="0" smtClean="0"/>
              <a:t>的数值大些：</a:t>
            </a:r>
            <a:endParaRPr lang="zh-CN" altLang="en-US" sz="2800" b="1" dirty="0"/>
          </a:p>
          <a:p>
            <a:pPr lvl="1"/>
            <a:r>
              <a:rPr lang="zh-CN" altLang="en-US" sz="2400" b="1" dirty="0" smtClean="0"/>
              <a:t>以太网</a:t>
            </a:r>
            <a:r>
              <a:rPr lang="zh-CN" altLang="en-US" sz="2400" b="1" dirty="0"/>
              <a:t>的连线的</a:t>
            </a:r>
            <a:r>
              <a:rPr lang="zh-CN" altLang="en-US" sz="2400" b="1" dirty="0" smtClean="0"/>
              <a:t>长度不能太长，</a:t>
            </a:r>
            <a:r>
              <a:rPr lang="zh-CN" altLang="en-US" sz="2400" b="1" dirty="0"/>
              <a:t>否则 </a:t>
            </a:r>
            <a:r>
              <a:rPr lang="zh-CN" altLang="en-US" sz="2400" b="1" dirty="0">
                <a:sym typeface="Symbol" pitchFamily="18" charset="2"/>
              </a:rPr>
              <a:t> </a:t>
            </a:r>
            <a:r>
              <a:rPr lang="zh-CN" altLang="en-US" sz="2400" b="1" dirty="0"/>
              <a:t>的数值会太</a:t>
            </a:r>
            <a:r>
              <a:rPr lang="zh-CN" altLang="en-US" sz="2400" b="1" dirty="0" smtClean="0"/>
              <a:t>大。</a:t>
            </a:r>
            <a:endParaRPr lang="zh-CN" altLang="en-US" sz="2400" b="1" dirty="0"/>
          </a:p>
          <a:p>
            <a:pPr lvl="1"/>
            <a:r>
              <a:rPr lang="zh-CN" altLang="en-US" sz="2400" b="1" dirty="0"/>
              <a:t>以太网的帧长不能太短，否则 </a:t>
            </a:r>
            <a:r>
              <a:rPr lang="en-US" altLang="zh-CN" sz="2400" b="1" dirty="0"/>
              <a:t>T</a:t>
            </a:r>
            <a:r>
              <a:rPr lang="en-US" altLang="zh-CN" sz="2400" b="1" baseline="-25000" dirty="0"/>
              <a:t>0</a:t>
            </a:r>
            <a:r>
              <a:rPr lang="en-US" altLang="zh-CN" sz="2400" b="1" dirty="0"/>
              <a:t> </a:t>
            </a:r>
            <a:r>
              <a:rPr lang="zh-CN" altLang="en-US" sz="2400" b="1" dirty="0"/>
              <a:t>的值会太</a:t>
            </a:r>
            <a:r>
              <a:rPr lang="zh-CN" altLang="en-US" sz="2400" b="1" dirty="0" smtClean="0"/>
              <a:t>小。</a:t>
            </a:r>
            <a:endParaRPr lang="zh-CN" altLang="en-US" sz="2400" b="1" dirty="0"/>
          </a:p>
          <a:p>
            <a:r>
              <a:rPr lang="zh-CN" altLang="en-US" sz="2800" b="1" dirty="0"/>
              <a:t>信道利用率的最大值</a:t>
            </a:r>
          </a:p>
          <a:p>
            <a:pPr lvl="1"/>
            <a:r>
              <a:rPr lang="zh-CN" altLang="en-US" sz="2400" b="1" dirty="0" smtClean="0"/>
              <a:t>假定以太网</a:t>
            </a:r>
            <a:r>
              <a:rPr lang="zh-CN" altLang="en-US" sz="2400" b="1" dirty="0"/>
              <a:t>上的</a:t>
            </a:r>
            <a:r>
              <a:rPr lang="zh-CN" altLang="en-US" sz="2400" b="1" dirty="0" smtClean="0"/>
              <a:t>各主机发送</a:t>
            </a:r>
            <a:r>
              <a:rPr lang="zh-CN" altLang="en-US" sz="2400" b="1" dirty="0"/>
              <a:t>数据都不会产生</a:t>
            </a:r>
            <a:r>
              <a:rPr lang="zh-CN" altLang="en-US" sz="2400" b="1" dirty="0" smtClean="0"/>
              <a:t>碰撞，并且总线</a:t>
            </a:r>
            <a:r>
              <a:rPr lang="zh-CN" altLang="en-US" sz="2400" b="1" dirty="0"/>
              <a:t>一旦空闲就有</a:t>
            </a:r>
            <a:r>
              <a:rPr lang="zh-CN" altLang="en-US" sz="2400" b="1" dirty="0" smtClean="0"/>
              <a:t>某主机立即</a:t>
            </a:r>
            <a:r>
              <a:rPr lang="zh-CN" altLang="en-US" sz="2400" b="1" dirty="0"/>
              <a:t>发送数据</a:t>
            </a:r>
            <a:r>
              <a:rPr lang="zh-CN" altLang="en-US" sz="2400" b="1" dirty="0" smtClean="0"/>
              <a:t>。在这种</a:t>
            </a:r>
            <a:r>
              <a:rPr lang="zh-CN" altLang="en-US" sz="2400" b="1" dirty="0" smtClean="0">
                <a:solidFill>
                  <a:srgbClr val="C00000"/>
                </a:solidFill>
              </a:rPr>
              <a:t>理想情况</a:t>
            </a:r>
            <a:r>
              <a:rPr lang="zh-CN" altLang="en-US" sz="2400" b="1" dirty="0" smtClean="0"/>
              <a:t>下，发送</a:t>
            </a:r>
            <a:r>
              <a:rPr lang="zh-CN" altLang="en-US" sz="2400" b="1" dirty="0"/>
              <a:t>一帧占用线路的时间是 </a:t>
            </a:r>
            <a:r>
              <a:rPr lang="en-US" altLang="zh-CN" sz="2400" b="1" dirty="0"/>
              <a:t>T</a:t>
            </a:r>
            <a:r>
              <a:rPr lang="en-US" altLang="zh-CN" sz="2400" b="1" baseline="-25000" dirty="0"/>
              <a:t>0</a:t>
            </a:r>
            <a:r>
              <a:rPr lang="en-US" altLang="zh-CN" sz="2400" b="1" dirty="0"/>
              <a:t> + </a:t>
            </a:r>
            <a:r>
              <a:rPr lang="en-US" altLang="zh-CN" sz="2400" b="1" dirty="0">
                <a:sym typeface="Symbol" pitchFamily="18" charset="2"/>
              </a:rPr>
              <a:t></a:t>
            </a:r>
            <a:r>
              <a:rPr lang="zh-CN" altLang="en-US" sz="2400" b="1" dirty="0"/>
              <a:t>，而帧本身的发送时间是 </a:t>
            </a:r>
            <a:r>
              <a:rPr lang="en-US" altLang="zh-CN" sz="2400" b="1" dirty="0" smtClean="0"/>
              <a:t>T</a:t>
            </a:r>
            <a:r>
              <a:rPr lang="en-US" altLang="zh-CN" sz="2400" b="1" baseline="-25000" dirty="0" smtClean="0"/>
              <a:t>0</a:t>
            </a:r>
            <a:r>
              <a:rPr lang="zh-CN" altLang="en-US" sz="2400" b="1" dirty="0"/>
              <a:t>，</a:t>
            </a:r>
            <a:r>
              <a:rPr lang="zh-CN" altLang="en-US" sz="2400" b="1" dirty="0" smtClean="0"/>
              <a:t>于是极限</a:t>
            </a:r>
            <a:r>
              <a:rPr lang="zh-CN" altLang="en-US" sz="2400" b="1" dirty="0"/>
              <a:t>信道利用率 </a:t>
            </a:r>
            <a:r>
              <a:rPr lang="en-US" altLang="zh-CN" sz="2400" b="1" dirty="0" err="1"/>
              <a:t>S</a:t>
            </a:r>
            <a:r>
              <a:rPr lang="en-US" altLang="zh-CN" sz="2400" b="1" baseline="-25000" dirty="0" err="1"/>
              <a:t>max</a:t>
            </a:r>
            <a:r>
              <a:rPr lang="zh-CN" altLang="en-US" sz="2400" b="1" dirty="0"/>
              <a:t>为： </a:t>
            </a:r>
          </a:p>
          <a:p>
            <a:endParaRPr lang="zh-CN" altLang="en-US" b="1" dirty="0"/>
          </a:p>
        </p:txBody>
      </p:sp>
      <p:sp>
        <p:nvSpPr>
          <p:cNvPr id="79874" name="Rectangle 2"/>
          <p:cNvSpPr>
            <a:spLocks noGrp="1" noChangeArrowheads="1"/>
          </p:cNvSpPr>
          <p:nvPr>
            <p:ph type="title"/>
          </p:nvPr>
        </p:nvSpPr>
        <p:spPr/>
        <p:txBody>
          <a:bodyPr/>
          <a:lstStyle/>
          <a:p>
            <a:r>
              <a:rPr lang="en-US" altLang="zh-CN" dirty="0" smtClean="0"/>
              <a:t>3.3.4 </a:t>
            </a:r>
            <a:r>
              <a:rPr lang="zh-CN" altLang="en-US" sz="4000" dirty="0" smtClean="0">
                <a:solidFill>
                  <a:srgbClr val="FFFFFF"/>
                </a:solidFill>
              </a:rPr>
              <a:t>以太网</a:t>
            </a:r>
            <a:r>
              <a:rPr lang="zh-CN" altLang="en-US" sz="4000" dirty="0">
                <a:solidFill>
                  <a:srgbClr val="FFFFFF"/>
                </a:solidFill>
              </a:rPr>
              <a:t>的信道</a:t>
            </a:r>
            <a:r>
              <a:rPr lang="zh-CN" altLang="en-US" sz="4000" dirty="0" smtClean="0">
                <a:solidFill>
                  <a:srgbClr val="FFFFFF"/>
                </a:solidFill>
              </a:rPr>
              <a:t>利用率</a:t>
            </a:r>
            <a:endParaRPr lang="zh-CN" altLang="en-US" sz="4000" dirty="0">
              <a:solidFill>
                <a:srgbClr val="FFFFFF"/>
              </a:solidFill>
            </a:endParaRPr>
          </a:p>
        </p:txBody>
      </p:sp>
      <p:graphicFrame>
        <p:nvGraphicFramePr>
          <p:cNvPr id="79876" name="Object 4"/>
          <p:cNvGraphicFramePr>
            <a:graphicFrameLocks noChangeAspect="1"/>
          </p:cNvGraphicFramePr>
          <p:nvPr>
            <p:extLst>
              <p:ext uri="{D42A27DB-BD31-4B8C-83A1-F6EECF244321}">
                <p14:modId xmlns:p14="http://schemas.microsoft.com/office/powerpoint/2010/main" val="189879267"/>
              </p:ext>
            </p:extLst>
          </p:nvPr>
        </p:nvGraphicFramePr>
        <p:xfrm>
          <a:off x="3887316" y="5406691"/>
          <a:ext cx="4512146" cy="1119447"/>
        </p:xfrm>
        <a:graphic>
          <a:graphicData uri="http://schemas.openxmlformats.org/presentationml/2006/ole">
            <mc:AlternateContent xmlns:mc="http://schemas.openxmlformats.org/markup-compatibility/2006">
              <mc:Choice xmlns:v="urn:schemas-microsoft-com:vml" Requires="v">
                <p:oleObj spid="_x0000_s82169" name="公式" r:id="rId3" imgW="1282700" imgH="431800" progId="Equation.3">
                  <p:embed/>
                </p:oleObj>
              </mc:Choice>
              <mc:Fallback>
                <p:oleObj name="公式" r:id="rId3" imgW="1282700" imgH="431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7316" y="5406691"/>
                        <a:ext cx="4512146" cy="1119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541181491"/>
      </p:ext>
    </p:extLst>
  </p:cSld>
  <p:clrMapOvr>
    <a:masterClrMapping/>
  </p:clrMapOvr>
  <p:transition>
    <p:fade/>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3"/>
          <p:cNvSpPr>
            <a:spLocks noGrp="1" noChangeArrowheads="1"/>
          </p:cNvSpPr>
          <p:nvPr>
            <p:ph idx="1"/>
          </p:nvPr>
        </p:nvSpPr>
        <p:spPr/>
        <p:txBody>
          <a:bodyPr/>
          <a:lstStyle/>
          <a:p>
            <a:r>
              <a:rPr lang="zh-CN" altLang="en-US" sz="2800" b="1" dirty="0"/>
              <a:t>在局域网中，</a:t>
            </a:r>
            <a:r>
              <a:rPr lang="zh-CN" altLang="en-US" sz="2800" b="1" dirty="0">
                <a:solidFill>
                  <a:srgbClr val="C00000"/>
                </a:solidFill>
              </a:rPr>
              <a:t>硬件地址</a:t>
            </a:r>
            <a:r>
              <a:rPr lang="zh-CN" altLang="en-US" sz="2800" b="1" dirty="0"/>
              <a:t>又称为</a:t>
            </a:r>
            <a:r>
              <a:rPr lang="zh-CN" altLang="en-US" sz="2800" b="1" dirty="0">
                <a:solidFill>
                  <a:srgbClr val="C00000"/>
                </a:solidFill>
              </a:rPr>
              <a:t>物理地址</a:t>
            </a:r>
            <a:r>
              <a:rPr lang="zh-CN" altLang="en-US" sz="2800" b="1" dirty="0"/>
              <a:t>，或 </a:t>
            </a:r>
            <a:r>
              <a:rPr lang="en-US" altLang="zh-CN" sz="2800" b="1" dirty="0">
                <a:solidFill>
                  <a:srgbClr val="C00000"/>
                </a:solidFill>
              </a:rPr>
              <a:t>MAC </a:t>
            </a:r>
            <a:r>
              <a:rPr lang="zh-CN" altLang="en-US" sz="2800" b="1" dirty="0" smtClean="0">
                <a:solidFill>
                  <a:srgbClr val="C00000"/>
                </a:solidFill>
              </a:rPr>
              <a:t>地址</a:t>
            </a:r>
            <a:r>
              <a:rPr lang="zh-CN" altLang="en-US" sz="2800" b="1" dirty="0" smtClean="0"/>
              <a:t>，长度为 </a:t>
            </a:r>
            <a:r>
              <a:rPr lang="en-US" altLang="zh-CN" sz="2800" b="1" dirty="0" smtClean="0"/>
              <a:t>48 </a:t>
            </a:r>
            <a:r>
              <a:rPr lang="zh-CN" altLang="en-US" sz="2800" b="1" dirty="0" smtClean="0"/>
              <a:t>位。以太网中的数据帧又叫 </a:t>
            </a:r>
            <a:r>
              <a:rPr lang="en-US" altLang="zh-CN" sz="2800" b="1" dirty="0" smtClean="0">
                <a:solidFill>
                  <a:srgbClr val="C00000"/>
                </a:solidFill>
              </a:rPr>
              <a:t>MAC </a:t>
            </a:r>
            <a:r>
              <a:rPr lang="zh-CN" altLang="en-US" sz="2800" b="1" dirty="0" smtClean="0">
                <a:solidFill>
                  <a:srgbClr val="C00000"/>
                </a:solidFill>
              </a:rPr>
              <a:t>帧</a:t>
            </a:r>
            <a:r>
              <a:rPr lang="zh-CN" altLang="en-US" sz="2800" b="1" dirty="0" smtClean="0"/>
              <a:t>。</a:t>
            </a:r>
            <a:endParaRPr lang="en-US" altLang="zh-CN" sz="2800" b="1" dirty="0" smtClean="0"/>
          </a:p>
          <a:p>
            <a:r>
              <a:rPr lang="zh-CN" altLang="en-US" sz="2800" b="1" dirty="0" smtClean="0"/>
              <a:t>适配器从网络上每收到一个 </a:t>
            </a:r>
            <a:r>
              <a:rPr lang="en-US" altLang="zh-CN" sz="2800" b="1" dirty="0" smtClean="0"/>
              <a:t>MAC </a:t>
            </a:r>
            <a:r>
              <a:rPr lang="zh-CN" altLang="en-US" sz="2800" b="1" dirty="0" smtClean="0"/>
              <a:t>帧就先用硬件检查 </a:t>
            </a:r>
            <a:r>
              <a:rPr lang="en-US" altLang="zh-CN" sz="2800" b="1" dirty="0" smtClean="0"/>
              <a:t>MAC </a:t>
            </a:r>
            <a:r>
              <a:rPr lang="zh-CN" altLang="en-US" sz="2800" b="1" dirty="0"/>
              <a:t>帧中的目的地址。如果是</a:t>
            </a:r>
            <a:r>
              <a:rPr lang="zh-CN" altLang="en-US" sz="2800" b="1" dirty="0">
                <a:solidFill>
                  <a:srgbClr val="C00000"/>
                </a:solidFill>
              </a:rPr>
              <a:t>发往本站</a:t>
            </a:r>
            <a:r>
              <a:rPr lang="zh-CN" altLang="en-US" sz="2800" b="1" dirty="0"/>
              <a:t>的帧则收下，然后再进行其他的处理；否则就将此帧丢弃，不再进行其他的处理</a:t>
            </a:r>
            <a:r>
              <a:rPr lang="zh-CN" altLang="en-US" sz="2800" b="1" dirty="0" smtClean="0"/>
              <a:t>。</a:t>
            </a:r>
            <a:endParaRPr lang="en-US" altLang="zh-CN" sz="2800" b="1" dirty="0" smtClean="0"/>
          </a:p>
          <a:p>
            <a:endParaRPr lang="zh-CN" altLang="en-US" sz="2800" b="1" dirty="0" smtClean="0"/>
          </a:p>
          <a:p>
            <a:endParaRPr lang="zh-CN" altLang="en-US" sz="2800" b="1" dirty="0" smtClean="0"/>
          </a:p>
          <a:p>
            <a:endParaRPr lang="en-US" altLang="zh-CN" sz="2800" b="1" dirty="0" smtClean="0"/>
          </a:p>
          <a:p>
            <a:endParaRPr lang="zh-CN" altLang="en-US" sz="2800" b="1" dirty="0"/>
          </a:p>
        </p:txBody>
      </p:sp>
      <p:sp>
        <p:nvSpPr>
          <p:cNvPr id="81922" name="Rectangle 2"/>
          <p:cNvSpPr>
            <a:spLocks noGrp="1" noChangeArrowheads="1"/>
          </p:cNvSpPr>
          <p:nvPr>
            <p:ph type="title"/>
          </p:nvPr>
        </p:nvSpPr>
        <p:spPr/>
        <p:txBody>
          <a:bodyPr/>
          <a:lstStyle/>
          <a:p>
            <a:r>
              <a:rPr lang="en-US" altLang="zh-CN" sz="4000" dirty="0" smtClean="0">
                <a:solidFill>
                  <a:srgbClr val="FFFFFF"/>
                </a:solidFill>
              </a:rPr>
              <a:t>3</a:t>
            </a:r>
            <a:r>
              <a:rPr lang="en-US" altLang="zh-CN" dirty="0" smtClean="0"/>
              <a:t>.3.5 </a:t>
            </a:r>
            <a:r>
              <a:rPr lang="zh-CN" altLang="en-US" dirty="0" smtClean="0"/>
              <a:t>以太网的</a:t>
            </a:r>
            <a:r>
              <a:rPr lang="zh-CN" altLang="en-US" sz="4000" dirty="0" smtClean="0">
                <a:solidFill>
                  <a:srgbClr val="FFFFFF"/>
                </a:solidFill>
              </a:rPr>
              <a:t>硬件地址及帧格式</a:t>
            </a:r>
            <a:endParaRPr lang="en-US" altLang="zh-CN" sz="4000" dirty="0">
              <a:solidFill>
                <a:srgbClr val="FFFFFF"/>
              </a:solidFill>
            </a:endParaRPr>
          </a:p>
        </p:txBody>
      </p:sp>
    </p:spTree>
    <p:extLst>
      <p:ext uri="{BB962C8B-B14F-4D97-AF65-F5344CB8AC3E}">
        <p14:creationId xmlns:p14="http://schemas.microsoft.com/office/powerpoint/2010/main" val="745941688"/>
      </p:ext>
    </p:extLst>
  </p:cSld>
  <p:clrMapOvr>
    <a:masterClrMapping/>
  </p:clrMapOvr>
  <p:transition>
    <p:fade/>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3"/>
          <p:cNvSpPr>
            <a:spLocks noGrp="1" noChangeArrowheads="1"/>
          </p:cNvSpPr>
          <p:nvPr>
            <p:ph idx="1"/>
          </p:nvPr>
        </p:nvSpPr>
        <p:spPr>
          <a:xfrm>
            <a:off x="442800" y="1267199"/>
            <a:ext cx="11269030" cy="4896000"/>
          </a:xfrm>
        </p:spPr>
        <p:txBody>
          <a:bodyPr/>
          <a:lstStyle/>
          <a:p>
            <a:r>
              <a:rPr lang="zh-CN" altLang="en-US" b="1" dirty="0" smtClean="0"/>
              <a:t>“</a:t>
            </a:r>
            <a:r>
              <a:rPr lang="zh-CN" altLang="en-US" b="1" dirty="0"/>
              <a:t>发往本站的帧”包括以下三种帧： </a:t>
            </a:r>
          </a:p>
          <a:p>
            <a:pPr lvl="1"/>
            <a:r>
              <a:rPr lang="zh-CN" altLang="en-US" b="1" dirty="0">
                <a:solidFill>
                  <a:srgbClr val="C00000"/>
                </a:solidFill>
              </a:rPr>
              <a:t>单播</a:t>
            </a:r>
            <a:r>
              <a:rPr lang="en-US" altLang="zh-CN" b="1" dirty="0"/>
              <a:t>(unicast)</a:t>
            </a:r>
            <a:r>
              <a:rPr lang="zh-CN" altLang="en-US" b="1" dirty="0"/>
              <a:t>帧（一对一</a:t>
            </a:r>
            <a:r>
              <a:rPr lang="zh-CN" altLang="en-US" b="1" dirty="0" smtClean="0"/>
              <a:t>），即帧的目的 </a:t>
            </a:r>
            <a:r>
              <a:rPr lang="en-US" altLang="zh-CN" b="1" dirty="0" smtClean="0"/>
              <a:t>MAC </a:t>
            </a:r>
            <a:r>
              <a:rPr lang="zh-CN" altLang="en-US" b="1" dirty="0" smtClean="0"/>
              <a:t>地址与本站的硬件地址相同。</a:t>
            </a:r>
            <a:endParaRPr lang="zh-CN" altLang="en-US" b="1" dirty="0"/>
          </a:p>
          <a:p>
            <a:pPr lvl="1"/>
            <a:r>
              <a:rPr lang="zh-CN" altLang="en-US" b="1" dirty="0">
                <a:solidFill>
                  <a:srgbClr val="C00000"/>
                </a:solidFill>
              </a:rPr>
              <a:t>广播</a:t>
            </a:r>
            <a:r>
              <a:rPr lang="en-US" altLang="zh-CN" b="1" dirty="0"/>
              <a:t>(broadcast)</a:t>
            </a:r>
            <a:r>
              <a:rPr lang="zh-CN" altLang="en-US" b="1" dirty="0"/>
              <a:t>帧（一对全体</a:t>
            </a:r>
            <a:r>
              <a:rPr lang="zh-CN" altLang="en-US" b="1" dirty="0" smtClean="0"/>
              <a:t>），即发送给本局域网上所有站点的帧，此时帧的目的 </a:t>
            </a:r>
            <a:r>
              <a:rPr lang="en-US" altLang="zh-CN" b="1" dirty="0" smtClean="0"/>
              <a:t>MAC </a:t>
            </a:r>
            <a:r>
              <a:rPr lang="zh-CN" altLang="en-US" b="1" dirty="0" smtClean="0"/>
              <a:t>地址为全 </a:t>
            </a:r>
            <a:r>
              <a:rPr lang="en-US" altLang="zh-CN" b="1" dirty="0" smtClean="0"/>
              <a:t>1</a:t>
            </a:r>
            <a:r>
              <a:rPr lang="zh-CN" altLang="en-US" b="1" dirty="0" smtClean="0"/>
              <a:t>（</a:t>
            </a:r>
            <a:r>
              <a:rPr lang="en-US" altLang="zh-CN" b="1" dirty="0" smtClean="0"/>
              <a:t>0xFFFFFFFFFFFF</a:t>
            </a:r>
            <a:r>
              <a:rPr lang="zh-CN" altLang="en-US" b="1" dirty="0" smtClean="0"/>
              <a:t>）。</a:t>
            </a:r>
            <a:endParaRPr lang="zh-CN" altLang="en-US" b="1" dirty="0"/>
          </a:p>
          <a:p>
            <a:pPr lvl="1"/>
            <a:r>
              <a:rPr lang="zh-CN" altLang="en-US" b="1" dirty="0">
                <a:solidFill>
                  <a:srgbClr val="C00000"/>
                </a:solidFill>
              </a:rPr>
              <a:t>多播</a:t>
            </a:r>
            <a:r>
              <a:rPr lang="en-US" altLang="zh-CN" b="1" dirty="0"/>
              <a:t>(multicast)</a:t>
            </a:r>
            <a:r>
              <a:rPr lang="zh-CN" altLang="en-US" b="1" dirty="0"/>
              <a:t>帧（一对多</a:t>
            </a:r>
            <a:r>
              <a:rPr lang="zh-CN" altLang="en-US" b="1" dirty="0" smtClean="0"/>
              <a:t>），即发送给本局域网上一部分站点（包含本站在内）的帧。</a:t>
            </a:r>
            <a:endParaRPr lang="zh-CN" altLang="en-US" b="1" dirty="0"/>
          </a:p>
          <a:p>
            <a:endParaRPr lang="zh-CN" altLang="en-US" b="1" dirty="0"/>
          </a:p>
        </p:txBody>
      </p:sp>
      <p:sp>
        <p:nvSpPr>
          <p:cNvPr id="82946" name="Rectangle 2"/>
          <p:cNvSpPr>
            <a:spLocks noGrp="1" noChangeArrowheads="1"/>
          </p:cNvSpPr>
          <p:nvPr>
            <p:ph type="title"/>
          </p:nvPr>
        </p:nvSpPr>
        <p:spPr/>
        <p:txBody>
          <a:bodyPr/>
          <a:lstStyle/>
          <a:p>
            <a:r>
              <a:rPr lang="en-US" altLang="zh-CN" dirty="0"/>
              <a:t>3.3.5 </a:t>
            </a:r>
            <a:r>
              <a:rPr lang="zh-CN" altLang="en-US" dirty="0"/>
              <a:t>以太网的硬件地址及帧格式</a:t>
            </a:r>
            <a:endParaRPr lang="zh-CN" altLang="en-US" sz="4000" dirty="0">
              <a:solidFill>
                <a:srgbClr val="FFFFFF"/>
              </a:solidFill>
            </a:endParaRPr>
          </a:p>
        </p:txBody>
      </p:sp>
    </p:spTree>
    <p:extLst>
      <p:ext uri="{BB962C8B-B14F-4D97-AF65-F5344CB8AC3E}">
        <p14:creationId xmlns:p14="http://schemas.microsoft.com/office/powerpoint/2010/main" val="4193019246"/>
      </p:ext>
    </p:extLst>
  </p:cSld>
  <p:clrMapOvr>
    <a:masterClrMapping/>
  </p:clrMapOvr>
  <p:transition>
    <p:fade/>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Line 2"/>
          <p:cNvSpPr>
            <a:spLocks noChangeShapeType="1"/>
          </p:cNvSpPr>
          <p:nvPr/>
        </p:nvSpPr>
        <p:spPr bwMode="auto">
          <a:xfrm>
            <a:off x="186216" y="4024908"/>
            <a:ext cx="11885654" cy="0"/>
          </a:xfrm>
          <a:prstGeom prst="line">
            <a:avLst/>
          </a:prstGeom>
          <a:noFill/>
          <a:ln w="12700" cmpd="sng">
            <a:solidFill>
              <a:schemeClr val="tx1"/>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47" name="Rectangle 3"/>
          <p:cNvSpPr>
            <a:spLocks noGrp="1" noChangeArrowheads="1"/>
          </p:cNvSpPr>
          <p:nvPr>
            <p:ph idx="1"/>
          </p:nvPr>
        </p:nvSpPr>
        <p:spPr>
          <a:xfrm>
            <a:off x="442800" y="1267199"/>
            <a:ext cx="11304000" cy="4896000"/>
          </a:xfrm>
        </p:spPr>
        <p:txBody>
          <a:bodyPr/>
          <a:lstStyle/>
          <a:p>
            <a:r>
              <a:rPr lang="zh-CN" altLang="en-US" b="1" dirty="0" smtClean="0"/>
              <a:t>以太网 </a:t>
            </a:r>
            <a:r>
              <a:rPr lang="en-US" altLang="zh-CN" b="1" dirty="0"/>
              <a:t>V2 </a:t>
            </a:r>
            <a:r>
              <a:rPr lang="zh-CN" altLang="en-US" b="1" dirty="0" smtClean="0"/>
              <a:t>的 </a:t>
            </a:r>
            <a:r>
              <a:rPr lang="en-US" altLang="zh-CN" sz="3200" b="1" dirty="0" smtClean="0">
                <a:solidFill>
                  <a:srgbClr val="4D4D4D"/>
                </a:solidFill>
              </a:rPr>
              <a:t>MAC </a:t>
            </a:r>
            <a:r>
              <a:rPr lang="zh-CN" altLang="en-US" sz="3200" b="1" dirty="0" smtClean="0">
                <a:solidFill>
                  <a:srgbClr val="4D4D4D"/>
                </a:solidFill>
              </a:rPr>
              <a:t>帧格式</a:t>
            </a:r>
            <a:endParaRPr lang="zh-CN" altLang="en-US" sz="3200" b="1" dirty="0">
              <a:solidFill>
                <a:srgbClr val="4D4D4D"/>
              </a:solidFill>
            </a:endParaRPr>
          </a:p>
        </p:txBody>
      </p:sp>
      <p:sp>
        <p:nvSpPr>
          <p:cNvPr id="84994" name="Rectangle 2"/>
          <p:cNvSpPr>
            <a:spLocks noGrp="1" noChangeArrowheads="1"/>
          </p:cNvSpPr>
          <p:nvPr>
            <p:ph type="title"/>
          </p:nvPr>
        </p:nvSpPr>
        <p:spPr/>
        <p:txBody>
          <a:bodyPr/>
          <a:lstStyle/>
          <a:p>
            <a:r>
              <a:rPr lang="en-US" altLang="zh-CN" dirty="0"/>
              <a:t>3.3.5 </a:t>
            </a:r>
            <a:r>
              <a:rPr lang="zh-CN" altLang="en-US" dirty="0"/>
              <a:t>以太网的硬件地址及帧格式</a:t>
            </a:r>
            <a:endParaRPr lang="zh-CN" altLang="en-US" sz="4000" dirty="0">
              <a:solidFill>
                <a:srgbClr val="FFFFFF"/>
              </a:solidFill>
            </a:endParaRPr>
          </a:p>
        </p:txBody>
      </p:sp>
      <p:sp>
        <p:nvSpPr>
          <p:cNvPr id="84995" name="Rectangle 4"/>
          <p:cNvSpPr>
            <a:spLocks noChangeArrowheads="1"/>
          </p:cNvSpPr>
          <p:nvPr/>
        </p:nvSpPr>
        <p:spPr bwMode="auto">
          <a:xfrm>
            <a:off x="2071948" y="4264778"/>
            <a:ext cx="8550220" cy="495415"/>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nchor="ctr"/>
          <a:lstStyle/>
          <a:p>
            <a:pPr eaLnBrk="1" hangingPunct="1"/>
            <a:endParaRPr lang="zh-CN" altLang="en-US" b="1"/>
          </a:p>
        </p:txBody>
      </p:sp>
      <p:sp>
        <p:nvSpPr>
          <p:cNvPr id="84996" name="Rectangle 5"/>
          <p:cNvSpPr>
            <a:spLocks noChangeArrowheads="1"/>
          </p:cNvSpPr>
          <p:nvPr/>
        </p:nvSpPr>
        <p:spPr bwMode="auto">
          <a:xfrm>
            <a:off x="2063482" y="4264779"/>
            <a:ext cx="8558686" cy="489063"/>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lIns="108850" tIns="54425" rIns="108850" bIns="54425" anchor="ctr"/>
          <a:lstStyle/>
          <a:p>
            <a:pPr eaLnBrk="1" hangingPunct="1"/>
            <a:endParaRPr lang="zh-CN" altLang="en-US" b="1"/>
          </a:p>
        </p:txBody>
      </p:sp>
      <p:sp>
        <p:nvSpPr>
          <p:cNvPr id="84997" name="Rectangle 6"/>
          <p:cNvSpPr>
            <a:spLocks noChangeArrowheads="1"/>
          </p:cNvSpPr>
          <p:nvPr/>
        </p:nvSpPr>
        <p:spPr bwMode="auto">
          <a:xfrm>
            <a:off x="5331693" y="4284365"/>
            <a:ext cx="2327090" cy="476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2400" b="1" dirty="0">
                <a:solidFill>
                  <a:srgbClr val="333399"/>
                </a:solidFill>
                <a:ea typeface="黑体" pitchFamily="49" charset="-122"/>
              </a:rPr>
              <a:t>以太网 </a:t>
            </a:r>
            <a:r>
              <a:rPr kumimoji="1" lang="en-US" altLang="zh-CN" sz="2400" b="1" dirty="0">
                <a:solidFill>
                  <a:srgbClr val="333399"/>
                </a:solidFill>
                <a:ea typeface="黑体" pitchFamily="49" charset="-122"/>
              </a:rPr>
              <a:t>MAC </a:t>
            </a:r>
            <a:r>
              <a:rPr kumimoji="1" lang="zh-CN" altLang="en-US" sz="2400" b="1" dirty="0">
                <a:solidFill>
                  <a:srgbClr val="333399"/>
                </a:solidFill>
                <a:ea typeface="黑体" pitchFamily="49" charset="-122"/>
              </a:rPr>
              <a:t>帧</a:t>
            </a:r>
          </a:p>
        </p:txBody>
      </p:sp>
      <p:sp>
        <p:nvSpPr>
          <p:cNvPr id="84998" name="Rectangle 7"/>
          <p:cNvSpPr>
            <a:spLocks noChangeArrowheads="1"/>
          </p:cNvSpPr>
          <p:nvPr/>
        </p:nvSpPr>
        <p:spPr bwMode="auto">
          <a:xfrm>
            <a:off x="10766083" y="4348936"/>
            <a:ext cx="1140868" cy="476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2400" b="1">
                <a:solidFill>
                  <a:srgbClr val="333399"/>
                </a:solidFill>
                <a:ea typeface="黑体" pitchFamily="49" charset="-122"/>
              </a:rPr>
              <a:t>物理层</a:t>
            </a:r>
          </a:p>
        </p:txBody>
      </p:sp>
      <p:sp>
        <p:nvSpPr>
          <p:cNvPr id="84999" name="Rectangle 8"/>
          <p:cNvSpPr>
            <a:spLocks noChangeArrowheads="1"/>
          </p:cNvSpPr>
          <p:nvPr/>
        </p:nvSpPr>
        <p:spPr bwMode="auto">
          <a:xfrm>
            <a:off x="10713173" y="3394627"/>
            <a:ext cx="1229033" cy="476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2400" b="1" dirty="0">
                <a:solidFill>
                  <a:srgbClr val="333399"/>
                </a:solidFill>
                <a:ea typeface="黑体" pitchFamily="49" charset="-122"/>
              </a:rPr>
              <a:t>MAC</a:t>
            </a:r>
            <a:r>
              <a:rPr kumimoji="1" lang="zh-CN" altLang="en-US" sz="2400" b="1" dirty="0">
                <a:solidFill>
                  <a:srgbClr val="333399"/>
                </a:solidFill>
                <a:ea typeface="黑体" pitchFamily="49" charset="-122"/>
              </a:rPr>
              <a:t>层</a:t>
            </a:r>
          </a:p>
        </p:txBody>
      </p:sp>
      <p:sp>
        <p:nvSpPr>
          <p:cNvPr id="85000" name="Line 9"/>
          <p:cNvSpPr>
            <a:spLocks noChangeShapeType="1"/>
          </p:cNvSpPr>
          <p:nvPr/>
        </p:nvSpPr>
        <p:spPr bwMode="auto">
          <a:xfrm flipH="1">
            <a:off x="2061365" y="3755074"/>
            <a:ext cx="2117" cy="514469"/>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85001" name="Line 10"/>
          <p:cNvSpPr>
            <a:spLocks noChangeShapeType="1"/>
          </p:cNvSpPr>
          <p:nvPr/>
        </p:nvSpPr>
        <p:spPr bwMode="auto">
          <a:xfrm>
            <a:off x="10607353" y="3826527"/>
            <a:ext cx="14815" cy="4319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85002" name="Rectangle 11"/>
          <p:cNvSpPr>
            <a:spLocks noChangeArrowheads="1"/>
          </p:cNvSpPr>
          <p:nvPr/>
        </p:nvSpPr>
        <p:spPr bwMode="auto">
          <a:xfrm>
            <a:off x="260317" y="5258784"/>
            <a:ext cx="5213173" cy="416021"/>
          </a:xfrm>
          <a:prstGeom prst="rect">
            <a:avLst/>
          </a:prstGeom>
          <a:solidFill>
            <a:srgbClr val="FFFF99"/>
          </a:solidFill>
          <a:ln w="9525">
            <a:solidFill>
              <a:schemeClr val="folHlink"/>
            </a:solidFill>
            <a:miter lim="800000"/>
            <a:headEnd/>
            <a:tailEnd/>
          </a:ln>
        </p:spPr>
        <p:txBody>
          <a:bodyPr wrap="none" lIns="108850" tIns="54425" rIns="108850" bIns="54425" anchor="ctr"/>
          <a:lstStyle/>
          <a:p>
            <a:pPr eaLnBrk="1" hangingPunct="1"/>
            <a:endParaRPr lang="zh-CN" altLang="en-US" b="1"/>
          </a:p>
        </p:txBody>
      </p:sp>
      <p:sp>
        <p:nvSpPr>
          <p:cNvPr id="85003" name="Rectangle 12"/>
          <p:cNvSpPr>
            <a:spLocks noChangeArrowheads="1"/>
          </p:cNvSpPr>
          <p:nvPr/>
        </p:nvSpPr>
        <p:spPr bwMode="auto">
          <a:xfrm>
            <a:off x="251891" y="5301656"/>
            <a:ext cx="5411267" cy="383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b="1" dirty="0">
                <a:solidFill>
                  <a:srgbClr val="333399"/>
                </a:solidFill>
                <a:latin typeface="黑体" pitchFamily="49" charset="-122"/>
                <a:ea typeface="黑体" pitchFamily="49" charset="-122"/>
              </a:rPr>
              <a:t>10101010101010  </a:t>
            </a:r>
            <a:r>
              <a:rPr kumimoji="1" lang="en-US" altLang="zh-CN" b="1" dirty="0" smtClean="0">
                <a:solidFill>
                  <a:srgbClr val="333399"/>
                </a:solidFill>
                <a:latin typeface="黑体" pitchFamily="49" charset="-122"/>
                <a:ea typeface="黑体" pitchFamily="49" charset="-122"/>
              </a:rPr>
              <a:t>        </a:t>
            </a:r>
            <a:r>
              <a:rPr kumimoji="1" lang="en-US" altLang="zh-CN" b="1" dirty="0">
                <a:solidFill>
                  <a:srgbClr val="333399"/>
                </a:solidFill>
                <a:latin typeface="黑体" pitchFamily="49" charset="-122"/>
                <a:ea typeface="黑体" pitchFamily="49" charset="-122"/>
              </a:rPr>
              <a:t>10101010101010101011</a:t>
            </a:r>
          </a:p>
        </p:txBody>
      </p:sp>
      <p:sp>
        <p:nvSpPr>
          <p:cNvPr id="85004" name="Line 13"/>
          <p:cNvSpPr>
            <a:spLocks noChangeShapeType="1"/>
          </p:cNvSpPr>
          <p:nvPr/>
        </p:nvSpPr>
        <p:spPr bwMode="auto">
          <a:xfrm>
            <a:off x="4497332" y="5255608"/>
            <a:ext cx="0" cy="43190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85005" name="Rectangle 14"/>
          <p:cNvSpPr>
            <a:spLocks noChangeArrowheads="1"/>
          </p:cNvSpPr>
          <p:nvPr/>
        </p:nvSpPr>
        <p:spPr bwMode="auto">
          <a:xfrm>
            <a:off x="1779886" y="5712914"/>
            <a:ext cx="1448644" cy="476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2400" b="1">
                <a:solidFill>
                  <a:srgbClr val="333399"/>
                </a:solidFill>
                <a:ea typeface="黑体" pitchFamily="49" charset="-122"/>
              </a:rPr>
              <a:t>前同步码</a:t>
            </a:r>
          </a:p>
        </p:txBody>
      </p:sp>
      <p:sp>
        <p:nvSpPr>
          <p:cNvPr id="85006" name="Rectangle 15"/>
          <p:cNvSpPr>
            <a:spLocks noChangeArrowheads="1"/>
          </p:cNvSpPr>
          <p:nvPr/>
        </p:nvSpPr>
        <p:spPr bwMode="auto">
          <a:xfrm>
            <a:off x="4463470" y="5684332"/>
            <a:ext cx="1140868" cy="697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lnSpc>
                <a:spcPct val="80000"/>
              </a:lnSpc>
            </a:pPr>
            <a:r>
              <a:rPr kumimoji="1" lang="zh-CN" altLang="en-US" sz="2400" b="1">
                <a:solidFill>
                  <a:srgbClr val="333399"/>
                </a:solidFill>
                <a:ea typeface="黑体" pitchFamily="49" charset="-122"/>
              </a:rPr>
              <a:t>帧开始</a:t>
            </a:r>
          </a:p>
          <a:p>
            <a:pPr defTabSz="907085">
              <a:lnSpc>
                <a:spcPct val="80000"/>
              </a:lnSpc>
            </a:pPr>
            <a:r>
              <a:rPr kumimoji="1" lang="zh-CN" altLang="en-US" sz="2400" b="1">
                <a:solidFill>
                  <a:srgbClr val="333399"/>
                </a:solidFill>
                <a:ea typeface="黑体" pitchFamily="49" charset="-122"/>
              </a:rPr>
              <a:t>定界符</a:t>
            </a:r>
          </a:p>
        </p:txBody>
      </p:sp>
      <p:sp>
        <p:nvSpPr>
          <p:cNvPr id="85007" name="Rectangle 16"/>
          <p:cNvSpPr>
            <a:spLocks noChangeArrowheads="1"/>
          </p:cNvSpPr>
          <p:nvPr/>
        </p:nvSpPr>
        <p:spPr bwMode="auto">
          <a:xfrm>
            <a:off x="1870890" y="4922156"/>
            <a:ext cx="908433"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1900" b="1">
                <a:solidFill>
                  <a:srgbClr val="333399"/>
                </a:solidFill>
                <a:ea typeface="黑体" pitchFamily="49" charset="-122"/>
              </a:rPr>
              <a:t>7 </a:t>
            </a:r>
            <a:r>
              <a:rPr kumimoji="1" lang="zh-CN" altLang="en-US" sz="1900" b="1">
                <a:solidFill>
                  <a:srgbClr val="333399"/>
                </a:solidFill>
                <a:ea typeface="黑体" pitchFamily="49" charset="-122"/>
              </a:rPr>
              <a:t>字节</a:t>
            </a:r>
          </a:p>
        </p:txBody>
      </p:sp>
      <p:sp>
        <p:nvSpPr>
          <p:cNvPr id="85008" name="Rectangle 17"/>
          <p:cNvSpPr>
            <a:spLocks noChangeArrowheads="1"/>
          </p:cNvSpPr>
          <p:nvPr/>
        </p:nvSpPr>
        <p:spPr bwMode="auto">
          <a:xfrm>
            <a:off x="4565057" y="4922156"/>
            <a:ext cx="908433"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1900" b="1">
                <a:solidFill>
                  <a:srgbClr val="333399"/>
                </a:solidFill>
                <a:ea typeface="黑体" pitchFamily="49" charset="-122"/>
              </a:rPr>
              <a:t>1 </a:t>
            </a:r>
            <a:r>
              <a:rPr kumimoji="1" lang="zh-CN" altLang="en-US" sz="1900" b="1">
                <a:solidFill>
                  <a:srgbClr val="333399"/>
                </a:solidFill>
                <a:ea typeface="黑体" pitchFamily="49" charset="-122"/>
              </a:rPr>
              <a:t>字节</a:t>
            </a:r>
          </a:p>
        </p:txBody>
      </p:sp>
      <p:sp>
        <p:nvSpPr>
          <p:cNvPr id="85009" name="Line 18"/>
          <p:cNvSpPr>
            <a:spLocks noChangeShapeType="1"/>
          </p:cNvSpPr>
          <p:nvPr/>
        </p:nvSpPr>
        <p:spPr bwMode="auto">
          <a:xfrm flipV="1">
            <a:off x="277248" y="4763369"/>
            <a:ext cx="389416" cy="492239"/>
          </a:xfrm>
          <a:prstGeom prst="line">
            <a:avLst/>
          </a:prstGeom>
          <a:noFill/>
          <a:ln w="12700">
            <a:solidFill>
              <a:schemeClr val="folHlink"/>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85010" name="Line 19"/>
          <p:cNvSpPr>
            <a:spLocks noChangeShapeType="1"/>
          </p:cNvSpPr>
          <p:nvPr/>
        </p:nvSpPr>
        <p:spPr bwMode="auto">
          <a:xfrm>
            <a:off x="2050784" y="4776072"/>
            <a:ext cx="3371253" cy="478733"/>
          </a:xfrm>
          <a:prstGeom prst="line">
            <a:avLst/>
          </a:prstGeom>
          <a:noFill/>
          <a:ln w="12700">
            <a:solidFill>
              <a:schemeClr val="folHlink"/>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85011" name="Text Box 20"/>
          <p:cNvSpPr txBox="1">
            <a:spLocks noChangeArrowheads="1"/>
          </p:cNvSpPr>
          <p:nvPr/>
        </p:nvSpPr>
        <p:spPr bwMode="auto">
          <a:xfrm>
            <a:off x="2328030" y="5254805"/>
            <a:ext cx="527603" cy="47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spAutoFit/>
          </a:bodyPr>
          <a:lstStyle>
            <a:lvl1pPr defTabSz="762000">
              <a:defRPr sz="1600" b="1">
                <a:solidFill>
                  <a:srgbClr val="1C1C1C"/>
                </a:solidFill>
                <a:latin typeface="黑体" pitchFamily="49" charset="-122"/>
                <a:ea typeface="黑体" pitchFamily="49" charset="-122"/>
              </a:defRPr>
            </a:lvl1pPr>
            <a:lvl2pPr marL="742950" indent="-285750" defTabSz="762000">
              <a:defRPr sz="1600">
                <a:solidFill>
                  <a:srgbClr val="1C1C1C"/>
                </a:solidFill>
                <a:latin typeface="黑体" pitchFamily="49" charset="-122"/>
                <a:ea typeface="黑体" pitchFamily="49" charset="-122"/>
              </a:defRPr>
            </a:lvl2pPr>
            <a:lvl3pPr marL="1143000" indent="-228600" defTabSz="762000">
              <a:defRPr sz="1600">
                <a:solidFill>
                  <a:srgbClr val="1C1C1C"/>
                </a:solidFill>
                <a:latin typeface="黑体" pitchFamily="49" charset="-122"/>
                <a:ea typeface="黑体" pitchFamily="49" charset="-122"/>
              </a:defRPr>
            </a:lvl3pPr>
            <a:lvl4pPr marL="1600200" indent="-228600" defTabSz="762000">
              <a:defRPr sz="1600">
                <a:solidFill>
                  <a:srgbClr val="1C1C1C"/>
                </a:solidFill>
                <a:latin typeface="黑体" pitchFamily="49" charset="-122"/>
                <a:ea typeface="黑体" pitchFamily="49" charset="-122"/>
              </a:defRPr>
            </a:lvl4pPr>
            <a:lvl5pPr marL="2057400" indent="-228600" defTabSz="762000">
              <a:defRPr sz="1600">
                <a:solidFill>
                  <a:srgbClr val="1C1C1C"/>
                </a:solidFill>
                <a:latin typeface="黑体" pitchFamily="49" charset="-122"/>
                <a:ea typeface="黑体" pitchFamily="49" charset="-122"/>
              </a:defRPr>
            </a:lvl5pPr>
            <a:lvl6pPr marL="2514600" indent="-228600" defTabSz="762000" eaLnBrk="0" hangingPunct="0">
              <a:defRPr sz="1600">
                <a:solidFill>
                  <a:srgbClr val="1C1C1C"/>
                </a:solidFill>
                <a:latin typeface="黑体" pitchFamily="49" charset="-122"/>
                <a:ea typeface="黑体" pitchFamily="49" charset="-122"/>
              </a:defRPr>
            </a:lvl6pPr>
            <a:lvl7pPr marL="2971800" indent="-228600" defTabSz="762000" eaLnBrk="0" hangingPunct="0">
              <a:defRPr sz="1600">
                <a:solidFill>
                  <a:srgbClr val="1C1C1C"/>
                </a:solidFill>
                <a:latin typeface="黑体" pitchFamily="49" charset="-122"/>
                <a:ea typeface="黑体" pitchFamily="49" charset="-122"/>
              </a:defRPr>
            </a:lvl7pPr>
            <a:lvl8pPr marL="3429000" indent="-228600" defTabSz="762000" eaLnBrk="0" hangingPunct="0">
              <a:defRPr sz="1600">
                <a:solidFill>
                  <a:srgbClr val="1C1C1C"/>
                </a:solidFill>
                <a:latin typeface="黑体" pitchFamily="49" charset="-122"/>
                <a:ea typeface="黑体" pitchFamily="49" charset="-122"/>
              </a:defRPr>
            </a:lvl8pPr>
            <a:lvl9pPr marL="3886200" indent="-228600" defTabSz="762000" eaLnBrk="0" hangingPunct="0">
              <a:defRPr sz="1600">
                <a:solidFill>
                  <a:srgbClr val="1C1C1C"/>
                </a:solidFill>
                <a:latin typeface="黑体" pitchFamily="49" charset="-122"/>
                <a:ea typeface="黑体" pitchFamily="49" charset="-122"/>
              </a:defRPr>
            </a:lvl9pPr>
          </a:lstStyle>
          <a:p>
            <a:r>
              <a:rPr kumimoji="1" lang="en-US" altLang="zh-CN" sz="2400" dirty="0">
                <a:solidFill>
                  <a:srgbClr val="333399"/>
                </a:solidFill>
                <a:latin typeface="Arial" charset="0"/>
              </a:rPr>
              <a:t>…</a:t>
            </a:r>
          </a:p>
        </p:txBody>
      </p:sp>
      <p:sp>
        <p:nvSpPr>
          <p:cNvPr id="85012" name="Rectangle 21"/>
          <p:cNvSpPr>
            <a:spLocks noChangeArrowheads="1"/>
          </p:cNvSpPr>
          <p:nvPr/>
        </p:nvSpPr>
        <p:spPr bwMode="auto">
          <a:xfrm>
            <a:off x="704760" y="4267952"/>
            <a:ext cx="1358723" cy="489063"/>
          </a:xfrm>
          <a:prstGeom prst="rect">
            <a:avLst/>
          </a:prstGeom>
          <a:solidFill>
            <a:srgbClr val="FFFF99"/>
          </a:solidFill>
          <a:ln w="9525">
            <a:solidFill>
              <a:schemeClr val="tx2"/>
            </a:solidFill>
            <a:miter lim="800000"/>
            <a:headEnd/>
            <a:tailEnd/>
          </a:ln>
        </p:spPr>
        <p:txBody>
          <a:bodyPr wrap="none" lIns="108850" tIns="54425" rIns="108850" bIns="54425" anchor="ctr"/>
          <a:lstStyle/>
          <a:p>
            <a:pPr eaLnBrk="1" hangingPunct="1"/>
            <a:endParaRPr lang="zh-CN" altLang="en-US" b="1"/>
          </a:p>
        </p:txBody>
      </p:sp>
      <p:sp>
        <p:nvSpPr>
          <p:cNvPr id="85013" name="Rectangle 22"/>
          <p:cNvSpPr>
            <a:spLocks noChangeArrowheads="1"/>
          </p:cNvSpPr>
          <p:nvPr/>
        </p:nvSpPr>
        <p:spPr bwMode="auto">
          <a:xfrm>
            <a:off x="886769" y="4350524"/>
            <a:ext cx="908433"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7717" tIns="52913" rIns="107717" bIns="52913">
            <a:spAutoFit/>
          </a:bodyPr>
          <a:lstStyle/>
          <a:p>
            <a:pPr defTabSz="907085"/>
            <a:r>
              <a:rPr kumimoji="1" lang="en-US" altLang="zh-CN" sz="1900" b="1">
                <a:solidFill>
                  <a:srgbClr val="333399"/>
                </a:solidFill>
                <a:ea typeface="黑体" pitchFamily="49" charset="-122"/>
              </a:rPr>
              <a:t>8 </a:t>
            </a:r>
            <a:r>
              <a:rPr kumimoji="1" lang="zh-CN" altLang="en-US" sz="1900" b="1">
                <a:solidFill>
                  <a:srgbClr val="333399"/>
                </a:solidFill>
                <a:ea typeface="黑体" pitchFamily="49" charset="-122"/>
              </a:rPr>
              <a:t>字节</a:t>
            </a:r>
          </a:p>
        </p:txBody>
      </p:sp>
      <p:sp>
        <p:nvSpPr>
          <p:cNvPr id="85014" name="AutoShape 23"/>
          <p:cNvSpPr>
            <a:spLocks noChangeArrowheads="1"/>
          </p:cNvSpPr>
          <p:nvPr/>
        </p:nvSpPr>
        <p:spPr bwMode="auto">
          <a:xfrm>
            <a:off x="467774" y="3883691"/>
            <a:ext cx="730888" cy="335041"/>
          </a:xfrm>
          <a:prstGeom prst="wedgeRoundRectCallout">
            <a:avLst>
              <a:gd name="adj1" fmla="val 48000"/>
              <a:gd name="adj2" fmla="val 139880"/>
              <a:gd name="adj3" fmla="val 16667"/>
            </a:avLst>
          </a:prstGeom>
          <a:solidFill>
            <a:schemeClr val="bg1"/>
          </a:solidFill>
          <a:ln w="12700">
            <a:solidFill>
              <a:schemeClr val="tx1"/>
            </a:solidFill>
            <a:miter lim="800000"/>
            <a:headEnd/>
            <a:tailEnd/>
          </a:ln>
        </p:spPr>
        <p:txBody>
          <a:bodyPr lIns="108850" tIns="54425" rIns="108850" bIns="54425"/>
          <a:lstStyle/>
          <a:p>
            <a:pPr algn="ctr" defTabSz="907085"/>
            <a:endParaRPr kumimoji="1" lang="zh-CN" altLang="en-US" sz="1900" b="1">
              <a:solidFill>
                <a:srgbClr val="333399"/>
              </a:solidFill>
              <a:ea typeface="黑体" pitchFamily="49" charset="-122"/>
            </a:endParaRPr>
          </a:p>
        </p:txBody>
      </p:sp>
      <p:sp>
        <p:nvSpPr>
          <p:cNvPr id="85015" name="Rectangle 24"/>
          <p:cNvSpPr>
            <a:spLocks noChangeArrowheads="1"/>
          </p:cNvSpPr>
          <p:nvPr/>
        </p:nvSpPr>
        <p:spPr bwMode="auto">
          <a:xfrm>
            <a:off x="496223" y="3861842"/>
            <a:ext cx="990471"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07717" tIns="52913" rIns="107717" bIns="52913">
            <a:spAutoFit/>
          </a:bodyPr>
          <a:lstStyle/>
          <a:p>
            <a:pPr defTabSz="907085"/>
            <a:r>
              <a:rPr kumimoji="1" lang="zh-CN" altLang="en-US" sz="1900" b="1" dirty="0">
                <a:solidFill>
                  <a:srgbClr val="333399"/>
                </a:solidFill>
                <a:ea typeface="黑体" pitchFamily="49" charset="-122"/>
              </a:rPr>
              <a:t>插入</a:t>
            </a:r>
          </a:p>
        </p:txBody>
      </p:sp>
      <p:sp>
        <p:nvSpPr>
          <p:cNvPr id="85016" name="Rectangle 25"/>
          <p:cNvSpPr>
            <a:spLocks noChangeArrowheads="1"/>
          </p:cNvSpPr>
          <p:nvPr/>
        </p:nvSpPr>
        <p:spPr bwMode="auto">
          <a:xfrm>
            <a:off x="10905765" y="2505421"/>
            <a:ext cx="815458" cy="476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2400" b="1">
                <a:solidFill>
                  <a:srgbClr val="333399"/>
                </a:solidFill>
                <a:ea typeface="黑体" pitchFamily="49" charset="-122"/>
              </a:rPr>
              <a:t>IP</a:t>
            </a:r>
            <a:r>
              <a:rPr kumimoji="1" lang="zh-CN" altLang="en-US" sz="2400" b="1">
                <a:solidFill>
                  <a:srgbClr val="333399"/>
                </a:solidFill>
                <a:ea typeface="黑体" pitchFamily="49" charset="-122"/>
              </a:rPr>
              <a:t>层</a:t>
            </a:r>
          </a:p>
        </p:txBody>
      </p:sp>
      <p:sp>
        <p:nvSpPr>
          <p:cNvPr id="85017" name="Line 26"/>
          <p:cNvSpPr>
            <a:spLocks noChangeShapeType="1"/>
          </p:cNvSpPr>
          <p:nvPr/>
        </p:nvSpPr>
        <p:spPr bwMode="auto">
          <a:xfrm>
            <a:off x="10702591" y="3038945"/>
            <a:ext cx="1094174" cy="0"/>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85018" name="AutoShape 27"/>
          <p:cNvSpPr>
            <a:spLocks noChangeArrowheads="1"/>
          </p:cNvSpPr>
          <p:nvPr/>
        </p:nvSpPr>
        <p:spPr bwMode="auto">
          <a:xfrm rot="16200000" flipH="1">
            <a:off x="6089806" y="3952554"/>
            <a:ext cx="609741" cy="306876"/>
          </a:xfrm>
          <a:prstGeom prst="rightArrow">
            <a:avLst>
              <a:gd name="adj1" fmla="val 50000"/>
              <a:gd name="adj2" fmla="val 132426"/>
            </a:avLst>
          </a:prstGeom>
          <a:solidFill>
            <a:schemeClr val="accent1"/>
          </a:solidFill>
          <a:ln w="12700">
            <a:solidFill>
              <a:schemeClr val="tx1"/>
            </a:solidFill>
            <a:miter lim="800000"/>
            <a:headEnd/>
            <a:tailEnd/>
          </a:ln>
        </p:spPr>
        <p:txBody>
          <a:bodyPr wrap="none" lIns="108850" tIns="54425" rIns="108850" bIns="54425" anchor="ctr"/>
          <a:lstStyle/>
          <a:p>
            <a:pPr eaLnBrk="1" hangingPunct="1"/>
            <a:endParaRPr lang="zh-CN" altLang="en-US" b="1"/>
          </a:p>
        </p:txBody>
      </p:sp>
      <p:sp>
        <p:nvSpPr>
          <p:cNvPr id="85019" name="Rectangle 28"/>
          <p:cNvSpPr>
            <a:spLocks noChangeArrowheads="1"/>
          </p:cNvSpPr>
          <p:nvPr/>
        </p:nvSpPr>
        <p:spPr bwMode="auto">
          <a:xfrm>
            <a:off x="2061365" y="3323173"/>
            <a:ext cx="8560803" cy="457306"/>
          </a:xfrm>
          <a:prstGeom prst="rect">
            <a:avLst/>
          </a:prstGeom>
          <a:solidFill>
            <a:srgbClr val="FFCCFF"/>
          </a:solidFill>
          <a:ln w="12700" algn="ctr">
            <a:solidFill>
              <a:schemeClr val="folHlink"/>
            </a:solidFill>
            <a:miter lim="800000"/>
            <a:headEnd/>
            <a:tailEnd/>
          </a:ln>
          <a:effectLst>
            <a:outerShdw dist="35921" dir="2700000" algn="ctr" rotWithShape="0">
              <a:schemeClr val="bg2"/>
            </a:outerShdw>
          </a:effectLst>
        </p:spPr>
        <p:txBody>
          <a:bodyPr wrap="none" lIns="108850" tIns="54425" rIns="108850" bIns="54425" anchor="ctr"/>
          <a:lstStyle/>
          <a:p>
            <a:pPr eaLnBrk="1" hangingPunct="1"/>
            <a:endParaRPr lang="zh-CN" altLang="en-US" b="1"/>
          </a:p>
        </p:txBody>
      </p:sp>
      <p:sp>
        <p:nvSpPr>
          <p:cNvPr id="85020" name="Line 29"/>
          <p:cNvSpPr>
            <a:spLocks noChangeShapeType="1"/>
          </p:cNvSpPr>
          <p:nvPr/>
        </p:nvSpPr>
        <p:spPr bwMode="auto">
          <a:xfrm>
            <a:off x="3307920" y="3323173"/>
            <a:ext cx="0" cy="45730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85021" name="Line 30"/>
          <p:cNvSpPr>
            <a:spLocks noChangeShapeType="1"/>
          </p:cNvSpPr>
          <p:nvPr/>
        </p:nvSpPr>
        <p:spPr bwMode="auto">
          <a:xfrm>
            <a:off x="4526961" y="3323173"/>
            <a:ext cx="0" cy="45730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85022" name="Line 31"/>
          <p:cNvSpPr>
            <a:spLocks noChangeShapeType="1"/>
          </p:cNvSpPr>
          <p:nvPr/>
        </p:nvSpPr>
        <p:spPr bwMode="auto">
          <a:xfrm>
            <a:off x="5746003" y="3323173"/>
            <a:ext cx="0" cy="45730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85023" name="Line 32"/>
          <p:cNvSpPr>
            <a:spLocks noChangeShapeType="1"/>
          </p:cNvSpPr>
          <p:nvPr/>
        </p:nvSpPr>
        <p:spPr bwMode="auto">
          <a:xfrm>
            <a:off x="9911060" y="3323173"/>
            <a:ext cx="0" cy="45730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85024" name="Rectangle 33"/>
          <p:cNvSpPr>
            <a:spLocks noChangeArrowheads="1"/>
          </p:cNvSpPr>
          <p:nvPr/>
        </p:nvSpPr>
        <p:spPr bwMode="auto">
          <a:xfrm>
            <a:off x="2103702" y="3369221"/>
            <a:ext cx="1140868" cy="383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b="1" dirty="0">
                <a:solidFill>
                  <a:srgbClr val="333399"/>
                </a:solidFill>
                <a:ea typeface="黑体" pitchFamily="49" charset="-122"/>
              </a:rPr>
              <a:t>目的地址</a:t>
            </a:r>
          </a:p>
        </p:txBody>
      </p:sp>
      <p:sp>
        <p:nvSpPr>
          <p:cNvPr id="85025" name="Rectangle 34"/>
          <p:cNvSpPr>
            <a:spLocks noChangeArrowheads="1"/>
          </p:cNvSpPr>
          <p:nvPr/>
        </p:nvSpPr>
        <p:spPr bwMode="auto">
          <a:xfrm>
            <a:off x="3528987" y="3369221"/>
            <a:ext cx="910035" cy="383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b="1" dirty="0">
                <a:solidFill>
                  <a:srgbClr val="333399"/>
                </a:solidFill>
                <a:ea typeface="黑体" pitchFamily="49" charset="-122"/>
              </a:rPr>
              <a:t>源地址</a:t>
            </a:r>
          </a:p>
        </p:txBody>
      </p:sp>
      <p:sp>
        <p:nvSpPr>
          <p:cNvPr id="85026" name="Rectangle 35"/>
          <p:cNvSpPr>
            <a:spLocks noChangeArrowheads="1"/>
          </p:cNvSpPr>
          <p:nvPr/>
        </p:nvSpPr>
        <p:spPr bwMode="auto">
          <a:xfrm>
            <a:off x="4824722" y="3369221"/>
            <a:ext cx="679203" cy="383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b="1" dirty="0">
                <a:solidFill>
                  <a:srgbClr val="333399"/>
                </a:solidFill>
                <a:ea typeface="黑体" pitchFamily="49" charset="-122"/>
              </a:rPr>
              <a:t>类型</a:t>
            </a:r>
          </a:p>
        </p:txBody>
      </p:sp>
      <p:sp>
        <p:nvSpPr>
          <p:cNvPr id="85027" name="Rectangle 36"/>
          <p:cNvSpPr>
            <a:spLocks noChangeArrowheads="1"/>
          </p:cNvSpPr>
          <p:nvPr/>
        </p:nvSpPr>
        <p:spPr bwMode="auto">
          <a:xfrm>
            <a:off x="7208429" y="3369221"/>
            <a:ext cx="1192164" cy="383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b="1">
                <a:solidFill>
                  <a:srgbClr val="333399"/>
                </a:solidFill>
                <a:ea typeface="黑体" pitchFamily="49" charset="-122"/>
              </a:rPr>
              <a:t>数        据</a:t>
            </a:r>
          </a:p>
        </p:txBody>
      </p:sp>
      <p:sp>
        <p:nvSpPr>
          <p:cNvPr id="85028" name="Rectangle 37"/>
          <p:cNvSpPr>
            <a:spLocks noChangeArrowheads="1"/>
          </p:cNvSpPr>
          <p:nvPr/>
        </p:nvSpPr>
        <p:spPr bwMode="auto">
          <a:xfrm>
            <a:off x="9920992" y="3369221"/>
            <a:ext cx="679203" cy="383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b="1" dirty="0">
                <a:solidFill>
                  <a:srgbClr val="333399"/>
                </a:solidFill>
                <a:ea typeface="黑体" pitchFamily="49" charset="-122"/>
              </a:rPr>
              <a:t>FCS</a:t>
            </a:r>
          </a:p>
        </p:txBody>
      </p:sp>
      <p:sp>
        <p:nvSpPr>
          <p:cNvPr id="85029" name="Rectangle 38"/>
          <p:cNvSpPr>
            <a:spLocks noChangeArrowheads="1"/>
          </p:cNvSpPr>
          <p:nvPr/>
        </p:nvSpPr>
        <p:spPr bwMode="auto">
          <a:xfrm>
            <a:off x="2524856" y="2997746"/>
            <a:ext cx="353794"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1900" b="1" dirty="0">
                <a:solidFill>
                  <a:srgbClr val="333399"/>
                </a:solidFill>
                <a:ea typeface="黑体" pitchFamily="49" charset="-122"/>
              </a:rPr>
              <a:t>6</a:t>
            </a:r>
          </a:p>
        </p:txBody>
      </p:sp>
      <p:sp>
        <p:nvSpPr>
          <p:cNvPr id="85030" name="Rectangle 39"/>
          <p:cNvSpPr>
            <a:spLocks noChangeArrowheads="1"/>
          </p:cNvSpPr>
          <p:nvPr/>
        </p:nvSpPr>
        <p:spPr bwMode="auto">
          <a:xfrm>
            <a:off x="3830668" y="2997746"/>
            <a:ext cx="353794"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1900" b="1" dirty="0">
                <a:solidFill>
                  <a:srgbClr val="333399"/>
                </a:solidFill>
                <a:ea typeface="黑体" pitchFamily="49" charset="-122"/>
              </a:rPr>
              <a:t>6</a:t>
            </a:r>
          </a:p>
        </p:txBody>
      </p:sp>
      <p:sp>
        <p:nvSpPr>
          <p:cNvPr id="85031" name="Rectangle 40"/>
          <p:cNvSpPr>
            <a:spLocks noChangeArrowheads="1"/>
          </p:cNvSpPr>
          <p:nvPr/>
        </p:nvSpPr>
        <p:spPr bwMode="auto">
          <a:xfrm>
            <a:off x="5034896" y="2997746"/>
            <a:ext cx="353794"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1900" b="1" dirty="0">
                <a:solidFill>
                  <a:srgbClr val="333399"/>
                </a:solidFill>
                <a:ea typeface="黑体" pitchFamily="49" charset="-122"/>
              </a:rPr>
              <a:t>2</a:t>
            </a:r>
          </a:p>
        </p:txBody>
      </p:sp>
      <p:sp>
        <p:nvSpPr>
          <p:cNvPr id="85032" name="Rectangle 41"/>
          <p:cNvSpPr>
            <a:spLocks noChangeArrowheads="1"/>
          </p:cNvSpPr>
          <p:nvPr/>
        </p:nvSpPr>
        <p:spPr bwMode="auto">
          <a:xfrm>
            <a:off x="10129048" y="2997746"/>
            <a:ext cx="353794"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1900" b="1" dirty="0">
                <a:solidFill>
                  <a:srgbClr val="333399"/>
                </a:solidFill>
                <a:ea typeface="黑体" pitchFamily="49" charset="-122"/>
              </a:rPr>
              <a:t>4</a:t>
            </a:r>
          </a:p>
        </p:txBody>
      </p:sp>
      <p:sp>
        <p:nvSpPr>
          <p:cNvPr id="85033" name="Rectangle 42"/>
          <p:cNvSpPr>
            <a:spLocks noChangeArrowheads="1"/>
          </p:cNvSpPr>
          <p:nvPr/>
        </p:nvSpPr>
        <p:spPr bwMode="auto">
          <a:xfrm>
            <a:off x="1394703" y="2997661"/>
            <a:ext cx="704851"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1900" b="1">
                <a:solidFill>
                  <a:srgbClr val="333399"/>
                </a:solidFill>
                <a:ea typeface="黑体" pitchFamily="49" charset="-122"/>
              </a:rPr>
              <a:t>字节</a:t>
            </a:r>
          </a:p>
        </p:txBody>
      </p:sp>
      <p:sp>
        <p:nvSpPr>
          <p:cNvPr id="85034" name="Text Box 43"/>
          <p:cNvSpPr txBox="1">
            <a:spLocks noChangeArrowheads="1"/>
          </p:cNvSpPr>
          <p:nvPr/>
        </p:nvSpPr>
        <p:spPr bwMode="auto">
          <a:xfrm>
            <a:off x="7993611" y="3000836"/>
            <a:ext cx="1138347" cy="356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spAutoFit/>
          </a:bodyPr>
          <a:lstStyle>
            <a:lvl1pPr defTabSz="762000">
              <a:defRPr sz="1600" b="1">
                <a:solidFill>
                  <a:srgbClr val="1C1C1C"/>
                </a:solidFill>
                <a:latin typeface="黑体" pitchFamily="49" charset="-122"/>
                <a:ea typeface="黑体" pitchFamily="49" charset="-122"/>
              </a:defRPr>
            </a:lvl1pPr>
            <a:lvl2pPr marL="742950" indent="-285750" defTabSz="762000">
              <a:defRPr sz="1600">
                <a:solidFill>
                  <a:srgbClr val="1C1C1C"/>
                </a:solidFill>
                <a:latin typeface="黑体" pitchFamily="49" charset="-122"/>
                <a:ea typeface="黑体" pitchFamily="49" charset="-122"/>
              </a:defRPr>
            </a:lvl2pPr>
            <a:lvl3pPr marL="1143000" indent="-228600" defTabSz="762000">
              <a:defRPr sz="1600">
                <a:solidFill>
                  <a:srgbClr val="1C1C1C"/>
                </a:solidFill>
                <a:latin typeface="黑体" pitchFamily="49" charset="-122"/>
                <a:ea typeface="黑体" pitchFamily="49" charset="-122"/>
              </a:defRPr>
            </a:lvl3pPr>
            <a:lvl4pPr marL="1600200" indent="-228600" defTabSz="762000">
              <a:defRPr sz="1600">
                <a:solidFill>
                  <a:srgbClr val="1C1C1C"/>
                </a:solidFill>
                <a:latin typeface="黑体" pitchFamily="49" charset="-122"/>
                <a:ea typeface="黑体" pitchFamily="49" charset="-122"/>
              </a:defRPr>
            </a:lvl4pPr>
            <a:lvl5pPr marL="2057400" indent="-228600" defTabSz="762000">
              <a:defRPr sz="1600">
                <a:solidFill>
                  <a:srgbClr val="1C1C1C"/>
                </a:solidFill>
                <a:latin typeface="黑体" pitchFamily="49" charset="-122"/>
                <a:ea typeface="黑体" pitchFamily="49" charset="-122"/>
              </a:defRPr>
            </a:lvl5pPr>
            <a:lvl6pPr marL="2514600" indent="-228600" defTabSz="762000" eaLnBrk="0" hangingPunct="0">
              <a:defRPr sz="1600">
                <a:solidFill>
                  <a:srgbClr val="1C1C1C"/>
                </a:solidFill>
                <a:latin typeface="黑体" pitchFamily="49" charset="-122"/>
                <a:ea typeface="黑体" pitchFamily="49" charset="-122"/>
              </a:defRPr>
            </a:lvl6pPr>
            <a:lvl7pPr marL="2971800" indent="-228600" defTabSz="762000" eaLnBrk="0" hangingPunct="0">
              <a:defRPr sz="1600">
                <a:solidFill>
                  <a:srgbClr val="1C1C1C"/>
                </a:solidFill>
                <a:latin typeface="黑体" pitchFamily="49" charset="-122"/>
                <a:ea typeface="黑体" pitchFamily="49" charset="-122"/>
              </a:defRPr>
            </a:lvl7pPr>
            <a:lvl8pPr marL="3429000" indent="-228600" defTabSz="762000" eaLnBrk="0" hangingPunct="0">
              <a:defRPr sz="1600">
                <a:solidFill>
                  <a:srgbClr val="1C1C1C"/>
                </a:solidFill>
                <a:latin typeface="黑体" pitchFamily="49" charset="-122"/>
                <a:ea typeface="黑体" pitchFamily="49" charset="-122"/>
              </a:defRPr>
            </a:lvl8pPr>
            <a:lvl9pPr marL="3886200" indent="-228600" defTabSz="762000" eaLnBrk="0" hangingPunct="0">
              <a:defRPr sz="1600">
                <a:solidFill>
                  <a:srgbClr val="1C1C1C"/>
                </a:solidFill>
                <a:latin typeface="黑体" pitchFamily="49" charset="-122"/>
                <a:ea typeface="黑体" pitchFamily="49" charset="-122"/>
              </a:defRPr>
            </a:lvl9pPr>
          </a:lstStyle>
          <a:p>
            <a:r>
              <a:rPr kumimoji="1" lang="en-US" altLang="zh-CN">
                <a:solidFill>
                  <a:srgbClr val="333399"/>
                </a:solidFill>
                <a:latin typeface="Arial" charset="0"/>
              </a:rPr>
              <a:t>46 ~ 1500</a:t>
            </a:r>
          </a:p>
        </p:txBody>
      </p:sp>
      <p:grpSp>
        <p:nvGrpSpPr>
          <p:cNvPr id="2" name="Group 46"/>
          <p:cNvGrpSpPr>
            <a:grpSpLocks/>
          </p:cNvGrpSpPr>
          <p:nvPr/>
        </p:nvGrpSpPr>
        <p:grpSpPr bwMode="auto">
          <a:xfrm>
            <a:off x="5746003" y="2505421"/>
            <a:ext cx="4165058" cy="990829"/>
            <a:chOff x="2715" y="1872"/>
            <a:chExt cx="1968" cy="624"/>
          </a:xfrm>
        </p:grpSpPr>
        <p:sp>
          <p:nvSpPr>
            <p:cNvPr id="85039" name="AutoShape 47"/>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9525">
              <a:solidFill>
                <a:schemeClr val="folHlink"/>
              </a:solidFill>
              <a:miter lim="800000"/>
              <a:headEnd/>
              <a:tailEnd/>
            </a:ln>
          </p:spPr>
          <p:txBody>
            <a:bodyPr wrap="none" anchor="ctr"/>
            <a:lstStyle/>
            <a:p>
              <a:pPr eaLnBrk="1" hangingPunct="1"/>
              <a:endParaRPr lang="zh-CN" altLang="en-US" b="1"/>
            </a:p>
          </p:txBody>
        </p:sp>
        <p:sp>
          <p:nvSpPr>
            <p:cNvPr id="85040" name="Rectangle 48"/>
            <p:cNvSpPr>
              <a:spLocks noChangeArrowheads="1"/>
            </p:cNvSpPr>
            <p:nvPr/>
          </p:nvSpPr>
          <p:spPr bwMode="auto">
            <a:xfrm>
              <a:off x="2715" y="1872"/>
              <a:ext cx="1968" cy="240"/>
            </a:xfrm>
            <a:prstGeom prst="rect">
              <a:avLst/>
            </a:prstGeom>
            <a:solidFill>
              <a:srgbClr val="CCECFF"/>
            </a:solidFill>
            <a:ln w="9525">
              <a:solidFill>
                <a:schemeClr val="folHlink"/>
              </a:solidFill>
              <a:miter lim="800000"/>
              <a:headEnd/>
              <a:tailEnd/>
            </a:ln>
            <a:effectLst>
              <a:outerShdw dist="35921" dir="2700000" algn="ctr" rotWithShape="0">
                <a:schemeClr val="bg2"/>
              </a:outerShdw>
            </a:effectLst>
          </p:spPr>
          <p:txBody>
            <a:bodyPr wrap="none" anchor="ctr"/>
            <a:lstStyle/>
            <a:p>
              <a:pPr algn="ctr" defTabSz="907085"/>
              <a:r>
                <a:rPr kumimoji="1" lang="en-US" altLang="zh-CN" sz="2400" b="1">
                  <a:solidFill>
                    <a:srgbClr val="333399"/>
                  </a:solidFill>
                  <a:ea typeface="黑体" pitchFamily="49" charset="-122"/>
                </a:rPr>
                <a:t>IP </a:t>
              </a:r>
              <a:r>
                <a:rPr kumimoji="1" lang="zh-CN" altLang="en-US" sz="2400" b="1">
                  <a:solidFill>
                    <a:srgbClr val="333399"/>
                  </a:solidFill>
                  <a:ea typeface="黑体" pitchFamily="49" charset="-122"/>
                </a:rPr>
                <a:t>数据报</a:t>
              </a:r>
            </a:p>
          </p:txBody>
        </p:sp>
      </p:grpSp>
    </p:spTree>
    <p:extLst>
      <p:ext uri="{BB962C8B-B14F-4D97-AF65-F5344CB8AC3E}">
        <p14:creationId xmlns:p14="http://schemas.microsoft.com/office/powerpoint/2010/main" val="4013071947"/>
      </p:ext>
    </p:extLst>
  </p:cSld>
  <p:clrMapOvr>
    <a:masterClrMapping/>
  </p:clrMapOvr>
  <p:transition>
    <p:fade/>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Line 2"/>
          <p:cNvSpPr>
            <a:spLocks noChangeShapeType="1"/>
          </p:cNvSpPr>
          <p:nvPr/>
        </p:nvSpPr>
        <p:spPr bwMode="auto">
          <a:xfrm>
            <a:off x="205266" y="4490943"/>
            <a:ext cx="11885654" cy="0"/>
          </a:xfrm>
          <a:prstGeom prst="line">
            <a:avLst/>
          </a:prstGeom>
          <a:noFill/>
          <a:ln w="12700" cmpd="sng">
            <a:solidFill>
              <a:schemeClr val="tx1"/>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86019" name="Rectangle 3"/>
          <p:cNvSpPr>
            <a:spLocks noChangeArrowheads="1"/>
          </p:cNvSpPr>
          <p:nvPr/>
        </p:nvSpPr>
        <p:spPr bwMode="auto">
          <a:xfrm>
            <a:off x="2074039" y="4725947"/>
            <a:ext cx="8550220" cy="495415"/>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nchor="ctr"/>
          <a:lstStyle/>
          <a:p>
            <a:pPr eaLnBrk="1" hangingPunct="1"/>
            <a:endParaRPr lang="zh-CN" altLang="en-US" b="1"/>
          </a:p>
        </p:txBody>
      </p:sp>
      <p:sp>
        <p:nvSpPr>
          <p:cNvPr id="86020" name="Rectangle 4"/>
          <p:cNvSpPr>
            <a:spLocks noChangeArrowheads="1"/>
          </p:cNvSpPr>
          <p:nvPr/>
        </p:nvSpPr>
        <p:spPr bwMode="auto">
          <a:xfrm>
            <a:off x="2065574" y="4725947"/>
            <a:ext cx="8558686" cy="489063"/>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lIns="108850" tIns="54425" rIns="108850" bIns="54425" anchor="ctr"/>
          <a:lstStyle/>
          <a:p>
            <a:pPr eaLnBrk="1" hangingPunct="1"/>
            <a:endParaRPr lang="zh-CN" altLang="en-US" b="1"/>
          </a:p>
        </p:txBody>
      </p:sp>
      <p:sp>
        <p:nvSpPr>
          <p:cNvPr id="86021" name="Rectangle 5"/>
          <p:cNvSpPr>
            <a:spLocks noChangeArrowheads="1"/>
          </p:cNvSpPr>
          <p:nvPr/>
        </p:nvSpPr>
        <p:spPr bwMode="auto">
          <a:xfrm>
            <a:off x="5676137" y="4830747"/>
            <a:ext cx="1105601"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1900" b="1">
                <a:solidFill>
                  <a:srgbClr val="333399"/>
                </a:solidFill>
                <a:latin typeface="Times New Roman" pitchFamily="18" charset="0"/>
              </a:rPr>
              <a:t>MAC </a:t>
            </a:r>
            <a:r>
              <a:rPr kumimoji="1" lang="zh-CN" altLang="en-US" sz="1900" b="1">
                <a:solidFill>
                  <a:srgbClr val="333399"/>
                </a:solidFill>
                <a:latin typeface="Times New Roman" pitchFamily="18" charset="0"/>
              </a:rPr>
              <a:t>帧</a:t>
            </a:r>
          </a:p>
        </p:txBody>
      </p:sp>
      <p:sp>
        <p:nvSpPr>
          <p:cNvPr id="86022" name="Rectangle 6"/>
          <p:cNvSpPr>
            <a:spLocks noChangeArrowheads="1"/>
          </p:cNvSpPr>
          <p:nvPr/>
        </p:nvSpPr>
        <p:spPr bwMode="auto">
          <a:xfrm>
            <a:off x="10992512" y="4810104"/>
            <a:ext cx="948507"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1900" b="1">
                <a:solidFill>
                  <a:srgbClr val="333399"/>
                </a:solidFill>
                <a:latin typeface="Times New Roman" pitchFamily="18" charset="0"/>
              </a:rPr>
              <a:t>物理层</a:t>
            </a:r>
          </a:p>
        </p:txBody>
      </p:sp>
      <p:sp>
        <p:nvSpPr>
          <p:cNvPr id="86023" name="Rectangle 7"/>
          <p:cNvSpPr>
            <a:spLocks noChangeArrowheads="1"/>
          </p:cNvSpPr>
          <p:nvPr/>
        </p:nvSpPr>
        <p:spPr bwMode="auto">
          <a:xfrm>
            <a:off x="10952302" y="3881202"/>
            <a:ext cx="1105601" cy="399247"/>
          </a:xfrm>
          <a:prstGeom prst="rect">
            <a:avLst/>
          </a:prstGeom>
          <a:noFill/>
          <a:ln>
            <a:noFill/>
          </a:ln>
          <a:extLst/>
        </p:spPr>
        <p:txBody>
          <a:bodyPr wrap="none" lIns="107717" tIns="52913" rIns="107717" bIns="52913">
            <a:spAutoFit/>
          </a:bodyPr>
          <a:lstStyle/>
          <a:p>
            <a:pPr defTabSz="907085"/>
            <a:r>
              <a:rPr kumimoji="1" lang="en-US" altLang="zh-CN" sz="1900" b="1" dirty="0">
                <a:solidFill>
                  <a:srgbClr val="333399"/>
                </a:solidFill>
                <a:latin typeface="Times New Roman" pitchFamily="18" charset="0"/>
              </a:rPr>
              <a:t>MAC </a:t>
            </a:r>
            <a:r>
              <a:rPr kumimoji="1" lang="zh-CN" altLang="en-US" sz="1900" b="1" dirty="0">
                <a:solidFill>
                  <a:srgbClr val="333399"/>
                </a:solidFill>
                <a:latin typeface="Times New Roman" pitchFamily="18" charset="0"/>
              </a:rPr>
              <a:t>层</a:t>
            </a:r>
          </a:p>
        </p:txBody>
      </p:sp>
      <p:sp>
        <p:nvSpPr>
          <p:cNvPr id="86024" name="Line 8"/>
          <p:cNvSpPr>
            <a:spLocks noChangeShapeType="1"/>
          </p:cNvSpPr>
          <p:nvPr/>
        </p:nvSpPr>
        <p:spPr bwMode="auto">
          <a:xfrm flipH="1">
            <a:off x="2063459" y="4216241"/>
            <a:ext cx="2116" cy="514469"/>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86025" name="Line 9"/>
          <p:cNvSpPr>
            <a:spLocks noChangeShapeType="1"/>
          </p:cNvSpPr>
          <p:nvPr/>
        </p:nvSpPr>
        <p:spPr bwMode="auto">
          <a:xfrm>
            <a:off x="10609446" y="4287696"/>
            <a:ext cx="14814" cy="4319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86026" name="Rectangle 10"/>
          <p:cNvSpPr>
            <a:spLocks noChangeArrowheads="1"/>
          </p:cNvSpPr>
          <p:nvPr/>
        </p:nvSpPr>
        <p:spPr bwMode="auto">
          <a:xfrm>
            <a:off x="11132193" y="2966590"/>
            <a:ext cx="753903"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1900" b="1">
                <a:solidFill>
                  <a:srgbClr val="333399"/>
                </a:solidFill>
                <a:latin typeface="Times New Roman" pitchFamily="18" charset="0"/>
              </a:rPr>
              <a:t>IP </a:t>
            </a:r>
            <a:r>
              <a:rPr kumimoji="1" lang="zh-CN" altLang="en-US" sz="1900" b="1">
                <a:solidFill>
                  <a:srgbClr val="333399"/>
                </a:solidFill>
                <a:latin typeface="Times New Roman" pitchFamily="18" charset="0"/>
              </a:rPr>
              <a:t>层</a:t>
            </a:r>
          </a:p>
        </p:txBody>
      </p:sp>
      <p:sp>
        <p:nvSpPr>
          <p:cNvPr id="86027" name="Line 11"/>
          <p:cNvSpPr>
            <a:spLocks noChangeShapeType="1"/>
          </p:cNvSpPr>
          <p:nvPr/>
        </p:nvSpPr>
        <p:spPr bwMode="auto">
          <a:xfrm flipV="1">
            <a:off x="10929020" y="3500114"/>
            <a:ext cx="1100029" cy="0"/>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grpSp>
        <p:nvGrpSpPr>
          <p:cNvPr id="86028" name="Group 12"/>
          <p:cNvGrpSpPr>
            <a:grpSpLocks/>
          </p:cNvGrpSpPr>
          <p:nvPr/>
        </p:nvGrpSpPr>
        <p:grpSpPr bwMode="auto">
          <a:xfrm>
            <a:off x="1396794" y="3458829"/>
            <a:ext cx="9227466" cy="1413202"/>
            <a:chOff x="659" y="2182"/>
            <a:chExt cx="4360" cy="890"/>
          </a:xfrm>
        </p:grpSpPr>
        <p:sp>
          <p:nvSpPr>
            <p:cNvPr id="86034" name="AutoShape 13"/>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p>
              <a:pPr eaLnBrk="1" hangingPunct="1"/>
              <a:endParaRPr lang="zh-CN" altLang="en-US" b="1"/>
            </a:p>
          </p:txBody>
        </p:sp>
        <p:grpSp>
          <p:nvGrpSpPr>
            <p:cNvPr id="86035" name="Group 14"/>
            <p:cNvGrpSpPr>
              <a:grpSpLocks/>
            </p:cNvGrpSpPr>
            <p:nvPr/>
          </p:nvGrpSpPr>
          <p:grpSpPr bwMode="auto">
            <a:xfrm>
              <a:off x="659" y="2182"/>
              <a:ext cx="4360" cy="506"/>
              <a:chOff x="659" y="2182"/>
              <a:chExt cx="4360" cy="506"/>
            </a:xfrm>
          </p:grpSpPr>
          <p:sp>
            <p:nvSpPr>
              <p:cNvPr id="86036" name="Rectangle 15"/>
              <p:cNvSpPr>
                <a:spLocks noChangeArrowheads="1"/>
              </p:cNvSpPr>
              <p:nvPr/>
            </p:nvSpPr>
            <p:spPr bwMode="auto">
              <a:xfrm>
                <a:off x="974" y="2400"/>
                <a:ext cx="4045" cy="288"/>
              </a:xfrm>
              <a:prstGeom prst="rect">
                <a:avLst/>
              </a:prstGeom>
              <a:solidFill>
                <a:srgbClr val="FFCCFF"/>
              </a:solidFill>
              <a:ln w="19050">
                <a:solidFill>
                  <a:schemeClr val="folHlink"/>
                </a:solidFill>
                <a:miter lim="800000"/>
                <a:headEnd/>
                <a:tailEnd/>
              </a:ln>
              <a:effectLst>
                <a:outerShdw dist="35921" dir="2700000" algn="ctr" rotWithShape="0">
                  <a:schemeClr val="bg2"/>
                </a:outerShdw>
              </a:effectLst>
            </p:spPr>
            <p:txBody>
              <a:bodyPr wrap="none" anchor="ctr"/>
              <a:lstStyle/>
              <a:p>
                <a:pPr eaLnBrk="1" hangingPunct="1"/>
                <a:endParaRPr lang="zh-CN" altLang="en-US" b="1"/>
              </a:p>
            </p:txBody>
          </p:sp>
          <p:sp>
            <p:nvSpPr>
              <p:cNvPr id="86037" name="Line 16"/>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6038" name="Line 17"/>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6039" name="Line 18"/>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6040" name="Line 19"/>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6041" name="Rectangle 20"/>
              <p:cNvSpPr>
                <a:spLocks noChangeArrowheads="1"/>
              </p:cNvSpPr>
              <p:nvPr/>
            </p:nvSpPr>
            <p:spPr bwMode="auto">
              <a:xfrm>
                <a:off x="963" y="2445"/>
                <a:ext cx="54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dirty="0">
                    <a:solidFill>
                      <a:srgbClr val="333399"/>
                    </a:solidFill>
                    <a:latin typeface="Times New Roman" pitchFamily="18" charset="0"/>
                  </a:rPr>
                  <a:t>目的地址</a:t>
                </a:r>
              </a:p>
            </p:txBody>
          </p:sp>
          <p:sp>
            <p:nvSpPr>
              <p:cNvPr id="86042" name="Rectangle 21"/>
              <p:cNvSpPr>
                <a:spLocks noChangeArrowheads="1"/>
              </p:cNvSpPr>
              <p:nvPr/>
            </p:nvSpPr>
            <p:spPr bwMode="auto">
              <a:xfrm>
                <a:off x="1609" y="2445"/>
                <a:ext cx="432"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a:solidFill>
                      <a:srgbClr val="333399"/>
                    </a:solidFill>
                    <a:latin typeface="Times New Roman" pitchFamily="18" charset="0"/>
                  </a:rPr>
                  <a:t>源地址</a:t>
                </a:r>
              </a:p>
            </p:txBody>
          </p:sp>
          <p:sp>
            <p:nvSpPr>
              <p:cNvPr id="86043" name="Rectangle 22"/>
              <p:cNvSpPr>
                <a:spLocks noChangeArrowheads="1"/>
              </p:cNvSpPr>
              <p:nvPr/>
            </p:nvSpPr>
            <p:spPr bwMode="auto">
              <a:xfrm>
                <a:off x="2241" y="2445"/>
                <a:ext cx="31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dirty="0">
                    <a:solidFill>
                      <a:srgbClr val="333399"/>
                    </a:solidFill>
                    <a:latin typeface="Times New Roman" pitchFamily="18" charset="0"/>
                  </a:rPr>
                  <a:t>类型</a:t>
                </a:r>
              </a:p>
            </p:txBody>
          </p:sp>
          <p:sp>
            <p:nvSpPr>
              <p:cNvPr id="86044" name="Rectangle 23"/>
              <p:cNvSpPr>
                <a:spLocks noChangeArrowheads="1"/>
              </p:cNvSpPr>
              <p:nvPr/>
            </p:nvSpPr>
            <p:spPr bwMode="auto">
              <a:xfrm>
                <a:off x="3406" y="2445"/>
                <a:ext cx="54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a:solidFill>
                      <a:srgbClr val="333399"/>
                    </a:solidFill>
                    <a:latin typeface="Times New Roman" pitchFamily="18" charset="0"/>
                  </a:rPr>
                  <a:t>数        据</a:t>
                </a:r>
              </a:p>
            </p:txBody>
          </p:sp>
          <p:sp>
            <p:nvSpPr>
              <p:cNvPr id="86045" name="Rectangle 24"/>
              <p:cNvSpPr>
                <a:spLocks noChangeArrowheads="1"/>
              </p:cNvSpPr>
              <p:nvPr/>
            </p:nvSpPr>
            <p:spPr bwMode="auto">
              <a:xfrm>
                <a:off x="4683" y="2445"/>
                <a:ext cx="30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FCS</a:t>
                </a:r>
              </a:p>
            </p:txBody>
          </p:sp>
          <p:sp>
            <p:nvSpPr>
              <p:cNvPr id="86046" name="Rectangle 25"/>
              <p:cNvSpPr>
                <a:spLocks noChangeArrowheads="1"/>
              </p:cNvSpPr>
              <p:nvPr/>
            </p:nvSpPr>
            <p:spPr bwMode="auto">
              <a:xfrm>
                <a:off x="1193" y="2205"/>
                <a:ext cx="14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6</a:t>
                </a:r>
              </a:p>
            </p:txBody>
          </p:sp>
          <p:sp>
            <p:nvSpPr>
              <p:cNvPr id="86047" name="Rectangle 26"/>
              <p:cNvSpPr>
                <a:spLocks noChangeArrowheads="1"/>
              </p:cNvSpPr>
              <p:nvPr/>
            </p:nvSpPr>
            <p:spPr bwMode="auto">
              <a:xfrm>
                <a:off x="1810" y="2205"/>
                <a:ext cx="14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6</a:t>
                </a:r>
              </a:p>
            </p:txBody>
          </p:sp>
          <p:sp>
            <p:nvSpPr>
              <p:cNvPr id="86048" name="Rectangle 27"/>
              <p:cNvSpPr>
                <a:spLocks noChangeArrowheads="1"/>
              </p:cNvSpPr>
              <p:nvPr/>
            </p:nvSpPr>
            <p:spPr bwMode="auto">
              <a:xfrm>
                <a:off x="2379" y="2205"/>
                <a:ext cx="14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2</a:t>
                </a:r>
              </a:p>
            </p:txBody>
          </p:sp>
          <p:sp>
            <p:nvSpPr>
              <p:cNvPr id="86049" name="Rectangle 28"/>
              <p:cNvSpPr>
                <a:spLocks noChangeArrowheads="1"/>
              </p:cNvSpPr>
              <p:nvPr/>
            </p:nvSpPr>
            <p:spPr bwMode="auto">
              <a:xfrm>
                <a:off x="4786" y="2205"/>
                <a:ext cx="14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4</a:t>
                </a:r>
              </a:p>
            </p:txBody>
          </p:sp>
          <p:sp>
            <p:nvSpPr>
              <p:cNvPr id="86050" name="Rectangle 29"/>
              <p:cNvSpPr>
                <a:spLocks noChangeArrowheads="1"/>
              </p:cNvSpPr>
              <p:nvPr/>
            </p:nvSpPr>
            <p:spPr bwMode="auto">
              <a:xfrm>
                <a:off x="659" y="2182"/>
                <a:ext cx="31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a:solidFill>
                      <a:srgbClr val="333399"/>
                    </a:solidFill>
                    <a:latin typeface="Times New Roman" pitchFamily="18" charset="0"/>
                  </a:rPr>
                  <a:t>字节</a:t>
                </a:r>
              </a:p>
            </p:txBody>
          </p:sp>
          <p:sp>
            <p:nvSpPr>
              <p:cNvPr id="86051" name="Text Box 30"/>
              <p:cNvSpPr txBox="1">
                <a:spLocks noChangeArrowheads="1"/>
              </p:cNvSpPr>
              <p:nvPr/>
            </p:nvSpPr>
            <p:spPr bwMode="auto">
              <a:xfrm>
                <a:off x="3777" y="2185"/>
                <a:ext cx="47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defRPr sz="1600" b="1">
                    <a:solidFill>
                      <a:srgbClr val="1C1C1C"/>
                    </a:solidFill>
                    <a:latin typeface="黑体" pitchFamily="49" charset="-122"/>
                    <a:ea typeface="黑体" pitchFamily="49" charset="-122"/>
                  </a:defRPr>
                </a:lvl1pPr>
                <a:lvl2pPr marL="742950" indent="-285750" defTabSz="762000">
                  <a:defRPr sz="1600">
                    <a:solidFill>
                      <a:srgbClr val="1C1C1C"/>
                    </a:solidFill>
                    <a:latin typeface="黑体" pitchFamily="49" charset="-122"/>
                    <a:ea typeface="黑体" pitchFamily="49" charset="-122"/>
                  </a:defRPr>
                </a:lvl2pPr>
                <a:lvl3pPr marL="1143000" indent="-228600" defTabSz="762000">
                  <a:defRPr sz="1600">
                    <a:solidFill>
                      <a:srgbClr val="1C1C1C"/>
                    </a:solidFill>
                    <a:latin typeface="黑体" pitchFamily="49" charset="-122"/>
                    <a:ea typeface="黑体" pitchFamily="49" charset="-122"/>
                  </a:defRPr>
                </a:lvl3pPr>
                <a:lvl4pPr marL="1600200" indent="-228600" defTabSz="762000">
                  <a:defRPr sz="1600">
                    <a:solidFill>
                      <a:srgbClr val="1C1C1C"/>
                    </a:solidFill>
                    <a:latin typeface="黑体" pitchFamily="49" charset="-122"/>
                    <a:ea typeface="黑体" pitchFamily="49" charset="-122"/>
                  </a:defRPr>
                </a:lvl4pPr>
                <a:lvl5pPr marL="2057400" indent="-228600" defTabSz="762000">
                  <a:defRPr sz="1600">
                    <a:solidFill>
                      <a:srgbClr val="1C1C1C"/>
                    </a:solidFill>
                    <a:latin typeface="黑体" pitchFamily="49" charset="-122"/>
                    <a:ea typeface="黑体" pitchFamily="49" charset="-122"/>
                  </a:defRPr>
                </a:lvl5pPr>
                <a:lvl6pPr marL="2514600" indent="-228600" defTabSz="762000" eaLnBrk="0" hangingPunct="0">
                  <a:defRPr sz="1600">
                    <a:solidFill>
                      <a:srgbClr val="1C1C1C"/>
                    </a:solidFill>
                    <a:latin typeface="黑体" pitchFamily="49" charset="-122"/>
                    <a:ea typeface="黑体" pitchFamily="49" charset="-122"/>
                  </a:defRPr>
                </a:lvl6pPr>
                <a:lvl7pPr marL="2971800" indent="-228600" defTabSz="762000" eaLnBrk="0" hangingPunct="0">
                  <a:defRPr sz="1600">
                    <a:solidFill>
                      <a:srgbClr val="1C1C1C"/>
                    </a:solidFill>
                    <a:latin typeface="黑体" pitchFamily="49" charset="-122"/>
                    <a:ea typeface="黑体" pitchFamily="49" charset="-122"/>
                  </a:defRPr>
                </a:lvl7pPr>
                <a:lvl8pPr marL="3429000" indent="-228600" defTabSz="762000" eaLnBrk="0" hangingPunct="0">
                  <a:defRPr sz="1600">
                    <a:solidFill>
                      <a:srgbClr val="1C1C1C"/>
                    </a:solidFill>
                    <a:latin typeface="黑体" pitchFamily="49" charset="-122"/>
                    <a:ea typeface="黑体" pitchFamily="49" charset="-122"/>
                  </a:defRPr>
                </a:lvl8pPr>
                <a:lvl9pPr marL="3886200" indent="-228600" defTabSz="762000" eaLnBrk="0" hangingPunct="0">
                  <a:defRPr sz="1600">
                    <a:solidFill>
                      <a:srgbClr val="1C1C1C"/>
                    </a:solidFill>
                    <a:latin typeface="黑体" pitchFamily="49" charset="-122"/>
                    <a:ea typeface="黑体" pitchFamily="49" charset="-122"/>
                  </a:defRPr>
                </a:lvl9pPr>
              </a:lstStyle>
              <a:p>
                <a:r>
                  <a:rPr kumimoji="1" lang="en-US" altLang="zh-CN">
                    <a:solidFill>
                      <a:srgbClr val="333399"/>
                    </a:solidFill>
                    <a:latin typeface="Times New Roman" pitchFamily="18" charset="0"/>
                    <a:ea typeface="宋体" pitchFamily="2" charset="-122"/>
                  </a:rPr>
                  <a:t>46 ~ 1500</a:t>
                </a:r>
              </a:p>
            </p:txBody>
          </p:sp>
        </p:grpSp>
      </p:grpSp>
      <p:grpSp>
        <p:nvGrpSpPr>
          <p:cNvPr id="86029" name="Group 31"/>
          <p:cNvGrpSpPr>
            <a:grpSpLocks/>
          </p:cNvGrpSpPr>
          <p:nvPr/>
        </p:nvGrpSpPr>
        <p:grpSpPr bwMode="auto">
          <a:xfrm>
            <a:off x="5748094" y="2966590"/>
            <a:ext cx="4165058" cy="990829"/>
            <a:chOff x="2715" y="1872"/>
            <a:chExt cx="1968" cy="624"/>
          </a:xfrm>
        </p:grpSpPr>
        <p:sp>
          <p:nvSpPr>
            <p:cNvPr id="86032" name="AutoShape 32"/>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folHlink"/>
              </a:solidFill>
              <a:miter lim="800000"/>
              <a:headEnd/>
              <a:tailEnd/>
            </a:ln>
          </p:spPr>
          <p:txBody>
            <a:bodyPr wrap="none" anchor="ctr"/>
            <a:lstStyle/>
            <a:p>
              <a:pPr eaLnBrk="1" hangingPunct="1"/>
              <a:endParaRPr lang="zh-CN" altLang="en-US" b="1"/>
            </a:p>
          </p:txBody>
        </p:sp>
        <p:sp>
          <p:nvSpPr>
            <p:cNvPr id="86033" name="Rectangle 33"/>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dist="35921" dir="2700000" algn="ctr" rotWithShape="0">
                <a:schemeClr val="bg2"/>
              </a:outerShdw>
            </a:effectLst>
          </p:spPr>
          <p:txBody>
            <a:bodyPr wrap="none" anchor="ctr"/>
            <a:lstStyle/>
            <a:p>
              <a:pPr algn="ctr" defTabSz="907085"/>
              <a:r>
                <a:rPr kumimoji="1" lang="en-US" altLang="zh-CN" sz="1900" b="1">
                  <a:solidFill>
                    <a:srgbClr val="333399"/>
                  </a:solidFill>
                  <a:latin typeface="Times New Roman" pitchFamily="18" charset="0"/>
                </a:rPr>
                <a:t>IP </a:t>
              </a:r>
              <a:r>
                <a:rPr kumimoji="1" lang="zh-CN" altLang="en-US" sz="1900" b="1">
                  <a:solidFill>
                    <a:srgbClr val="333399"/>
                  </a:solidFill>
                  <a:latin typeface="Times New Roman" pitchFamily="18" charset="0"/>
                </a:rPr>
                <a:t>数据报</a:t>
              </a:r>
            </a:p>
          </p:txBody>
        </p:sp>
      </p:grpSp>
      <p:sp>
        <p:nvSpPr>
          <p:cNvPr id="74766" name="Rectangle 34">
            <a:extLst>
              <a:ext uri="{FF2B5EF4-FFF2-40B4-BE49-F238E27FC236}">
                <a16:creationId xmlns:a16="http://schemas.microsoft.com/office/drawing/2014/main" xmlns="" id="{BAE0A207-EB98-4AE4-9D84-2FEB2734D4E3}"/>
              </a:ext>
            </a:extLst>
          </p:cNvPr>
          <p:cNvSpPr>
            <a:spLocks noGrp="1" noChangeArrowheads="1"/>
          </p:cNvSpPr>
          <p:nvPr>
            <p:ph type="title"/>
          </p:nvPr>
        </p:nvSpPr>
        <p:spPr>
          <a:xfrm>
            <a:off x="609521" y="403909"/>
            <a:ext cx="10971372" cy="562105"/>
          </a:xfrm>
        </p:spPr>
        <p:txBody>
          <a:bodyPr/>
          <a:lstStyle/>
          <a:p>
            <a:pPr algn="l"/>
            <a:r>
              <a:rPr lang="en-US" altLang="zh-CN" dirty="0"/>
              <a:t>3.3.5 </a:t>
            </a:r>
            <a:r>
              <a:rPr lang="zh-CN" altLang="en-US" dirty="0"/>
              <a:t>以太网的硬件地址及帧格式</a:t>
            </a:r>
            <a:endParaRPr lang="zh-CN" altLang="en-US" sz="4000" dirty="0">
              <a:solidFill>
                <a:srgbClr val="FFFFFF"/>
              </a:solidFill>
            </a:endParaRPr>
          </a:p>
        </p:txBody>
      </p:sp>
      <p:sp>
        <p:nvSpPr>
          <p:cNvPr id="86031" name="AutoShape 35"/>
          <p:cNvSpPr>
            <a:spLocks noChangeArrowheads="1"/>
          </p:cNvSpPr>
          <p:nvPr/>
        </p:nvSpPr>
        <p:spPr bwMode="auto">
          <a:xfrm>
            <a:off x="3792549" y="2128196"/>
            <a:ext cx="4512146" cy="504942"/>
          </a:xfrm>
          <a:prstGeom prst="wedgeRoundRectCallout">
            <a:avLst>
              <a:gd name="adj1" fmla="val -75375"/>
              <a:gd name="adj2" fmla="val 306917"/>
              <a:gd name="adj3" fmla="val 16667"/>
            </a:avLst>
          </a:prstGeom>
          <a:solidFill>
            <a:srgbClr val="FFFF99"/>
          </a:solidFill>
          <a:ln w="9525">
            <a:solidFill>
              <a:schemeClr val="tx1"/>
            </a:solidFill>
            <a:miter lim="800000"/>
            <a:headEnd/>
            <a:tailEnd/>
          </a:ln>
        </p:spPr>
        <p:txBody>
          <a:bodyPr lIns="108850" tIns="54425" rIns="108850" bIns="54425"/>
          <a:lstStyle/>
          <a:p>
            <a:pPr algn="ctr" eaLnBrk="1" hangingPunct="1"/>
            <a:r>
              <a:rPr lang="zh-CN" altLang="en-US" sz="2900" b="1" dirty="0">
                <a:solidFill>
                  <a:srgbClr val="333399"/>
                </a:solidFill>
                <a:ea typeface="黑体" pitchFamily="49" charset="-122"/>
              </a:rPr>
              <a:t>目的地址字段 </a:t>
            </a:r>
            <a:r>
              <a:rPr lang="en-US" altLang="zh-CN" sz="2900" b="1" dirty="0">
                <a:solidFill>
                  <a:srgbClr val="333399"/>
                </a:solidFill>
                <a:ea typeface="黑体" pitchFamily="49" charset="-122"/>
              </a:rPr>
              <a:t>6 </a:t>
            </a:r>
            <a:r>
              <a:rPr lang="zh-CN" altLang="en-US" sz="2900" b="1" dirty="0">
                <a:solidFill>
                  <a:srgbClr val="333399"/>
                </a:solidFill>
                <a:ea typeface="黑体" pitchFamily="49" charset="-122"/>
              </a:rPr>
              <a:t>字节</a:t>
            </a:r>
          </a:p>
        </p:txBody>
      </p:sp>
    </p:spTree>
    <p:extLst>
      <p:ext uri="{BB962C8B-B14F-4D97-AF65-F5344CB8AC3E}">
        <p14:creationId xmlns:p14="http://schemas.microsoft.com/office/powerpoint/2010/main" val="1904202371"/>
      </p:ext>
    </p:extLst>
  </p:cSld>
  <p:clrMapOvr>
    <a:masterClrMapping/>
  </p:clrMapOvr>
  <p:transition>
    <p:fade/>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Line 2"/>
          <p:cNvSpPr>
            <a:spLocks noChangeShapeType="1"/>
          </p:cNvSpPr>
          <p:nvPr/>
        </p:nvSpPr>
        <p:spPr bwMode="auto">
          <a:xfrm>
            <a:off x="200075" y="4490943"/>
            <a:ext cx="11885653" cy="0"/>
          </a:xfrm>
          <a:prstGeom prst="line">
            <a:avLst/>
          </a:prstGeom>
          <a:noFill/>
          <a:ln w="12700" cmpd="sng">
            <a:solidFill>
              <a:schemeClr val="folHlink"/>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88067" name="Rectangle 3"/>
          <p:cNvSpPr>
            <a:spLocks noChangeArrowheads="1"/>
          </p:cNvSpPr>
          <p:nvPr/>
        </p:nvSpPr>
        <p:spPr bwMode="auto">
          <a:xfrm>
            <a:off x="2068850" y="4725947"/>
            <a:ext cx="8550220" cy="495415"/>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nchor="ctr"/>
          <a:lstStyle/>
          <a:p>
            <a:pPr eaLnBrk="1" hangingPunct="1"/>
            <a:endParaRPr lang="zh-CN" altLang="en-US" b="1"/>
          </a:p>
        </p:txBody>
      </p:sp>
      <p:sp>
        <p:nvSpPr>
          <p:cNvPr id="88068" name="Rectangle 4"/>
          <p:cNvSpPr>
            <a:spLocks noChangeArrowheads="1"/>
          </p:cNvSpPr>
          <p:nvPr/>
        </p:nvSpPr>
        <p:spPr bwMode="auto">
          <a:xfrm>
            <a:off x="2060384" y="4725947"/>
            <a:ext cx="8558686" cy="48906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08850" tIns="54425" rIns="108850" bIns="54425" anchor="ctr"/>
          <a:lstStyle/>
          <a:p>
            <a:pPr eaLnBrk="1" hangingPunct="1"/>
            <a:endParaRPr lang="zh-CN" altLang="en-US" b="1"/>
          </a:p>
        </p:txBody>
      </p:sp>
      <p:sp>
        <p:nvSpPr>
          <p:cNvPr id="88069" name="Rectangle 5"/>
          <p:cNvSpPr>
            <a:spLocks noChangeArrowheads="1"/>
          </p:cNvSpPr>
          <p:nvPr/>
        </p:nvSpPr>
        <p:spPr bwMode="auto">
          <a:xfrm>
            <a:off x="5670948" y="4830747"/>
            <a:ext cx="1105601"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1900" b="1">
                <a:solidFill>
                  <a:srgbClr val="333399"/>
                </a:solidFill>
                <a:latin typeface="Times New Roman" pitchFamily="18" charset="0"/>
              </a:rPr>
              <a:t>MAC </a:t>
            </a:r>
            <a:r>
              <a:rPr kumimoji="1" lang="zh-CN" altLang="en-US" sz="1900" b="1">
                <a:solidFill>
                  <a:srgbClr val="333399"/>
                </a:solidFill>
                <a:latin typeface="Times New Roman" pitchFamily="18" charset="0"/>
              </a:rPr>
              <a:t>帧</a:t>
            </a:r>
          </a:p>
        </p:txBody>
      </p:sp>
      <p:sp>
        <p:nvSpPr>
          <p:cNvPr id="88070" name="Rectangle 6"/>
          <p:cNvSpPr>
            <a:spLocks noChangeArrowheads="1"/>
          </p:cNvSpPr>
          <p:nvPr/>
        </p:nvSpPr>
        <p:spPr bwMode="auto">
          <a:xfrm>
            <a:off x="10987322" y="4810104"/>
            <a:ext cx="948507"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1900" b="1">
                <a:solidFill>
                  <a:srgbClr val="333399"/>
                </a:solidFill>
                <a:latin typeface="Times New Roman" pitchFamily="18" charset="0"/>
              </a:rPr>
              <a:t>物理层</a:t>
            </a:r>
          </a:p>
        </p:txBody>
      </p:sp>
      <p:sp>
        <p:nvSpPr>
          <p:cNvPr id="88071" name="Rectangle 7"/>
          <p:cNvSpPr>
            <a:spLocks noChangeArrowheads="1"/>
          </p:cNvSpPr>
          <p:nvPr/>
        </p:nvSpPr>
        <p:spPr bwMode="auto">
          <a:xfrm>
            <a:off x="10947110" y="3881202"/>
            <a:ext cx="1105601" cy="399247"/>
          </a:xfrm>
          <a:prstGeom prst="rect">
            <a:avLst/>
          </a:prstGeom>
          <a:noFill/>
          <a:ln>
            <a:noFill/>
          </a:ln>
          <a:extLst/>
        </p:spPr>
        <p:txBody>
          <a:bodyPr wrap="none" lIns="107717" tIns="52913" rIns="107717" bIns="52913">
            <a:spAutoFit/>
          </a:bodyPr>
          <a:lstStyle/>
          <a:p>
            <a:pPr defTabSz="907085"/>
            <a:r>
              <a:rPr kumimoji="1" lang="en-US" altLang="zh-CN" sz="1900" b="1" dirty="0">
                <a:solidFill>
                  <a:srgbClr val="333399"/>
                </a:solidFill>
                <a:latin typeface="Times New Roman" pitchFamily="18" charset="0"/>
              </a:rPr>
              <a:t>MAC </a:t>
            </a:r>
            <a:r>
              <a:rPr kumimoji="1" lang="zh-CN" altLang="en-US" sz="1900" b="1" dirty="0">
                <a:solidFill>
                  <a:srgbClr val="333399"/>
                </a:solidFill>
                <a:latin typeface="Times New Roman" pitchFamily="18" charset="0"/>
              </a:rPr>
              <a:t>层</a:t>
            </a:r>
          </a:p>
        </p:txBody>
      </p:sp>
      <p:sp>
        <p:nvSpPr>
          <p:cNvPr id="88072" name="Line 8"/>
          <p:cNvSpPr>
            <a:spLocks noChangeShapeType="1"/>
          </p:cNvSpPr>
          <p:nvPr/>
        </p:nvSpPr>
        <p:spPr bwMode="auto">
          <a:xfrm flipH="1">
            <a:off x="2058267" y="4216241"/>
            <a:ext cx="2117" cy="514469"/>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88073" name="Line 9"/>
          <p:cNvSpPr>
            <a:spLocks noChangeShapeType="1"/>
          </p:cNvSpPr>
          <p:nvPr/>
        </p:nvSpPr>
        <p:spPr bwMode="auto">
          <a:xfrm>
            <a:off x="10619070" y="4287696"/>
            <a:ext cx="0" cy="4319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88074" name="Rectangle 10"/>
          <p:cNvSpPr>
            <a:spLocks noChangeArrowheads="1"/>
          </p:cNvSpPr>
          <p:nvPr/>
        </p:nvSpPr>
        <p:spPr bwMode="auto">
          <a:xfrm>
            <a:off x="11127004" y="2966590"/>
            <a:ext cx="753903"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1900" b="1">
                <a:solidFill>
                  <a:srgbClr val="333399"/>
                </a:solidFill>
                <a:latin typeface="Times New Roman" pitchFamily="18" charset="0"/>
              </a:rPr>
              <a:t>IP </a:t>
            </a:r>
            <a:r>
              <a:rPr kumimoji="1" lang="zh-CN" altLang="en-US" sz="1900" b="1">
                <a:solidFill>
                  <a:srgbClr val="333399"/>
                </a:solidFill>
                <a:latin typeface="Times New Roman" pitchFamily="18" charset="0"/>
              </a:rPr>
              <a:t>层</a:t>
            </a:r>
          </a:p>
        </p:txBody>
      </p:sp>
      <p:sp>
        <p:nvSpPr>
          <p:cNvPr id="88075" name="Line 11"/>
          <p:cNvSpPr>
            <a:spLocks noChangeShapeType="1"/>
          </p:cNvSpPr>
          <p:nvPr/>
        </p:nvSpPr>
        <p:spPr bwMode="auto">
          <a:xfrm flipV="1">
            <a:off x="10923831" y="3500112"/>
            <a:ext cx="1094174" cy="0"/>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grpSp>
        <p:nvGrpSpPr>
          <p:cNvPr id="88076" name="Group 12"/>
          <p:cNvGrpSpPr>
            <a:grpSpLocks/>
          </p:cNvGrpSpPr>
          <p:nvPr/>
        </p:nvGrpSpPr>
        <p:grpSpPr bwMode="auto">
          <a:xfrm>
            <a:off x="1391605" y="3458829"/>
            <a:ext cx="9227465" cy="1413202"/>
            <a:chOff x="659" y="2182"/>
            <a:chExt cx="4360" cy="890"/>
          </a:xfrm>
        </p:grpSpPr>
        <p:sp>
          <p:nvSpPr>
            <p:cNvPr id="88082" name="AutoShape 13"/>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p>
              <a:pPr eaLnBrk="1" hangingPunct="1"/>
              <a:endParaRPr lang="zh-CN" altLang="en-US" b="1"/>
            </a:p>
          </p:txBody>
        </p:sp>
        <p:grpSp>
          <p:nvGrpSpPr>
            <p:cNvPr id="88083" name="Group 14"/>
            <p:cNvGrpSpPr>
              <a:grpSpLocks/>
            </p:cNvGrpSpPr>
            <p:nvPr/>
          </p:nvGrpSpPr>
          <p:grpSpPr bwMode="auto">
            <a:xfrm>
              <a:off x="659" y="2182"/>
              <a:ext cx="4360" cy="506"/>
              <a:chOff x="659" y="2182"/>
              <a:chExt cx="4360" cy="506"/>
            </a:xfrm>
          </p:grpSpPr>
          <p:sp>
            <p:nvSpPr>
              <p:cNvPr id="88084" name="Rectangle 15"/>
              <p:cNvSpPr>
                <a:spLocks noChangeArrowheads="1"/>
              </p:cNvSpPr>
              <p:nvPr/>
            </p:nvSpPr>
            <p:spPr bwMode="auto">
              <a:xfrm>
                <a:off x="974" y="2400"/>
                <a:ext cx="4045" cy="288"/>
              </a:xfrm>
              <a:prstGeom prst="rect">
                <a:avLst/>
              </a:prstGeom>
              <a:solidFill>
                <a:srgbClr val="FFCCFF"/>
              </a:solidFill>
              <a:ln w="19050">
                <a:solidFill>
                  <a:schemeClr val="folHlink"/>
                </a:solidFill>
                <a:miter lim="800000"/>
                <a:headEnd/>
                <a:tailEnd/>
              </a:ln>
              <a:effectLst>
                <a:outerShdw dist="35921" dir="2700000" algn="ctr" rotWithShape="0">
                  <a:schemeClr val="bg2"/>
                </a:outerShdw>
              </a:effectLst>
            </p:spPr>
            <p:txBody>
              <a:bodyPr wrap="none" anchor="ctr"/>
              <a:lstStyle/>
              <a:p>
                <a:pPr eaLnBrk="1" hangingPunct="1"/>
                <a:endParaRPr lang="zh-CN" altLang="en-US" b="1"/>
              </a:p>
            </p:txBody>
          </p:sp>
          <p:sp>
            <p:nvSpPr>
              <p:cNvPr id="88085" name="Line 16"/>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8086" name="Line 17"/>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8087" name="Line 18"/>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8088" name="Line 19"/>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8089" name="Rectangle 20"/>
              <p:cNvSpPr>
                <a:spLocks noChangeArrowheads="1"/>
              </p:cNvSpPr>
              <p:nvPr/>
            </p:nvSpPr>
            <p:spPr bwMode="auto">
              <a:xfrm>
                <a:off x="963" y="2445"/>
                <a:ext cx="54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dirty="0">
                    <a:solidFill>
                      <a:srgbClr val="333399"/>
                    </a:solidFill>
                    <a:latin typeface="Times New Roman" pitchFamily="18" charset="0"/>
                  </a:rPr>
                  <a:t>目的地址</a:t>
                </a:r>
              </a:p>
            </p:txBody>
          </p:sp>
          <p:sp>
            <p:nvSpPr>
              <p:cNvPr id="88090" name="Rectangle 21"/>
              <p:cNvSpPr>
                <a:spLocks noChangeArrowheads="1"/>
              </p:cNvSpPr>
              <p:nvPr/>
            </p:nvSpPr>
            <p:spPr bwMode="auto">
              <a:xfrm>
                <a:off x="1609" y="2445"/>
                <a:ext cx="432"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a:solidFill>
                      <a:srgbClr val="333399"/>
                    </a:solidFill>
                    <a:latin typeface="Times New Roman" pitchFamily="18" charset="0"/>
                  </a:rPr>
                  <a:t>源地址</a:t>
                </a:r>
              </a:p>
            </p:txBody>
          </p:sp>
          <p:sp>
            <p:nvSpPr>
              <p:cNvPr id="88091" name="Rectangle 22"/>
              <p:cNvSpPr>
                <a:spLocks noChangeArrowheads="1"/>
              </p:cNvSpPr>
              <p:nvPr/>
            </p:nvSpPr>
            <p:spPr bwMode="auto">
              <a:xfrm>
                <a:off x="2241" y="2445"/>
                <a:ext cx="31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dirty="0">
                    <a:solidFill>
                      <a:srgbClr val="333399"/>
                    </a:solidFill>
                    <a:latin typeface="Times New Roman" pitchFamily="18" charset="0"/>
                  </a:rPr>
                  <a:t>类型</a:t>
                </a:r>
              </a:p>
            </p:txBody>
          </p:sp>
          <p:sp>
            <p:nvSpPr>
              <p:cNvPr id="88092" name="Rectangle 23"/>
              <p:cNvSpPr>
                <a:spLocks noChangeArrowheads="1"/>
              </p:cNvSpPr>
              <p:nvPr/>
            </p:nvSpPr>
            <p:spPr bwMode="auto">
              <a:xfrm>
                <a:off x="3406" y="2445"/>
                <a:ext cx="54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a:solidFill>
                      <a:srgbClr val="333399"/>
                    </a:solidFill>
                    <a:latin typeface="Times New Roman" pitchFamily="18" charset="0"/>
                  </a:rPr>
                  <a:t>数        据</a:t>
                </a:r>
              </a:p>
            </p:txBody>
          </p:sp>
          <p:sp>
            <p:nvSpPr>
              <p:cNvPr id="88093" name="Rectangle 24"/>
              <p:cNvSpPr>
                <a:spLocks noChangeArrowheads="1"/>
              </p:cNvSpPr>
              <p:nvPr/>
            </p:nvSpPr>
            <p:spPr bwMode="auto">
              <a:xfrm>
                <a:off x="4683" y="2445"/>
                <a:ext cx="30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FCS</a:t>
                </a:r>
              </a:p>
            </p:txBody>
          </p:sp>
          <p:sp>
            <p:nvSpPr>
              <p:cNvPr id="88094" name="Rectangle 25"/>
              <p:cNvSpPr>
                <a:spLocks noChangeArrowheads="1"/>
              </p:cNvSpPr>
              <p:nvPr/>
            </p:nvSpPr>
            <p:spPr bwMode="auto">
              <a:xfrm>
                <a:off x="1193" y="2205"/>
                <a:ext cx="14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6</a:t>
                </a:r>
              </a:p>
            </p:txBody>
          </p:sp>
          <p:sp>
            <p:nvSpPr>
              <p:cNvPr id="88095" name="Rectangle 26"/>
              <p:cNvSpPr>
                <a:spLocks noChangeArrowheads="1"/>
              </p:cNvSpPr>
              <p:nvPr/>
            </p:nvSpPr>
            <p:spPr bwMode="auto">
              <a:xfrm>
                <a:off x="1810" y="2205"/>
                <a:ext cx="14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6</a:t>
                </a:r>
              </a:p>
            </p:txBody>
          </p:sp>
          <p:sp>
            <p:nvSpPr>
              <p:cNvPr id="88096" name="Rectangle 27"/>
              <p:cNvSpPr>
                <a:spLocks noChangeArrowheads="1"/>
              </p:cNvSpPr>
              <p:nvPr/>
            </p:nvSpPr>
            <p:spPr bwMode="auto">
              <a:xfrm>
                <a:off x="2379" y="2205"/>
                <a:ext cx="14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2</a:t>
                </a:r>
              </a:p>
            </p:txBody>
          </p:sp>
          <p:sp>
            <p:nvSpPr>
              <p:cNvPr id="88097" name="Rectangle 28"/>
              <p:cNvSpPr>
                <a:spLocks noChangeArrowheads="1"/>
              </p:cNvSpPr>
              <p:nvPr/>
            </p:nvSpPr>
            <p:spPr bwMode="auto">
              <a:xfrm>
                <a:off x="4786" y="2205"/>
                <a:ext cx="14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4</a:t>
                </a:r>
              </a:p>
            </p:txBody>
          </p:sp>
          <p:sp>
            <p:nvSpPr>
              <p:cNvPr id="88098" name="Rectangle 29"/>
              <p:cNvSpPr>
                <a:spLocks noChangeArrowheads="1"/>
              </p:cNvSpPr>
              <p:nvPr/>
            </p:nvSpPr>
            <p:spPr bwMode="auto">
              <a:xfrm>
                <a:off x="659" y="2182"/>
                <a:ext cx="31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a:solidFill>
                      <a:srgbClr val="333399"/>
                    </a:solidFill>
                    <a:latin typeface="Times New Roman" pitchFamily="18" charset="0"/>
                  </a:rPr>
                  <a:t>字节</a:t>
                </a:r>
              </a:p>
            </p:txBody>
          </p:sp>
          <p:sp>
            <p:nvSpPr>
              <p:cNvPr id="88099" name="Text Box 30"/>
              <p:cNvSpPr txBox="1">
                <a:spLocks noChangeArrowheads="1"/>
              </p:cNvSpPr>
              <p:nvPr/>
            </p:nvSpPr>
            <p:spPr bwMode="auto">
              <a:xfrm>
                <a:off x="3777" y="2185"/>
                <a:ext cx="47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defRPr sz="1600" b="1">
                    <a:solidFill>
                      <a:srgbClr val="1C1C1C"/>
                    </a:solidFill>
                    <a:latin typeface="黑体" pitchFamily="49" charset="-122"/>
                    <a:ea typeface="黑体" pitchFamily="49" charset="-122"/>
                  </a:defRPr>
                </a:lvl1pPr>
                <a:lvl2pPr marL="742950" indent="-285750" defTabSz="762000">
                  <a:defRPr sz="1600">
                    <a:solidFill>
                      <a:srgbClr val="1C1C1C"/>
                    </a:solidFill>
                    <a:latin typeface="黑体" pitchFamily="49" charset="-122"/>
                    <a:ea typeface="黑体" pitchFamily="49" charset="-122"/>
                  </a:defRPr>
                </a:lvl2pPr>
                <a:lvl3pPr marL="1143000" indent="-228600" defTabSz="762000">
                  <a:defRPr sz="1600">
                    <a:solidFill>
                      <a:srgbClr val="1C1C1C"/>
                    </a:solidFill>
                    <a:latin typeface="黑体" pitchFamily="49" charset="-122"/>
                    <a:ea typeface="黑体" pitchFamily="49" charset="-122"/>
                  </a:defRPr>
                </a:lvl3pPr>
                <a:lvl4pPr marL="1600200" indent="-228600" defTabSz="762000">
                  <a:defRPr sz="1600">
                    <a:solidFill>
                      <a:srgbClr val="1C1C1C"/>
                    </a:solidFill>
                    <a:latin typeface="黑体" pitchFamily="49" charset="-122"/>
                    <a:ea typeface="黑体" pitchFamily="49" charset="-122"/>
                  </a:defRPr>
                </a:lvl4pPr>
                <a:lvl5pPr marL="2057400" indent="-228600" defTabSz="762000">
                  <a:defRPr sz="1600">
                    <a:solidFill>
                      <a:srgbClr val="1C1C1C"/>
                    </a:solidFill>
                    <a:latin typeface="黑体" pitchFamily="49" charset="-122"/>
                    <a:ea typeface="黑体" pitchFamily="49" charset="-122"/>
                  </a:defRPr>
                </a:lvl5pPr>
                <a:lvl6pPr marL="2514600" indent="-228600" defTabSz="762000" eaLnBrk="0" hangingPunct="0">
                  <a:defRPr sz="1600">
                    <a:solidFill>
                      <a:srgbClr val="1C1C1C"/>
                    </a:solidFill>
                    <a:latin typeface="黑体" pitchFamily="49" charset="-122"/>
                    <a:ea typeface="黑体" pitchFamily="49" charset="-122"/>
                  </a:defRPr>
                </a:lvl6pPr>
                <a:lvl7pPr marL="2971800" indent="-228600" defTabSz="762000" eaLnBrk="0" hangingPunct="0">
                  <a:defRPr sz="1600">
                    <a:solidFill>
                      <a:srgbClr val="1C1C1C"/>
                    </a:solidFill>
                    <a:latin typeface="黑体" pitchFamily="49" charset="-122"/>
                    <a:ea typeface="黑体" pitchFamily="49" charset="-122"/>
                  </a:defRPr>
                </a:lvl7pPr>
                <a:lvl8pPr marL="3429000" indent="-228600" defTabSz="762000" eaLnBrk="0" hangingPunct="0">
                  <a:defRPr sz="1600">
                    <a:solidFill>
                      <a:srgbClr val="1C1C1C"/>
                    </a:solidFill>
                    <a:latin typeface="黑体" pitchFamily="49" charset="-122"/>
                    <a:ea typeface="黑体" pitchFamily="49" charset="-122"/>
                  </a:defRPr>
                </a:lvl8pPr>
                <a:lvl9pPr marL="3886200" indent="-228600" defTabSz="762000" eaLnBrk="0" hangingPunct="0">
                  <a:defRPr sz="1600">
                    <a:solidFill>
                      <a:srgbClr val="1C1C1C"/>
                    </a:solidFill>
                    <a:latin typeface="黑体" pitchFamily="49" charset="-122"/>
                    <a:ea typeface="黑体" pitchFamily="49" charset="-122"/>
                  </a:defRPr>
                </a:lvl9pPr>
              </a:lstStyle>
              <a:p>
                <a:r>
                  <a:rPr kumimoji="1" lang="en-US" altLang="zh-CN">
                    <a:solidFill>
                      <a:srgbClr val="333399"/>
                    </a:solidFill>
                    <a:latin typeface="Times New Roman" pitchFamily="18" charset="0"/>
                    <a:ea typeface="宋体" pitchFamily="2" charset="-122"/>
                  </a:rPr>
                  <a:t>46 ~ 1500</a:t>
                </a:r>
              </a:p>
            </p:txBody>
          </p:sp>
        </p:grpSp>
      </p:grpSp>
      <p:grpSp>
        <p:nvGrpSpPr>
          <p:cNvPr id="88077" name="Group 31"/>
          <p:cNvGrpSpPr>
            <a:grpSpLocks/>
          </p:cNvGrpSpPr>
          <p:nvPr/>
        </p:nvGrpSpPr>
        <p:grpSpPr bwMode="auto">
          <a:xfrm>
            <a:off x="5742905" y="2966590"/>
            <a:ext cx="4165058" cy="990829"/>
            <a:chOff x="2715" y="1872"/>
            <a:chExt cx="1968" cy="624"/>
          </a:xfrm>
        </p:grpSpPr>
        <p:sp>
          <p:nvSpPr>
            <p:cNvPr id="88080" name="AutoShape 32"/>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p>
              <a:pPr eaLnBrk="1" hangingPunct="1"/>
              <a:endParaRPr lang="zh-CN" altLang="en-US" b="1"/>
            </a:p>
          </p:txBody>
        </p:sp>
        <p:sp>
          <p:nvSpPr>
            <p:cNvPr id="88081" name="Rectangle 33"/>
            <p:cNvSpPr>
              <a:spLocks noChangeArrowheads="1"/>
            </p:cNvSpPr>
            <p:nvPr/>
          </p:nvSpPr>
          <p:spPr bwMode="auto">
            <a:xfrm>
              <a:off x="2715" y="1872"/>
              <a:ext cx="1968" cy="240"/>
            </a:xfrm>
            <a:prstGeom prst="rect">
              <a:avLst/>
            </a:prstGeom>
            <a:solidFill>
              <a:srgbClr val="CCECFF"/>
            </a:solidFill>
            <a:ln w="19050">
              <a:solidFill>
                <a:schemeClr val="tx1"/>
              </a:solidFill>
              <a:miter lim="800000"/>
              <a:headEnd/>
              <a:tailEnd/>
            </a:ln>
            <a:effectLst>
              <a:outerShdw dist="35921" dir="2700000" algn="ctr" rotWithShape="0">
                <a:schemeClr val="bg2"/>
              </a:outerShdw>
            </a:effectLst>
          </p:spPr>
          <p:txBody>
            <a:bodyPr wrap="none" anchor="ctr"/>
            <a:lstStyle/>
            <a:p>
              <a:pPr algn="ctr" defTabSz="907085"/>
              <a:r>
                <a:rPr kumimoji="1" lang="en-US" altLang="zh-CN" sz="1900" b="1">
                  <a:solidFill>
                    <a:srgbClr val="333399"/>
                  </a:solidFill>
                  <a:latin typeface="Times New Roman" pitchFamily="18" charset="0"/>
                </a:rPr>
                <a:t>IP </a:t>
              </a:r>
              <a:r>
                <a:rPr kumimoji="1" lang="zh-CN" altLang="en-US" sz="1900" b="1">
                  <a:solidFill>
                    <a:srgbClr val="333399"/>
                  </a:solidFill>
                  <a:latin typeface="Times New Roman" pitchFamily="18" charset="0"/>
                </a:rPr>
                <a:t>数据报</a:t>
              </a:r>
            </a:p>
          </p:txBody>
        </p:sp>
      </p:grpSp>
      <p:sp>
        <p:nvSpPr>
          <p:cNvPr id="88078" name="Rectangle 34"/>
          <p:cNvSpPr>
            <a:spLocks noGrp="1" noChangeArrowheads="1"/>
          </p:cNvSpPr>
          <p:nvPr>
            <p:ph type="title"/>
          </p:nvPr>
        </p:nvSpPr>
        <p:spPr/>
        <p:txBody>
          <a:bodyPr/>
          <a:lstStyle/>
          <a:p>
            <a:r>
              <a:rPr lang="en-US" altLang="zh-CN" dirty="0"/>
              <a:t>3.3.5 </a:t>
            </a:r>
            <a:r>
              <a:rPr lang="zh-CN" altLang="en-US" dirty="0"/>
              <a:t>以太网的硬件地址及帧格式</a:t>
            </a:r>
            <a:endParaRPr lang="zh-CN" altLang="en-US" sz="4000" dirty="0">
              <a:solidFill>
                <a:srgbClr val="FFFFFF"/>
              </a:solidFill>
            </a:endParaRPr>
          </a:p>
        </p:txBody>
      </p:sp>
      <p:sp>
        <p:nvSpPr>
          <p:cNvPr id="88079" name="AutoShape 35"/>
          <p:cNvSpPr>
            <a:spLocks noChangeArrowheads="1"/>
          </p:cNvSpPr>
          <p:nvPr/>
        </p:nvSpPr>
        <p:spPr bwMode="auto">
          <a:xfrm>
            <a:off x="3787359" y="2128196"/>
            <a:ext cx="3936488" cy="504942"/>
          </a:xfrm>
          <a:prstGeom prst="wedgeRoundRectCallout">
            <a:avLst>
              <a:gd name="adj1" fmla="val -43278"/>
              <a:gd name="adj2" fmla="val 314153"/>
              <a:gd name="adj3" fmla="val 16667"/>
            </a:avLst>
          </a:prstGeom>
          <a:solidFill>
            <a:srgbClr val="FFFF99"/>
          </a:solidFill>
          <a:ln w="9525">
            <a:solidFill>
              <a:schemeClr val="tx1"/>
            </a:solidFill>
            <a:miter lim="800000"/>
            <a:headEnd/>
            <a:tailEnd/>
          </a:ln>
        </p:spPr>
        <p:txBody>
          <a:bodyPr lIns="108850" tIns="54425" rIns="108850" bIns="54425"/>
          <a:lstStyle/>
          <a:p>
            <a:pPr algn="ctr" eaLnBrk="1" hangingPunct="1"/>
            <a:r>
              <a:rPr lang="zh-CN" altLang="en-US" sz="2900" b="1" dirty="0">
                <a:solidFill>
                  <a:srgbClr val="333399"/>
                </a:solidFill>
                <a:ea typeface="黑体" pitchFamily="49" charset="-122"/>
              </a:rPr>
              <a:t>源地址字段 </a:t>
            </a:r>
            <a:r>
              <a:rPr lang="en-US" altLang="zh-CN" sz="2900" b="1" dirty="0">
                <a:solidFill>
                  <a:srgbClr val="333399"/>
                </a:solidFill>
                <a:ea typeface="黑体" pitchFamily="49" charset="-122"/>
              </a:rPr>
              <a:t>6 </a:t>
            </a:r>
            <a:r>
              <a:rPr lang="zh-CN" altLang="en-US" sz="2900" b="1" dirty="0">
                <a:solidFill>
                  <a:srgbClr val="333399"/>
                </a:solidFill>
                <a:ea typeface="黑体" pitchFamily="49" charset="-122"/>
              </a:rPr>
              <a:t>字节</a:t>
            </a:r>
          </a:p>
        </p:txBody>
      </p:sp>
    </p:spTree>
    <p:extLst>
      <p:ext uri="{BB962C8B-B14F-4D97-AF65-F5344CB8AC3E}">
        <p14:creationId xmlns:p14="http://schemas.microsoft.com/office/powerpoint/2010/main" val="2036144055"/>
      </p:ext>
    </p:extLst>
  </p:cSld>
  <p:clrMapOvr>
    <a:masterClrMapping/>
  </p:clrMapOvr>
  <p:transition>
    <p:fade/>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Line 2"/>
          <p:cNvSpPr>
            <a:spLocks noChangeShapeType="1"/>
          </p:cNvSpPr>
          <p:nvPr/>
        </p:nvSpPr>
        <p:spPr bwMode="auto">
          <a:xfrm>
            <a:off x="203173" y="4496841"/>
            <a:ext cx="11885653" cy="0"/>
          </a:xfrm>
          <a:prstGeom prst="line">
            <a:avLst/>
          </a:prstGeom>
          <a:noFill/>
          <a:ln w="12700" cmpd="sng">
            <a:solidFill>
              <a:schemeClr val="tx1"/>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90115" name="Rectangle 3"/>
          <p:cNvSpPr>
            <a:spLocks noChangeArrowheads="1"/>
          </p:cNvSpPr>
          <p:nvPr/>
        </p:nvSpPr>
        <p:spPr bwMode="auto">
          <a:xfrm>
            <a:off x="2071948" y="4731845"/>
            <a:ext cx="8550220" cy="495415"/>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nchor="ctr"/>
          <a:lstStyle/>
          <a:p>
            <a:pPr eaLnBrk="1" hangingPunct="1"/>
            <a:endParaRPr lang="zh-CN" altLang="en-US" b="1"/>
          </a:p>
        </p:txBody>
      </p:sp>
      <p:sp>
        <p:nvSpPr>
          <p:cNvPr id="90116" name="Rectangle 4"/>
          <p:cNvSpPr>
            <a:spLocks noChangeArrowheads="1"/>
          </p:cNvSpPr>
          <p:nvPr/>
        </p:nvSpPr>
        <p:spPr bwMode="auto">
          <a:xfrm>
            <a:off x="2063482" y="4731846"/>
            <a:ext cx="8558686" cy="489063"/>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lIns="108850" tIns="54425" rIns="108850" bIns="54425" anchor="ctr"/>
          <a:lstStyle/>
          <a:p>
            <a:pPr eaLnBrk="1" hangingPunct="1"/>
            <a:endParaRPr lang="zh-CN" altLang="en-US" b="1"/>
          </a:p>
        </p:txBody>
      </p:sp>
      <p:sp>
        <p:nvSpPr>
          <p:cNvPr id="90117" name="Rectangle 5"/>
          <p:cNvSpPr>
            <a:spLocks noChangeArrowheads="1"/>
          </p:cNvSpPr>
          <p:nvPr/>
        </p:nvSpPr>
        <p:spPr bwMode="auto">
          <a:xfrm>
            <a:off x="5674046" y="4836645"/>
            <a:ext cx="1105601"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1900" b="1">
                <a:solidFill>
                  <a:srgbClr val="333399"/>
                </a:solidFill>
                <a:latin typeface="Times New Roman" pitchFamily="18" charset="0"/>
              </a:rPr>
              <a:t>MAC </a:t>
            </a:r>
            <a:r>
              <a:rPr kumimoji="1" lang="zh-CN" altLang="en-US" sz="1900" b="1">
                <a:solidFill>
                  <a:srgbClr val="333399"/>
                </a:solidFill>
                <a:latin typeface="Times New Roman" pitchFamily="18" charset="0"/>
              </a:rPr>
              <a:t>帧</a:t>
            </a:r>
          </a:p>
        </p:txBody>
      </p:sp>
      <p:sp>
        <p:nvSpPr>
          <p:cNvPr id="90118" name="Rectangle 6"/>
          <p:cNvSpPr>
            <a:spLocks noChangeArrowheads="1"/>
          </p:cNvSpPr>
          <p:nvPr/>
        </p:nvSpPr>
        <p:spPr bwMode="auto">
          <a:xfrm>
            <a:off x="10990420" y="4816004"/>
            <a:ext cx="948507"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1900" b="1">
                <a:solidFill>
                  <a:srgbClr val="333399"/>
                </a:solidFill>
                <a:latin typeface="Times New Roman" pitchFamily="18" charset="0"/>
              </a:rPr>
              <a:t>物理层</a:t>
            </a:r>
          </a:p>
        </p:txBody>
      </p:sp>
      <p:sp>
        <p:nvSpPr>
          <p:cNvPr id="90119" name="Rectangle 7"/>
          <p:cNvSpPr>
            <a:spLocks noChangeArrowheads="1"/>
          </p:cNvSpPr>
          <p:nvPr/>
        </p:nvSpPr>
        <p:spPr bwMode="auto">
          <a:xfrm>
            <a:off x="10950208" y="3887100"/>
            <a:ext cx="1105601" cy="399247"/>
          </a:xfrm>
          <a:prstGeom prst="rect">
            <a:avLst/>
          </a:prstGeom>
          <a:noFill/>
          <a:ln>
            <a:noFill/>
          </a:ln>
          <a:extLst/>
        </p:spPr>
        <p:txBody>
          <a:bodyPr wrap="none" lIns="107717" tIns="52913" rIns="107717" bIns="52913">
            <a:spAutoFit/>
          </a:bodyPr>
          <a:lstStyle/>
          <a:p>
            <a:pPr defTabSz="907085"/>
            <a:r>
              <a:rPr kumimoji="1" lang="en-US" altLang="zh-CN" sz="1900" b="1">
                <a:solidFill>
                  <a:srgbClr val="333399"/>
                </a:solidFill>
                <a:latin typeface="Times New Roman" pitchFamily="18" charset="0"/>
              </a:rPr>
              <a:t>MAC </a:t>
            </a:r>
            <a:r>
              <a:rPr kumimoji="1" lang="zh-CN" altLang="en-US" sz="1900" b="1">
                <a:solidFill>
                  <a:srgbClr val="333399"/>
                </a:solidFill>
                <a:latin typeface="Times New Roman" pitchFamily="18" charset="0"/>
              </a:rPr>
              <a:t>层</a:t>
            </a:r>
          </a:p>
        </p:txBody>
      </p:sp>
      <p:sp>
        <p:nvSpPr>
          <p:cNvPr id="90120" name="Line 8"/>
          <p:cNvSpPr>
            <a:spLocks noChangeShapeType="1"/>
          </p:cNvSpPr>
          <p:nvPr/>
        </p:nvSpPr>
        <p:spPr bwMode="auto">
          <a:xfrm flipH="1">
            <a:off x="2061365" y="4222140"/>
            <a:ext cx="2117" cy="514469"/>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90121" name="Line 9"/>
          <p:cNvSpPr>
            <a:spLocks noChangeShapeType="1"/>
          </p:cNvSpPr>
          <p:nvPr/>
        </p:nvSpPr>
        <p:spPr bwMode="auto">
          <a:xfrm>
            <a:off x="10607353" y="4293594"/>
            <a:ext cx="14815" cy="4319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90122" name="Rectangle 10"/>
          <p:cNvSpPr>
            <a:spLocks noChangeArrowheads="1"/>
          </p:cNvSpPr>
          <p:nvPr/>
        </p:nvSpPr>
        <p:spPr bwMode="auto">
          <a:xfrm>
            <a:off x="11130102" y="2972489"/>
            <a:ext cx="753903"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1900" b="1">
                <a:solidFill>
                  <a:srgbClr val="333399"/>
                </a:solidFill>
                <a:latin typeface="Times New Roman" pitchFamily="18" charset="0"/>
              </a:rPr>
              <a:t>IP </a:t>
            </a:r>
            <a:r>
              <a:rPr kumimoji="1" lang="zh-CN" altLang="en-US" sz="1900" b="1">
                <a:solidFill>
                  <a:srgbClr val="333399"/>
                </a:solidFill>
                <a:latin typeface="Times New Roman" pitchFamily="18" charset="0"/>
              </a:rPr>
              <a:t>层</a:t>
            </a:r>
          </a:p>
        </p:txBody>
      </p:sp>
      <p:sp>
        <p:nvSpPr>
          <p:cNvPr id="90123" name="Line 11"/>
          <p:cNvSpPr>
            <a:spLocks noChangeShapeType="1"/>
          </p:cNvSpPr>
          <p:nvPr/>
        </p:nvSpPr>
        <p:spPr bwMode="auto">
          <a:xfrm>
            <a:off x="10926929" y="3506012"/>
            <a:ext cx="1094174" cy="0"/>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grpSp>
        <p:nvGrpSpPr>
          <p:cNvPr id="90124" name="Group 12"/>
          <p:cNvGrpSpPr>
            <a:grpSpLocks/>
          </p:cNvGrpSpPr>
          <p:nvPr/>
        </p:nvGrpSpPr>
        <p:grpSpPr bwMode="auto">
          <a:xfrm>
            <a:off x="1394703" y="3464728"/>
            <a:ext cx="9227465" cy="1413202"/>
            <a:chOff x="659" y="2182"/>
            <a:chExt cx="4360" cy="890"/>
          </a:xfrm>
        </p:grpSpPr>
        <p:sp>
          <p:nvSpPr>
            <p:cNvPr id="90131" name="AutoShape 13"/>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p>
              <a:pPr eaLnBrk="1" hangingPunct="1"/>
              <a:endParaRPr lang="zh-CN" altLang="en-US" b="1"/>
            </a:p>
          </p:txBody>
        </p:sp>
        <p:grpSp>
          <p:nvGrpSpPr>
            <p:cNvPr id="90132" name="Group 14"/>
            <p:cNvGrpSpPr>
              <a:grpSpLocks/>
            </p:cNvGrpSpPr>
            <p:nvPr/>
          </p:nvGrpSpPr>
          <p:grpSpPr bwMode="auto">
            <a:xfrm>
              <a:off x="659" y="2182"/>
              <a:ext cx="4360" cy="506"/>
              <a:chOff x="659" y="2182"/>
              <a:chExt cx="4360" cy="506"/>
            </a:xfrm>
          </p:grpSpPr>
          <p:sp>
            <p:nvSpPr>
              <p:cNvPr id="90133" name="Rectangle 15"/>
              <p:cNvSpPr>
                <a:spLocks noChangeArrowheads="1"/>
              </p:cNvSpPr>
              <p:nvPr/>
            </p:nvSpPr>
            <p:spPr bwMode="auto">
              <a:xfrm>
                <a:off x="974" y="2400"/>
                <a:ext cx="4045" cy="288"/>
              </a:xfrm>
              <a:prstGeom prst="rect">
                <a:avLst/>
              </a:prstGeom>
              <a:solidFill>
                <a:srgbClr val="FFCCFF"/>
              </a:solidFill>
              <a:ln w="19050">
                <a:solidFill>
                  <a:schemeClr val="folHlink"/>
                </a:solidFill>
                <a:miter lim="800000"/>
                <a:headEnd/>
                <a:tailEnd/>
              </a:ln>
              <a:effectLst>
                <a:outerShdw dist="35921" dir="2700000" algn="ctr" rotWithShape="0">
                  <a:schemeClr val="bg2"/>
                </a:outerShdw>
              </a:effectLst>
            </p:spPr>
            <p:txBody>
              <a:bodyPr wrap="none" anchor="ctr"/>
              <a:lstStyle/>
              <a:p>
                <a:pPr eaLnBrk="1" hangingPunct="1"/>
                <a:endParaRPr lang="zh-CN" altLang="en-US" b="1"/>
              </a:p>
            </p:txBody>
          </p:sp>
          <p:sp>
            <p:nvSpPr>
              <p:cNvPr id="90134" name="Line 16"/>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90135" name="Line 17"/>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90136" name="Line 18"/>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90137" name="Line 19"/>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90138" name="Rectangle 20"/>
              <p:cNvSpPr>
                <a:spLocks noChangeArrowheads="1"/>
              </p:cNvSpPr>
              <p:nvPr/>
            </p:nvSpPr>
            <p:spPr bwMode="auto">
              <a:xfrm>
                <a:off x="963" y="2445"/>
                <a:ext cx="54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dirty="0">
                    <a:solidFill>
                      <a:srgbClr val="333399"/>
                    </a:solidFill>
                    <a:latin typeface="Times New Roman" pitchFamily="18" charset="0"/>
                  </a:rPr>
                  <a:t>目的地址</a:t>
                </a:r>
              </a:p>
            </p:txBody>
          </p:sp>
          <p:sp>
            <p:nvSpPr>
              <p:cNvPr id="90139" name="Rectangle 21"/>
              <p:cNvSpPr>
                <a:spLocks noChangeArrowheads="1"/>
              </p:cNvSpPr>
              <p:nvPr/>
            </p:nvSpPr>
            <p:spPr bwMode="auto">
              <a:xfrm>
                <a:off x="1609" y="2445"/>
                <a:ext cx="432"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a:solidFill>
                      <a:srgbClr val="333399"/>
                    </a:solidFill>
                    <a:latin typeface="Times New Roman" pitchFamily="18" charset="0"/>
                  </a:rPr>
                  <a:t>源地址</a:t>
                </a:r>
              </a:p>
            </p:txBody>
          </p:sp>
          <p:sp>
            <p:nvSpPr>
              <p:cNvPr id="90140" name="Rectangle 22"/>
              <p:cNvSpPr>
                <a:spLocks noChangeArrowheads="1"/>
              </p:cNvSpPr>
              <p:nvPr/>
            </p:nvSpPr>
            <p:spPr bwMode="auto">
              <a:xfrm>
                <a:off x="2241" y="2445"/>
                <a:ext cx="31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dirty="0">
                    <a:solidFill>
                      <a:srgbClr val="333399"/>
                    </a:solidFill>
                    <a:latin typeface="Times New Roman" pitchFamily="18" charset="0"/>
                  </a:rPr>
                  <a:t>类型</a:t>
                </a:r>
              </a:p>
            </p:txBody>
          </p:sp>
          <p:sp>
            <p:nvSpPr>
              <p:cNvPr id="90141" name="Rectangle 23"/>
              <p:cNvSpPr>
                <a:spLocks noChangeArrowheads="1"/>
              </p:cNvSpPr>
              <p:nvPr/>
            </p:nvSpPr>
            <p:spPr bwMode="auto">
              <a:xfrm>
                <a:off x="3406" y="2445"/>
                <a:ext cx="54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a:solidFill>
                      <a:srgbClr val="333399"/>
                    </a:solidFill>
                    <a:latin typeface="Times New Roman" pitchFamily="18" charset="0"/>
                  </a:rPr>
                  <a:t>数        据</a:t>
                </a:r>
              </a:p>
            </p:txBody>
          </p:sp>
          <p:sp>
            <p:nvSpPr>
              <p:cNvPr id="90142" name="Rectangle 24"/>
              <p:cNvSpPr>
                <a:spLocks noChangeArrowheads="1"/>
              </p:cNvSpPr>
              <p:nvPr/>
            </p:nvSpPr>
            <p:spPr bwMode="auto">
              <a:xfrm>
                <a:off x="4683" y="2445"/>
                <a:ext cx="30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FCS</a:t>
                </a:r>
              </a:p>
            </p:txBody>
          </p:sp>
          <p:sp>
            <p:nvSpPr>
              <p:cNvPr id="90143" name="Rectangle 25"/>
              <p:cNvSpPr>
                <a:spLocks noChangeArrowheads="1"/>
              </p:cNvSpPr>
              <p:nvPr/>
            </p:nvSpPr>
            <p:spPr bwMode="auto">
              <a:xfrm>
                <a:off x="1193" y="2205"/>
                <a:ext cx="14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6</a:t>
                </a:r>
              </a:p>
            </p:txBody>
          </p:sp>
          <p:sp>
            <p:nvSpPr>
              <p:cNvPr id="90144" name="Rectangle 26"/>
              <p:cNvSpPr>
                <a:spLocks noChangeArrowheads="1"/>
              </p:cNvSpPr>
              <p:nvPr/>
            </p:nvSpPr>
            <p:spPr bwMode="auto">
              <a:xfrm>
                <a:off x="1810" y="2205"/>
                <a:ext cx="14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6</a:t>
                </a:r>
              </a:p>
            </p:txBody>
          </p:sp>
          <p:sp>
            <p:nvSpPr>
              <p:cNvPr id="90145" name="Rectangle 27"/>
              <p:cNvSpPr>
                <a:spLocks noChangeArrowheads="1"/>
              </p:cNvSpPr>
              <p:nvPr/>
            </p:nvSpPr>
            <p:spPr bwMode="auto">
              <a:xfrm>
                <a:off x="2379" y="2205"/>
                <a:ext cx="14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2</a:t>
                </a:r>
              </a:p>
            </p:txBody>
          </p:sp>
          <p:sp>
            <p:nvSpPr>
              <p:cNvPr id="90146" name="Rectangle 28"/>
              <p:cNvSpPr>
                <a:spLocks noChangeArrowheads="1"/>
              </p:cNvSpPr>
              <p:nvPr/>
            </p:nvSpPr>
            <p:spPr bwMode="auto">
              <a:xfrm>
                <a:off x="4786" y="2205"/>
                <a:ext cx="14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4</a:t>
                </a:r>
              </a:p>
            </p:txBody>
          </p:sp>
          <p:sp>
            <p:nvSpPr>
              <p:cNvPr id="90147" name="Rectangle 29"/>
              <p:cNvSpPr>
                <a:spLocks noChangeArrowheads="1"/>
              </p:cNvSpPr>
              <p:nvPr/>
            </p:nvSpPr>
            <p:spPr bwMode="auto">
              <a:xfrm>
                <a:off x="659" y="2182"/>
                <a:ext cx="31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a:solidFill>
                      <a:srgbClr val="333399"/>
                    </a:solidFill>
                    <a:latin typeface="Times New Roman" pitchFamily="18" charset="0"/>
                  </a:rPr>
                  <a:t>字节</a:t>
                </a:r>
              </a:p>
            </p:txBody>
          </p:sp>
          <p:sp>
            <p:nvSpPr>
              <p:cNvPr id="90148" name="Text Box 30"/>
              <p:cNvSpPr txBox="1">
                <a:spLocks noChangeArrowheads="1"/>
              </p:cNvSpPr>
              <p:nvPr/>
            </p:nvSpPr>
            <p:spPr bwMode="auto">
              <a:xfrm>
                <a:off x="3777" y="2185"/>
                <a:ext cx="47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defRPr sz="1600" b="1">
                    <a:solidFill>
                      <a:srgbClr val="1C1C1C"/>
                    </a:solidFill>
                    <a:latin typeface="黑体" pitchFamily="49" charset="-122"/>
                    <a:ea typeface="黑体" pitchFamily="49" charset="-122"/>
                  </a:defRPr>
                </a:lvl1pPr>
                <a:lvl2pPr marL="742950" indent="-285750" defTabSz="762000">
                  <a:defRPr sz="1600">
                    <a:solidFill>
                      <a:srgbClr val="1C1C1C"/>
                    </a:solidFill>
                    <a:latin typeface="黑体" pitchFamily="49" charset="-122"/>
                    <a:ea typeface="黑体" pitchFamily="49" charset="-122"/>
                  </a:defRPr>
                </a:lvl2pPr>
                <a:lvl3pPr marL="1143000" indent="-228600" defTabSz="762000">
                  <a:defRPr sz="1600">
                    <a:solidFill>
                      <a:srgbClr val="1C1C1C"/>
                    </a:solidFill>
                    <a:latin typeface="黑体" pitchFamily="49" charset="-122"/>
                    <a:ea typeface="黑体" pitchFamily="49" charset="-122"/>
                  </a:defRPr>
                </a:lvl3pPr>
                <a:lvl4pPr marL="1600200" indent="-228600" defTabSz="762000">
                  <a:defRPr sz="1600">
                    <a:solidFill>
                      <a:srgbClr val="1C1C1C"/>
                    </a:solidFill>
                    <a:latin typeface="黑体" pitchFamily="49" charset="-122"/>
                    <a:ea typeface="黑体" pitchFamily="49" charset="-122"/>
                  </a:defRPr>
                </a:lvl4pPr>
                <a:lvl5pPr marL="2057400" indent="-228600" defTabSz="762000">
                  <a:defRPr sz="1600">
                    <a:solidFill>
                      <a:srgbClr val="1C1C1C"/>
                    </a:solidFill>
                    <a:latin typeface="黑体" pitchFamily="49" charset="-122"/>
                    <a:ea typeface="黑体" pitchFamily="49" charset="-122"/>
                  </a:defRPr>
                </a:lvl5pPr>
                <a:lvl6pPr marL="2514600" indent="-228600" defTabSz="762000" eaLnBrk="0" hangingPunct="0">
                  <a:defRPr sz="1600">
                    <a:solidFill>
                      <a:srgbClr val="1C1C1C"/>
                    </a:solidFill>
                    <a:latin typeface="黑体" pitchFamily="49" charset="-122"/>
                    <a:ea typeface="黑体" pitchFamily="49" charset="-122"/>
                  </a:defRPr>
                </a:lvl6pPr>
                <a:lvl7pPr marL="2971800" indent="-228600" defTabSz="762000" eaLnBrk="0" hangingPunct="0">
                  <a:defRPr sz="1600">
                    <a:solidFill>
                      <a:srgbClr val="1C1C1C"/>
                    </a:solidFill>
                    <a:latin typeface="黑体" pitchFamily="49" charset="-122"/>
                    <a:ea typeface="黑体" pitchFamily="49" charset="-122"/>
                  </a:defRPr>
                </a:lvl7pPr>
                <a:lvl8pPr marL="3429000" indent="-228600" defTabSz="762000" eaLnBrk="0" hangingPunct="0">
                  <a:defRPr sz="1600">
                    <a:solidFill>
                      <a:srgbClr val="1C1C1C"/>
                    </a:solidFill>
                    <a:latin typeface="黑体" pitchFamily="49" charset="-122"/>
                    <a:ea typeface="黑体" pitchFamily="49" charset="-122"/>
                  </a:defRPr>
                </a:lvl8pPr>
                <a:lvl9pPr marL="3886200" indent="-228600" defTabSz="762000" eaLnBrk="0" hangingPunct="0">
                  <a:defRPr sz="1600">
                    <a:solidFill>
                      <a:srgbClr val="1C1C1C"/>
                    </a:solidFill>
                    <a:latin typeface="黑体" pitchFamily="49" charset="-122"/>
                    <a:ea typeface="黑体" pitchFamily="49" charset="-122"/>
                  </a:defRPr>
                </a:lvl9pPr>
              </a:lstStyle>
              <a:p>
                <a:r>
                  <a:rPr kumimoji="1" lang="en-US" altLang="zh-CN">
                    <a:solidFill>
                      <a:srgbClr val="333399"/>
                    </a:solidFill>
                    <a:latin typeface="Times New Roman" pitchFamily="18" charset="0"/>
                    <a:ea typeface="宋体" pitchFamily="2" charset="-122"/>
                  </a:rPr>
                  <a:t>46 ~ 1500</a:t>
                </a:r>
              </a:p>
            </p:txBody>
          </p:sp>
        </p:grpSp>
      </p:grpSp>
      <p:grpSp>
        <p:nvGrpSpPr>
          <p:cNvPr id="90125" name="Group 31"/>
          <p:cNvGrpSpPr>
            <a:grpSpLocks/>
          </p:cNvGrpSpPr>
          <p:nvPr/>
        </p:nvGrpSpPr>
        <p:grpSpPr bwMode="auto">
          <a:xfrm>
            <a:off x="5746003" y="2972488"/>
            <a:ext cx="4165058" cy="990829"/>
            <a:chOff x="2715" y="1872"/>
            <a:chExt cx="1968" cy="624"/>
          </a:xfrm>
        </p:grpSpPr>
        <p:sp>
          <p:nvSpPr>
            <p:cNvPr id="90129" name="AutoShape 32"/>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p>
              <a:pPr eaLnBrk="1" hangingPunct="1"/>
              <a:endParaRPr lang="zh-CN" altLang="en-US" b="1"/>
            </a:p>
          </p:txBody>
        </p:sp>
        <p:sp>
          <p:nvSpPr>
            <p:cNvPr id="90130" name="Rectangle 33"/>
            <p:cNvSpPr>
              <a:spLocks noChangeArrowheads="1"/>
            </p:cNvSpPr>
            <p:nvPr/>
          </p:nvSpPr>
          <p:spPr bwMode="auto">
            <a:xfrm>
              <a:off x="2715" y="1872"/>
              <a:ext cx="1968" cy="240"/>
            </a:xfrm>
            <a:prstGeom prst="rect">
              <a:avLst/>
            </a:prstGeom>
            <a:solidFill>
              <a:srgbClr val="CCECFF"/>
            </a:solidFill>
            <a:ln w="19050">
              <a:solidFill>
                <a:schemeClr val="tx1"/>
              </a:solidFill>
              <a:miter lim="800000"/>
              <a:headEnd/>
              <a:tailEnd/>
            </a:ln>
            <a:effectLst>
              <a:outerShdw dist="35921" dir="2700000" algn="ctr" rotWithShape="0">
                <a:schemeClr val="bg2"/>
              </a:outerShdw>
            </a:effectLst>
          </p:spPr>
          <p:txBody>
            <a:bodyPr wrap="none" anchor="ctr"/>
            <a:lstStyle/>
            <a:p>
              <a:pPr algn="ctr" defTabSz="907085"/>
              <a:r>
                <a:rPr kumimoji="1" lang="en-US" altLang="zh-CN" sz="1900" b="1">
                  <a:solidFill>
                    <a:srgbClr val="333399"/>
                  </a:solidFill>
                  <a:latin typeface="Times New Roman" pitchFamily="18" charset="0"/>
                </a:rPr>
                <a:t>IP </a:t>
              </a:r>
              <a:r>
                <a:rPr kumimoji="1" lang="zh-CN" altLang="en-US" sz="1900" b="1">
                  <a:solidFill>
                    <a:srgbClr val="333399"/>
                  </a:solidFill>
                  <a:latin typeface="Times New Roman" pitchFamily="18" charset="0"/>
                </a:rPr>
                <a:t>数据报</a:t>
              </a:r>
            </a:p>
          </p:txBody>
        </p:sp>
      </p:grpSp>
      <p:sp>
        <p:nvSpPr>
          <p:cNvPr id="90126" name="Rectangle 34"/>
          <p:cNvSpPr>
            <a:spLocks noGrp="1" noChangeArrowheads="1"/>
          </p:cNvSpPr>
          <p:nvPr>
            <p:ph type="title"/>
          </p:nvPr>
        </p:nvSpPr>
        <p:spPr/>
        <p:txBody>
          <a:bodyPr/>
          <a:lstStyle/>
          <a:p>
            <a:r>
              <a:rPr lang="en-US" altLang="zh-CN" dirty="0"/>
              <a:t>3.3.5 </a:t>
            </a:r>
            <a:r>
              <a:rPr lang="zh-CN" altLang="en-US" dirty="0"/>
              <a:t>以太网的硬件地址及帧格式</a:t>
            </a:r>
            <a:endParaRPr lang="zh-CN" altLang="en-US" sz="4000" dirty="0">
              <a:solidFill>
                <a:srgbClr val="FFFFFF"/>
              </a:solidFill>
            </a:endParaRPr>
          </a:p>
        </p:txBody>
      </p:sp>
      <p:sp>
        <p:nvSpPr>
          <p:cNvPr id="90127" name="AutoShape 35"/>
          <p:cNvSpPr>
            <a:spLocks noChangeArrowheads="1"/>
          </p:cNvSpPr>
          <p:nvPr/>
        </p:nvSpPr>
        <p:spPr bwMode="auto">
          <a:xfrm>
            <a:off x="3983049" y="2134094"/>
            <a:ext cx="3646543" cy="504942"/>
          </a:xfrm>
          <a:prstGeom prst="wedgeRoundRectCallout">
            <a:avLst>
              <a:gd name="adj1" fmla="val -23130"/>
              <a:gd name="adj2" fmla="val 310380"/>
              <a:gd name="adj3" fmla="val 16667"/>
            </a:avLst>
          </a:prstGeom>
          <a:solidFill>
            <a:srgbClr val="FFFF99"/>
          </a:solidFill>
          <a:ln w="9525">
            <a:solidFill>
              <a:schemeClr val="tx1"/>
            </a:solidFill>
            <a:miter lim="800000"/>
            <a:headEnd/>
            <a:tailEnd/>
          </a:ln>
        </p:spPr>
        <p:txBody>
          <a:bodyPr lIns="108850" tIns="54425" rIns="108850" bIns="54425"/>
          <a:lstStyle/>
          <a:p>
            <a:pPr algn="ctr" eaLnBrk="1" hangingPunct="1"/>
            <a:r>
              <a:rPr lang="zh-CN" altLang="en-US" sz="2900" b="1" dirty="0">
                <a:solidFill>
                  <a:srgbClr val="333399"/>
                </a:solidFill>
                <a:ea typeface="黑体" pitchFamily="49" charset="-122"/>
              </a:rPr>
              <a:t>类型字段 </a:t>
            </a:r>
            <a:r>
              <a:rPr lang="en-US" altLang="zh-CN" sz="2900" b="1" dirty="0">
                <a:solidFill>
                  <a:srgbClr val="333399"/>
                </a:solidFill>
                <a:ea typeface="黑体" pitchFamily="49" charset="-122"/>
              </a:rPr>
              <a:t>2 </a:t>
            </a:r>
            <a:r>
              <a:rPr lang="zh-CN" altLang="en-US" sz="2900" b="1" dirty="0">
                <a:solidFill>
                  <a:srgbClr val="333399"/>
                </a:solidFill>
                <a:ea typeface="黑体" pitchFamily="49" charset="-122"/>
              </a:rPr>
              <a:t>字节</a:t>
            </a:r>
          </a:p>
        </p:txBody>
      </p:sp>
      <p:sp>
        <p:nvSpPr>
          <p:cNvPr id="318500" name="Text Box 36"/>
          <p:cNvSpPr txBox="1">
            <a:spLocks noChangeArrowheads="1"/>
          </p:cNvSpPr>
          <p:nvPr/>
        </p:nvSpPr>
        <p:spPr bwMode="auto">
          <a:xfrm>
            <a:off x="1394692" y="1124210"/>
            <a:ext cx="9536479" cy="1002465"/>
          </a:xfrm>
          <a:prstGeom prst="rect">
            <a:avLst/>
          </a:prstGeom>
          <a:solidFill>
            <a:srgbClr val="CCECFF"/>
          </a:solidFill>
          <a:ln w="9525">
            <a:solidFill>
              <a:srgbClr val="333399"/>
            </a:solidFill>
            <a:miter lim="800000"/>
            <a:headEnd/>
            <a:tailEnd/>
          </a:ln>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algn="ctr" eaLnBrk="1" hangingPunct="1"/>
            <a:r>
              <a:rPr lang="zh-CN" altLang="en-US" sz="2900" dirty="0">
                <a:solidFill>
                  <a:srgbClr val="333399"/>
                </a:solidFill>
                <a:latin typeface="Arial" charset="0"/>
              </a:rPr>
              <a:t>类型字段用来标志</a:t>
            </a:r>
            <a:r>
              <a:rPr lang="zh-CN" altLang="en-US" sz="2900" dirty="0">
                <a:solidFill>
                  <a:srgbClr val="C00000"/>
                </a:solidFill>
                <a:latin typeface="Arial" charset="0"/>
              </a:rPr>
              <a:t>上一层</a:t>
            </a:r>
            <a:r>
              <a:rPr lang="zh-CN" altLang="en-US" sz="2900" dirty="0">
                <a:solidFill>
                  <a:srgbClr val="333399"/>
                </a:solidFill>
                <a:latin typeface="Arial" charset="0"/>
              </a:rPr>
              <a:t>使用的是什么协议，</a:t>
            </a:r>
          </a:p>
          <a:p>
            <a:pPr algn="ctr" eaLnBrk="1" hangingPunct="1"/>
            <a:r>
              <a:rPr lang="zh-CN" altLang="en-US" sz="2900" dirty="0">
                <a:solidFill>
                  <a:srgbClr val="333399"/>
                </a:solidFill>
                <a:latin typeface="Arial" charset="0"/>
              </a:rPr>
              <a:t>以便把收到的 </a:t>
            </a:r>
            <a:r>
              <a:rPr lang="en-US" altLang="zh-CN" sz="2900" dirty="0">
                <a:solidFill>
                  <a:srgbClr val="333399"/>
                </a:solidFill>
                <a:latin typeface="Arial" charset="0"/>
              </a:rPr>
              <a:t>MAC </a:t>
            </a:r>
            <a:r>
              <a:rPr lang="zh-CN" altLang="en-US" sz="2900" dirty="0">
                <a:solidFill>
                  <a:srgbClr val="333399"/>
                </a:solidFill>
                <a:latin typeface="Arial" charset="0"/>
              </a:rPr>
              <a:t>帧的数据上交给上一层的这个协议。 </a:t>
            </a:r>
          </a:p>
        </p:txBody>
      </p:sp>
      <p:sp>
        <p:nvSpPr>
          <p:cNvPr id="37" name="Text Box 36"/>
          <p:cNvSpPr txBox="1">
            <a:spLocks noChangeArrowheads="1"/>
          </p:cNvSpPr>
          <p:nvPr/>
        </p:nvSpPr>
        <p:spPr bwMode="auto">
          <a:xfrm>
            <a:off x="1232108" y="5446018"/>
            <a:ext cx="9901644" cy="556189"/>
          </a:xfrm>
          <a:prstGeom prst="rect">
            <a:avLst/>
          </a:prstGeom>
          <a:solidFill>
            <a:srgbClr val="CCECFF"/>
          </a:solidFill>
          <a:ln w="9525">
            <a:solidFill>
              <a:srgbClr val="333399"/>
            </a:solidFill>
            <a:miter lim="800000"/>
            <a:headEnd/>
            <a:tailEnd/>
          </a:ln>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algn="ctr" eaLnBrk="1" hangingPunct="1"/>
            <a:r>
              <a:rPr lang="zh-CN" altLang="en-US" sz="2900" dirty="0" smtClean="0">
                <a:solidFill>
                  <a:srgbClr val="333399"/>
                </a:solidFill>
                <a:latin typeface="Arial" charset="0"/>
              </a:rPr>
              <a:t>当类型字段的值是</a:t>
            </a:r>
            <a:r>
              <a:rPr lang="en-US" altLang="zh-CN" sz="2900" dirty="0" smtClean="0">
                <a:solidFill>
                  <a:srgbClr val="333399"/>
                </a:solidFill>
                <a:latin typeface="Arial" charset="0"/>
              </a:rPr>
              <a:t>0x0800</a:t>
            </a:r>
            <a:r>
              <a:rPr lang="zh-CN" altLang="en-US" sz="2900" dirty="0" smtClean="0">
                <a:solidFill>
                  <a:srgbClr val="333399"/>
                </a:solidFill>
                <a:latin typeface="Arial" charset="0"/>
              </a:rPr>
              <a:t>时，就表示上层协议是 </a:t>
            </a:r>
            <a:r>
              <a:rPr lang="en-US" altLang="zh-CN" sz="2900" dirty="0" smtClean="0">
                <a:solidFill>
                  <a:srgbClr val="333399"/>
                </a:solidFill>
                <a:latin typeface="Arial" charset="0"/>
              </a:rPr>
              <a:t>IP </a:t>
            </a:r>
            <a:r>
              <a:rPr lang="zh-CN" altLang="en-US" sz="2900" dirty="0" smtClean="0">
                <a:solidFill>
                  <a:srgbClr val="333399"/>
                </a:solidFill>
                <a:latin typeface="Arial" charset="0"/>
              </a:rPr>
              <a:t>协议。 </a:t>
            </a:r>
            <a:endParaRPr lang="zh-CN" altLang="en-US" sz="2900" dirty="0">
              <a:solidFill>
                <a:srgbClr val="333399"/>
              </a:solidFill>
              <a:latin typeface="Arial" charset="0"/>
            </a:endParaRPr>
          </a:p>
        </p:txBody>
      </p:sp>
    </p:spTree>
    <p:extLst>
      <p:ext uri="{BB962C8B-B14F-4D97-AF65-F5344CB8AC3E}">
        <p14:creationId xmlns:p14="http://schemas.microsoft.com/office/powerpoint/2010/main" val="472912190"/>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85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8500" grpId="0" animBg="1"/>
      <p:bldP spid="37"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Line 2"/>
          <p:cNvSpPr>
            <a:spLocks noChangeShapeType="1"/>
          </p:cNvSpPr>
          <p:nvPr/>
        </p:nvSpPr>
        <p:spPr bwMode="auto">
          <a:xfrm>
            <a:off x="203173" y="4496841"/>
            <a:ext cx="11885653" cy="0"/>
          </a:xfrm>
          <a:prstGeom prst="line">
            <a:avLst/>
          </a:prstGeom>
          <a:noFill/>
          <a:ln w="12700" cmpd="sng">
            <a:solidFill>
              <a:schemeClr val="folHlink"/>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92163" name="Rectangle 3"/>
          <p:cNvSpPr>
            <a:spLocks noChangeArrowheads="1"/>
          </p:cNvSpPr>
          <p:nvPr/>
        </p:nvSpPr>
        <p:spPr bwMode="auto">
          <a:xfrm>
            <a:off x="2071948" y="4731845"/>
            <a:ext cx="8550220" cy="495415"/>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nchor="ctr"/>
          <a:lstStyle/>
          <a:p>
            <a:pPr eaLnBrk="1" hangingPunct="1"/>
            <a:endParaRPr lang="zh-CN" altLang="en-US" b="1"/>
          </a:p>
        </p:txBody>
      </p:sp>
      <p:sp>
        <p:nvSpPr>
          <p:cNvPr id="92164" name="Rectangle 4"/>
          <p:cNvSpPr>
            <a:spLocks noChangeArrowheads="1"/>
          </p:cNvSpPr>
          <p:nvPr/>
        </p:nvSpPr>
        <p:spPr bwMode="auto">
          <a:xfrm>
            <a:off x="2063482" y="4731846"/>
            <a:ext cx="8558686" cy="48906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08850" tIns="54425" rIns="108850" bIns="54425" anchor="ctr"/>
          <a:lstStyle/>
          <a:p>
            <a:pPr eaLnBrk="1" hangingPunct="1"/>
            <a:endParaRPr lang="zh-CN" altLang="en-US" b="1"/>
          </a:p>
        </p:txBody>
      </p:sp>
      <p:sp>
        <p:nvSpPr>
          <p:cNvPr id="92165" name="Rectangle 5"/>
          <p:cNvSpPr>
            <a:spLocks noChangeArrowheads="1"/>
          </p:cNvSpPr>
          <p:nvPr/>
        </p:nvSpPr>
        <p:spPr bwMode="auto">
          <a:xfrm>
            <a:off x="5674046" y="4836645"/>
            <a:ext cx="1105601"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1900" b="1" dirty="0">
                <a:solidFill>
                  <a:srgbClr val="333399"/>
                </a:solidFill>
                <a:latin typeface="Times New Roman" pitchFamily="18" charset="0"/>
              </a:rPr>
              <a:t>MAC </a:t>
            </a:r>
            <a:r>
              <a:rPr kumimoji="1" lang="zh-CN" altLang="en-US" sz="1900" b="1" dirty="0">
                <a:solidFill>
                  <a:srgbClr val="333399"/>
                </a:solidFill>
                <a:latin typeface="Times New Roman" pitchFamily="18" charset="0"/>
              </a:rPr>
              <a:t>帧</a:t>
            </a:r>
          </a:p>
        </p:txBody>
      </p:sp>
      <p:sp>
        <p:nvSpPr>
          <p:cNvPr id="92166" name="Rectangle 6"/>
          <p:cNvSpPr>
            <a:spLocks noChangeArrowheads="1"/>
          </p:cNvSpPr>
          <p:nvPr/>
        </p:nvSpPr>
        <p:spPr bwMode="auto">
          <a:xfrm>
            <a:off x="10990420" y="4816004"/>
            <a:ext cx="948507"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1900" b="1">
                <a:solidFill>
                  <a:srgbClr val="333399"/>
                </a:solidFill>
                <a:latin typeface="Times New Roman" pitchFamily="18" charset="0"/>
              </a:rPr>
              <a:t>物理层</a:t>
            </a:r>
          </a:p>
        </p:txBody>
      </p:sp>
      <p:sp>
        <p:nvSpPr>
          <p:cNvPr id="92167" name="Rectangle 7"/>
          <p:cNvSpPr>
            <a:spLocks noChangeArrowheads="1"/>
          </p:cNvSpPr>
          <p:nvPr/>
        </p:nvSpPr>
        <p:spPr bwMode="auto">
          <a:xfrm>
            <a:off x="10950208" y="3887100"/>
            <a:ext cx="1105601" cy="399247"/>
          </a:xfrm>
          <a:prstGeom prst="rect">
            <a:avLst/>
          </a:prstGeom>
          <a:noFill/>
          <a:ln>
            <a:noFill/>
          </a:ln>
          <a:extLst/>
        </p:spPr>
        <p:txBody>
          <a:bodyPr wrap="none" lIns="107717" tIns="52913" rIns="107717" bIns="52913">
            <a:spAutoFit/>
          </a:bodyPr>
          <a:lstStyle/>
          <a:p>
            <a:pPr defTabSz="907085"/>
            <a:r>
              <a:rPr kumimoji="1" lang="en-US" altLang="zh-CN" sz="1900" b="1" dirty="0">
                <a:solidFill>
                  <a:srgbClr val="333399"/>
                </a:solidFill>
                <a:latin typeface="Times New Roman" pitchFamily="18" charset="0"/>
              </a:rPr>
              <a:t>MAC </a:t>
            </a:r>
            <a:r>
              <a:rPr kumimoji="1" lang="zh-CN" altLang="en-US" sz="1900" b="1" dirty="0">
                <a:solidFill>
                  <a:srgbClr val="333399"/>
                </a:solidFill>
                <a:latin typeface="Times New Roman" pitchFamily="18" charset="0"/>
              </a:rPr>
              <a:t>层</a:t>
            </a:r>
          </a:p>
        </p:txBody>
      </p:sp>
      <p:sp>
        <p:nvSpPr>
          <p:cNvPr id="92168" name="Line 8"/>
          <p:cNvSpPr>
            <a:spLocks noChangeShapeType="1"/>
          </p:cNvSpPr>
          <p:nvPr/>
        </p:nvSpPr>
        <p:spPr bwMode="auto">
          <a:xfrm flipH="1">
            <a:off x="2061365" y="4222140"/>
            <a:ext cx="2117" cy="514469"/>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92169" name="Line 9"/>
          <p:cNvSpPr>
            <a:spLocks noChangeShapeType="1"/>
          </p:cNvSpPr>
          <p:nvPr/>
        </p:nvSpPr>
        <p:spPr bwMode="auto">
          <a:xfrm>
            <a:off x="10607353" y="4293594"/>
            <a:ext cx="14815" cy="4319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92170" name="Rectangle 10"/>
          <p:cNvSpPr>
            <a:spLocks noChangeArrowheads="1"/>
          </p:cNvSpPr>
          <p:nvPr/>
        </p:nvSpPr>
        <p:spPr bwMode="auto">
          <a:xfrm>
            <a:off x="11130102" y="2972489"/>
            <a:ext cx="753903"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1900" b="1">
                <a:solidFill>
                  <a:srgbClr val="333399"/>
                </a:solidFill>
                <a:latin typeface="Times New Roman" pitchFamily="18" charset="0"/>
              </a:rPr>
              <a:t>IP </a:t>
            </a:r>
            <a:r>
              <a:rPr kumimoji="1" lang="zh-CN" altLang="en-US" sz="1900" b="1">
                <a:solidFill>
                  <a:srgbClr val="333399"/>
                </a:solidFill>
                <a:latin typeface="Times New Roman" pitchFamily="18" charset="0"/>
              </a:rPr>
              <a:t>层</a:t>
            </a:r>
          </a:p>
        </p:txBody>
      </p:sp>
      <p:sp>
        <p:nvSpPr>
          <p:cNvPr id="92171" name="Line 11"/>
          <p:cNvSpPr>
            <a:spLocks noChangeShapeType="1"/>
          </p:cNvSpPr>
          <p:nvPr/>
        </p:nvSpPr>
        <p:spPr bwMode="auto">
          <a:xfrm flipV="1">
            <a:off x="10926929" y="3501249"/>
            <a:ext cx="1094174" cy="4763"/>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grpSp>
        <p:nvGrpSpPr>
          <p:cNvPr id="92172" name="Group 12"/>
          <p:cNvGrpSpPr>
            <a:grpSpLocks/>
          </p:cNvGrpSpPr>
          <p:nvPr/>
        </p:nvGrpSpPr>
        <p:grpSpPr bwMode="auto">
          <a:xfrm>
            <a:off x="1394703" y="3464728"/>
            <a:ext cx="9227465" cy="1413202"/>
            <a:chOff x="659" y="2182"/>
            <a:chExt cx="4360" cy="890"/>
          </a:xfrm>
        </p:grpSpPr>
        <p:sp>
          <p:nvSpPr>
            <p:cNvPr id="92179" name="AutoShape 13"/>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p>
              <a:pPr eaLnBrk="1" hangingPunct="1"/>
              <a:endParaRPr lang="zh-CN" altLang="en-US" b="1"/>
            </a:p>
          </p:txBody>
        </p:sp>
        <p:grpSp>
          <p:nvGrpSpPr>
            <p:cNvPr id="92180" name="Group 14"/>
            <p:cNvGrpSpPr>
              <a:grpSpLocks/>
            </p:cNvGrpSpPr>
            <p:nvPr/>
          </p:nvGrpSpPr>
          <p:grpSpPr bwMode="auto">
            <a:xfrm>
              <a:off x="659" y="2182"/>
              <a:ext cx="4360" cy="506"/>
              <a:chOff x="659" y="2182"/>
              <a:chExt cx="4360" cy="506"/>
            </a:xfrm>
          </p:grpSpPr>
          <p:sp>
            <p:nvSpPr>
              <p:cNvPr id="92181" name="Rectangle 15"/>
              <p:cNvSpPr>
                <a:spLocks noChangeArrowheads="1"/>
              </p:cNvSpPr>
              <p:nvPr/>
            </p:nvSpPr>
            <p:spPr bwMode="auto">
              <a:xfrm>
                <a:off x="974" y="2400"/>
                <a:ext cx="4045" cy="288"/>
              </a:xfrm>
              <a:prstGeom prst="rect">
                <a:avLst/>
              </a:prstGeom>
              <a:solidFill>
                <a:srgbClr val="FFCCFF"/>
              </a:solidFill>
              <a:ln w="19050">
                <a:solidFill>
                  <a:schemeClr val="folHlink"/>
                </a:solidFill>
                <a:miter lim="800000"/>
                <a:headEnd/>
                <a:tailEnd/>
              </a:ln>
              <a:effectLst>
                <a:outerShdw dist="35921" dir="2700000" algn="ctr" rotWithShape="0">
                  <a:schemeClr val="bg2"/>
                </a:outerShdw>
              </a:effectLst>
            </p:spPr>
            <p:txBody>
              <a:bodyPr wrap="none" anchor="ctr"/>
              <a:lstStyle/>
              <a:p>
                <a:pPr eaLnBrk="1" hangingPunct="1"/>
                <a:endParaRPr lang="zh-CN" altLang="en-US" b="1"/>
              </a:p>
            </p:txBody>
          </p:sp>
          <p:sp>
            <p:nvSpPr>
              <p:cNvPr id="92182" name="Line 16"/>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92183" name="Line 17"/>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92184" name="Line 18"/>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92185" name="Line 19"/>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92186" name="Rectangle 20"/>
              <p:cNvSpPr>
                <a:spLocks noChangeArrowheads="1"/>
              </p:cNvSpPr>
              <p:nvPr/>
            </p:nvSpPr>
            <p:spPr bwMode="auto">
              <a:xfrm>
                <a:off x="963" y="2445"/>
                <a:ext cx="54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dirty="0">
                    <a:solidFill>
                      <a:srgbClr val="333399"/>
                    </a:solidFill>
                    <a:latin typeface="Times New Roman" pitchFamily="18" charset="0"/>
                  </a:rPr>
                  <a:t>目的地址</a:t>
                </a:r>
              </a:p>
            </p:txBody>
          </p:sp>
          <p:sp>
            <p:nvSpPr>
              <p:cNvPr id="92187" name="Rectangle 21"/>
              <p:cNvSpPr>
                <a:spLocks noChangeArrowheads="1"/>
              </p:cNvSpPr>
              <p:nvPr/>
            </p:nvSpPr>
            <p:spPr bwMode="auto">
              <a:xfrm>
                <a:off x="1609" y="2445"/>
                <a:ext cx="432"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a:solidFill>
                      <a:srgbClr val="333399"/>
                    </a:solidFill>
                    <a:latin typeface="Times New Roman" pitchFamily="18" charset="0"/>
                  </a:rPr>
                  <a:t>源地址</a:t>
                </a:r>
              </a:p>
            </p:txBody>
          </p:sp>
          <p:sp>
            <p:nvSpPr>
              <p:cNvPr id="92188" name="Rectangle 22"/>
              <p:cNvSpPr>
                <a:spLocks noChangeArrowheads="1"/>
              </p:cNvSpPr>
              <p:nvPr/>
            </p:nvSpPr>
            <p:spPr bwMode="auto">
              <a:xfrm>
                <a:off x="2241" y="2445"/>
                <a:ext cx="31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dirty="0">
                    <a:solidFill>
                      <a:srgbClr val="333399"/>
                    </a:solidFill>
                    <a:latin typeface="Times New Roman" pitchFamily="18" charset="0"/>
                  </a:rPr>
                  <a:t>类型</a:t>
                </a:r>
              </a:p>
            </p:txBody>
          </p:sp>
          <p:sp>
            <p:nvSpPr>
              <p:cNvPr id="92189" name="Rectangle 23"/>
              <p:cNvSpPr>
                <a:spLocks noChangeArrowheads="1"/>
              </p:cNvSpPr>
              <p:nvPr/>
            </p:nvSpPr>
            <p:spPr bwMode="auto">
              <a:xfrm>
                <a:off x="3406" y="2445"/>
                <a:ext cx="54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a:solidFill>
                      <a:srgbClr val="333399"/>
                    </a:solidFill>
                    <a:latin typeface="Times New Roman" pitchFamily="18" charset="0"/>
                  </a:rPr>
                  <a:t>数        据</a:t>
                </a:r>
              </a:p>
            </p:txBody>
          </p:sp>
          <p:sp>
            <p:nvSpPr>
              <p:cNvPr id="92190" name="Rectangle 24"/>
              <p:cNvSpPr>
                <a:spLocks noChangeArrowheads="1"/>
              </p:cNvSpPr>
              <p:nvPr/>
            </p:nvSpPr>
            <p:spPr bwMode="auto">
              <a:xfrm>
                <a:off x="4683" y="2445"/>
                <a:ext cx="30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FCS</a:t>
                </a:r>
              </a:p>
            </p:txBody>
          </p:sp>
          <p:sp>
            <p:nvSpPr>
              <p:cNvPr id="92191" name="Rectangle 25"/>
              <p:cNvSpPr>
                <a:spLocks noChangeArrowheads="1"/>
              </p:cNvSpPr>
              <p:nvPr/>
            </p:nvSpPr>
            <p:spPr bwMode="auto">
              <a:xfrm>
                <a:off x="1193" y="2205"/>
                <a:ext cx="14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6</a:t>
                </a:r>
              </a:p>
            </p:txBody>
          </p:sp>
          <p:sp>
            <p:nvSpPr>
              <p:cNvPr id="92192" name="Rectangle 26"/>
              <p:cNvSpPr>
                <a:spLocks noChangeArrowheads="1"/>
              </p:cNvSpPr>
              <p:nvPr/>
            </p:nvSpPr>
            <p:spPr bwMode="auto">
              <a:xfrm>
                <a:off x="1810" y="2205"/>
                <a:ext cx="14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6</a:t>
                </a:r>
              </a:p>
            </p:txBody>
          </p:sp>
          <p:sp>
            <p:nvSpPr>
              <p:cNvPr id="92193" name="Rectangle 27"/>
              <p:cNvSpPr>
                <a:spLocks noChangeArrowheads="1"/>
              </p:cNvSpPr>
              <p:nvPr/>
            </p:nvSpPr>
            <p:spPr bwMode="auto">
              <a:xfrm>
                <a:off x="2379" y="2205"/>
                <a:ext cx="14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2</a:t>
                </a:r>
              </a:p>
            </p:txBody>
          </p:sp>
          <p:sp>
            <p:nvSpPr>
              <p:cNvPr id="92194" name="Rectangle 28"/>
              <p:cNvSpPr>
                <a:spLocks noChangeArrowheads="1"/>
              </p:cNvSpPr>
              <p:nvPr/>
            </p:nvSpPr>
            <p:spPr bwMode="auto">
              <a:xfrm>
                <a:off x="4786" y="2205"/>
                <a:ext cx="14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4</a:t>
                </a:r>
              </a:p>
            </p:txBody>
          </p:sp>
          <p:sp>
            <p:nvSpPr>
              <p:cNvPr id="92195" name="Rectangle 29"/>
              <p:cNvSpPr>
                <a:spLocks noChangeArrowheads="1"/>
              </p:cNvSpPr>
              <p:nvPr/>
            </p:nvSpPr>
            <p:spPr bwMode="auto">
              <a:xfrm>
                <a:off x="659" y="2182"/>
                <a:ext cx="31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a:solidFill>
                      <a:srgbClr val="333399"/>
                    </a:solidFill>
                    <a:latin typeface="Times New Roman" pitchFamily="18" charset="0"/>
                  </a:rPr>
                  <a:t>字节</a:t>
                </a:r>
              </a:p>
            </p:txBody>
          </p:sp>
          <p:sp>
            <p:nvSpPr>
              <p:cNvPr id="92196" name="Text Box 30"/>
              <p:cNvSpPr txBox="1">
                <a:spLocks noChangeArrowheads="1"/>
              </p:cNvSpPr>
              <p:nvPr/>
            </p:nvSpPr>
            <p:spPr bwMode="auto">
              <a:xfrm>
                <a:off x="3777" y="2185"/>
                <a:ext cx="47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defRPr sz="1600" b="1">
                    <a:solidFill>
                      <a:srgbClr val="1C1C1C"/>
                    </a:solidFill>
                    <a:latin typeface="黑体" pitchFamily="49" charset="-122"/>
                    <a:ea typeface="黑体" pitchFamily="49" charset="-122"/>
                  </a:defRPr>
                </a:lvl1pPr>
                <a:lvl2pPr marL="742950" indent="-285750" defTabSz="762000">
                  <a:defRPr sz="1600">
                    <a:solidFill>
                      <a:srgbClr val="1C1C1C"/>
                    </a:solidFill>
                    <a:latin typeface="黑体" pitchFamily="49" charset="-122"/>
                    <a:ea typeface="黑体" pitchFamily="49" charset="-122"/>
                  </a:defRPr>
                </a:lvl2pPr>
                <a:lvl3pPr marL="1143000" indent="-228600" defTabSz="762000">
                  <a:defRPr sz="1600">
                    <a:solidFill>
                      <a:srgbClr val="1C1C1C"/>
                    </a:solidFill>
                    <a:latin typeface="黑体" pitchFamily="49" charset="-122"/>
                    <a:ea typeface="黑体" pitchFamily="49" charset="-122"/>
                  </a:defRPr>
                </a:lvl3pPr>
                <a:lvl4pPr marL="1600200" indent="-228600" defTabSz="762000">
                  <a:defRPr sz="1600">
                    <a:solidFill>
                      <a:srgbClr val="1C1C1C"/>
                    </a:solidFill>
                    <a:latin typeface="黑体" pitchFamily="49" charset="-122"/>
                    <a:ea typeface="黑体" pitchFamily="49" charset="-122"/>
                  </a:defRPr>
                </a:lvl4pPr>
                <a:lvl5pPr marL="2057400" indent="-228600" defTabSz="762000">
                  <a:defRPr sz="1600">
                    <a:solidFill>
                      <a:srgbClr val="1C1C1C"/>
                    </a:solidFill>
                    <a:latin typeface="黑体" pitchFamily="49" charset="-122"/>
                    <a:ea typeface="黑体" pitchFamily="49" charset="-122"/>
                  </a:defRPr>
                </a:lvl5pPr>
                <a:lvl6pPr marL="2514600" indent="-228600" defTabSz="762000" eaLnBrk="0" hangingPunct="0">
                  <a:defRPr sz="1600">
                    <a:solidFill>
                      <a:srgbClr val="1C1C1C"/>
                    </a:solidFill>
                    <a:latin typeface="黑体" pitchFamily="49" charset="-122"/>
                    <a:ea typeface="黑体" pitchFamily="49" charset="-122"/>
                  </a:defRPr>
                </a:lvl6pPr>
                <a:lvl7pPr marL="2971800" indent="-228600" defTabSz="762000" eaLnBrk="0" hangingPunct="0">
                  <a:defRPr sz="1600">
                    <a:solidFill>
                      <a:srgbClr val="1C1C1C"/>
                    </a:solidFill>
                    <a:latin typeface="黑体" pitchFamily="49" charset="-122"/>
                    <a:ea typeface="黑体" pitchFamily="49" charset="-122"/>
                  </a:defRPr>
                </a:lvl7pPr>
                <a:lvl8pPr marL="3429000" indent="-228600" defTabSz="762000" eaLnBrk="0" hangingPunct="0">
                  <a:defRPr sz="1600">
                    <a:solidFill>
                      <a:srgbClr val="1C1C1C"/>
                    </a:solidFill>
                    <a:latin typeface="黑体" pitchFamily="49" charset="-122"/>
                    <a:ea typeface="黑体" pitchFamily="49" charset="-122"/>
                  </a:defRPr>
                </a:lvl8pPr>
                <a:lvl9pPr marL="3886200" indent="-228600" defTabSz="762000" eaLnBrk="0" hangingPunct="0">
                  <a:defRPr sz="1600">
                    <a:solidFill>
                      <a:srgbClr val="1C1C1C"/>
                    </a:solidFill>
                    <a:latin typeface="黑体" pitchFamily="49" charset="-122"/>
                    <a:ea typeface="黑体" pitchFamily="49" charset="-122"/>
                  </a:defRPr>
                </a:lvl9pPr>
              </a:lstStyle>
              <a:p>
                <a:r>
                  <a:rPr kumimoji="1" lang="en-US" altLang="zh-CN">
                    <a:solidFill>
                      <a:srgbClr val="333399"/>
                    </a:solidFill>
                    <a:latin typeface="Times New Roman" pitchFamily="18" charset="0"/>
                    <a:ea typeface="宋体" pitchFamily="2" charset="-122"/>
                  </a:rPr>
                  <a:t>46 ~ 1500</a:t>
                </a:r>
              </a:p>
            </p:txBody>
          </p:sp>
        </p:grpSp>
      </p:grpSp>
      <p:grpSp>
        <p:nvGrpSpPr>
          <p:cNvPr id="92173" name="Group 31"/>
          <p:cNvGrpSpPr>
            <a:grpSpLocks/>
          </p:cNvGrpSpPr>
          <p:nvPr/>
        </p:nvGrpSpPr>
        <p:grpSpPr bwMode="auto">
          <a:xfrm>
            <a:off x="5746003" y="2972488"/>
            <a:ext cx="4165058" cy="990829"/>
            <a:chOff x="2715" y="1872"/>
            <a:chExt cx="1968" cy="624"/>
          </a:xfrm>
        </p:grpSpPr>
        <p:sp>
          <p:nvSpPr>
            <p:cNvPr id="92177" name="AutoShape 32"/>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p>
              <a:pPr eaLnBrk="1" hangingPunct="1"/>
              <a:endParaRPr lang="zh-CN" altLang="en-US" b="1"/>
            </a:p>
          </p:txBody>
        </p:sp>
        <p:sp>
          <p:nvSpPr>
            <p:cNvPr id="92178" name="Rectangle 33"/>
            <p:cNvSpPr>
              <a:spLocks noChangeArrowheads="1"/>
            </p:cNvSpPr>
            <p:nvPr/>
          </p:nvSpPr>
          <p:spPr bwMode="auto">
            <a:xfrm>
              <a:off x="2715" y="1872"/>
              <a:ext cx="1968" cy="240"/>
            </a:xfrm>
            <a:prstGeom prst="rect">
              <a:avLst/>
            </a:prstGeom>
            <a:solidFill>
              <a:srgbClr val="CCECFF"/>
            </a:solidFill>
            <a:ln w="19050">
              <a:solidFill>
                <a:schemeClr val="tx1"/>
              </a:solidFill>
              <a:miter lim="800000"/>
              <a:headEnd/>
              <a:tailEnd/>
            </a:ln>
            <a:effectLst>
              <a:outerShdw dist="35921" dir="2700000" algn="ctr" rotWithShape="0">
                <a:schemeClr val="bg2"/>
              </a:outerShdw>
            </a:effectLst>
          </p:spPr>
          <p:txBody>
            <a:bodyPr wrap="none" anchor="ctr"/>
            <a:lstStyle/>
            <a:p>
              <a:pPr algn="ctr" defTabSz="907085"/>
              <a:r>
                <a:rPr kumimoji="1" lang="en-US" altLang="zh-CN" sz="1900" b="1">
                  <a:solidFill>
                    <a:srgbClr val="333399"/>
                  </a:solidFill>
                  <a:latin typeface="Times New Roman" pitchFamily="18" charset="0"/>
                </a:rPr>
                <a:t>IP </a:t>
              </a:r>
              <a:r>
                <a:rPr kumimoji="1" lang="zh-CN" altLang="en-US" sz="1900" b="1">
                  <a:solidFill>
                    <a:srgbClr val="333399"/>
                  </a:solidFill>
                  <a:latin typeface="Times New Roman" pitchFamily="18" charset="0"/>
                </a:rPr>
                <a:t>数据报</a:t>
              </a:r>
            </a:p>
          </p:txBody>
        </p:sp>
      </p:grpSp>
      <p:sp>
        <p:nvSpPr>
          <p:cNvPr id="92174" name="Rectangle 34"/>
          <p:cNvSpPr>
            <a:spLocks noGrp="1" noChangeArrowheads="1"/>
          </p:cNvSpPr>
          <p:nvPr>
            <p:ph type="title"/>
          </p:nvPr>
        </p:nvSpPr>
        <p:spPr/>
        <p:txBody>
          <a:bodyPr/>
          <a:lstStyle/>
          <a:p>
            <a:r>
              <a:rPr lang="en-US" altLang="zh-CN" dirty="0"/>
              <a:t>3.3.5 </a:t>
            </a:r>
            <a:r>
              <a:rPr lang="zh-CN" altLang="en-US" dirty="0"/>
              <a:t>以太网的硬件地址及帧格式</a:t>
            </a:r>
            <a:endParaRPr lang="zh-CN" altLang="en-US" sz="4000" dirty="0">
              <a:solidFill>
                <a:srgbClr val="FFFFFF"/>
              </a:solidFill>
            </a:endParaRPr>
          </a:p>
        </p:txBody>
      </p:sp>
      <p:sp>
        <p:nvSpPr>
          <p:cNvPr id="92175" name="AutoShape 35"/>
          <p:cNvSpPr>
            <a:spLocks noChangeArrowheads="1"/>
          </p:cNvSpPr>
          <p:nvPr/>
        </p:nvSpPr>
        <p:spPr bwMode="auto">
          <a:xfrm>
            <a:off x="3407390" y="2134094"/>
            <a:ext cx="4895213" cy="504942"/>
          </a:xfrm>
          <a:prstGeom prst="wedgeRoundRectCallout">
            <a:avLst>
              <a:gd name="adj1" fmla="val 12042"/>
              <a:gd name="adj2" fmla="val 310380"/>
              <a:gd name="adj3" fmla="val 16667"/>
            </a:avLst>
          </a:prstGeom>
          <a:solidFill>
            <a:srgbClr val="FFFF99"/>
          </a:solidFill>
          <a:ln w="9525">
            <a:solidFill>
              <a:schemeClr val="tx1"/>
            </a:solidFill>
            <a:miter lim="800000"/>
            <a:headEnd/>
            <a:tailEnd/>
          </a:ln>
        </p:spPr>
        <p:txBody>
          <a:bodyPr lIns="108850" tIns="54425" rIns="108850" bIns="54425"/>
          <a:lstStyle/>
          <a:p>
            <a:pPr algn="ctr" eaLnBrk="1" hangingPunct="1"/>
            <a:r>
              <a:rPr lang="zh-CN" altLang="en-US" sz="2900" b="1" dirty="0">
                <a:solidFill>
                  <a:srgbClr val="333399"/>
                </a:solidFill>
                <a:ea typeface="黑体" pitchFamily="49" charset="-122"/>
              </a:rPr>
              <a:t>数据字段 </a:t>
            </a:r>
            <a:r>
              <a:rPr kumimoji="1" lang="en-US" altLang="zh-CN" sz="2900" b="1" dirty="0">
                <a:solidFill>
                  <a:srgbClr val="333399"/>
                </a:solidFill>
              </a:rPr>
              <a:t>46 ~ 1500</a:t>
            </a:r>
            <a:r>
              <a:rPr lang="en-US" altLang="zh-CN" sz="2900" b="1" dirty="0">
                <a:solidFill>
                  <a:srgbClr val="333399"/>
                </a:solidFill>
                <a:ea typeface="黑体" pitchFamily="49" charset="-122"/>
              </a:rPr>
              <a:t> </a:t>
            </a:r>
            <a:r>
              <a:rPr lang="zh-CN" altLang="en-US" sz="2900" b="1" dirty="0">
                <a:solidFill>
                  <a:srgbClr val="333399"/>
                </a:solidFill>
                <a:ea typeface="黑体" pitchFamily="49" charset="-122"/>
              </a:rPr>
              <a:t>字节</a:t>
            </a:r>
          </a:p>
        </p:txBody>
      </p:sp>
      <p:sp>
        <p:nvSpPr>
          <p:cNvPr id="320548" name="Text Box 36"/>
          <p:cNvSpPr txBox="1">
            <a:spLocks noChangeArrowheads="1"/>
          </p:cNvSpPr>
          <p:nvPr/>
        </p:nvSpPr>
        <p:spPr bwMode="auto">
          <a:xfrm>
            <a:off x="377011" y="1433445"/>
            <a:ext cx="11580308" cy="556189"/>
          </a:xfrm>
          <a:prstGeom prst="rect">
            <a:avLst/>
          </a:prstGeom>
          <a:solidFill>
            <a:srgbClr val="CCECFF"/>
          </a:solidFill>
          <a:ln w="9525">
            <a:solidFill>
              <a:srgbClr val="333399"/>
            </a:solidFill>
            <a:miter lim="800000"/>
            <a:headEnd/>
            <a:tailEnd/>
          </a:ln>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algn="ctr" eaLnBrk="1" hangingPunct="1"/>
            <a:r>
              <a:rPr lang="zh-CN" altLang="en-US" sz="2900" dirty="0" smtClean="0">
                <a:solidFill>
                  <a:srgbClr val="333399"/>
                </a:solidFill>
              </a:rPr>
              <a:t>最小</a:t>
            </a:r>
            <a:r>
              <a:rPr lang="zh-CN" altLang="en-US" sz="2900" dirty="0">
                <a:solidFill>
                  <a:srgbClr val="333399"/>
                </a:solidFill>
              </a:rPr>
              <a:t>长度 </a:t>
            </a:r>
            <a:r>
              <a:rPr lang="en-US" altLang="zh-CN" sz="2900" dirty="0">
                <a:solidFill>
                  <a:srgbClr val="333399"/>
                </a:solidFill>
              </a:rPr>
              <a:t>64 </a:t>
            </a:r>
            <a:r>
              <a:rPr lang="zh-CN" altLang="en-US" sz="2900" dirty="0">
                <a:solidFill>
                  <a:srgbClr val="333399"/>
                </a:solidFill>
              </a:rPr>
              <a:t>字节 </a:t>
            </a:r>
            <a:r>
              <a:rPr lang="zh-CN" altLang="en-US" sz="2900" dirty="0">
                <a:solidFill>
                  <a:srgbClr val="333399"/>
                </a:solidFill>
                <a:sym typeface="Symbol" pitchFamily="18" charset="2"/>
              </a:rPr>
              <a:t></a:t>
            </a:r>
            <a:r>
              <a:rPr lang="zh-CN" altLang="en-US" sz="2900" dirty="0">
                <a:solidFill>
                  <a:srgbClr val="333399"/>
                </a:solidFill>
              </a:rPr>
              <a:t> </a:t>
            </a:r>
            <a:r>
              <a:rPr lang="en-US" altLang="zh-CN" sz="2900" dirty="0">
                <a:solidFill>
                  <a:srgbClr val="333399"/>
                </a:solidFill>
              </a:rPr>
              <a:t>18 </a:t>
            </a:r>
            <a:r>
              <a:rPr lang="zh-CN" altLang="en-US" sz="2900" dirty="0">
                <a:solidFill>
                  <a:srgbClr val="333399"/>
                </a:solidFill>
              </a:rPr>
              <a:t>字节的首部和尾部 </a:t>
            </a:r>
            <a:r>
              <a:rPr lang="en-US" altLang="zh-CN" sz="2900" dirty="0">
                <a:solidFill>
                  <a:srgbClr val="333399"/>
                </a:solidFill>
              </a:rPr>
              <a:t>= </a:t>
            </a:r>
            <a:r>
              <a:rPr lang="zh-CN" altLang="en-US" sz="2900" dirty="0">
                <a:solidFill>
                  <a:srgbClr val="333399"/>
                </a:solidFill>
              </a:rPr>
              <a:t>数据字段的最小长度  </a:t>
            </a:r>
          </a:p>
        </p:txBody>
      </p:sp>
    </p:spTree>
    <p:extLst>
      <p:ext uri="{BB962C8B-B14F-4D97-AF65-F5344CB8AC3E}">
        <p14:creationId xmlns:p14="http://schemas.microsoft.com/office/powerpoint/2010/main" val="912535344"/>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05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48"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Line 2"/>
          <p:cNvSpPr>
            <a:spLocks noChangeShapeType="1"/>
          </p:cNvSpPr>
          <p:nvPr/>
        </p:nvSpPr>
        <p:spPr bwMode="auto">
          <a:xfrm>
            <a:off x="203173" y="4496841"/>
            <a:ext cx="11885653" cy="0"/>
          </a:xfrm>
          <a:prstGeom prst="line">
            <a:avLst/>
          </a:prstGeom>
          <a:noFill/>
          <a:ln w="12700" cmpd="sng">
            <a:solidFill>
              <a:schemeClr val="folHlink"/>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94211" name="Rectangle 3"/>
          <p:cNvSpPr>
            <a:spLocks noChangeArrowheads="1"/>
          </p:cNvSpPr>
          <p:nvPr/>
        </p:nvSpPr>
        <p:spPr bwMode="auto">
          <a:xfrm>
            <a:off x="2071948" y="4731845"/>
            <a:ext cx="8550220" cy="495415"/>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nchor="ctr"/>
          <a:lstStyle/>
          <a:p>
            <a:pPr eaLnBrk="1" hangingPunct="1"/>
            <a:endParaRPr lang="zh-CN" altLang="en-US" b="1"/>
          </a:p>
        </p:txBody>
      </p:sp>
      <p:sp>
        <p:nvSpPr>
          <p:cNvPr id="94212" name="Rectangle 4"/>
          <p:cNvSpPr>
            <a:spLocks noChangeArrowheads="1"/>
          </p:cNvSpPr>
          <p:nvPr/>
        </p:nvSpPr>
        <p:spPr bwMode="auto">
          <a:xfrm>
            <a:off x="2063482" y="4731846"/>
            <a:ext cx="8558686" cy="489063"/>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lIns="108850" tIns="54425" rIns="108850" bIns="54425" anchor="ctr"/>
          <a:lstStyle/>
          <a:p>
            <a:pPr eaLnBrk="1" hangingPunct="1"/>
            <a:endParaRPr lang="zh-CN" altLang="en-US" b="1"/>
          </a:p>
        </p:txBody>
      </p:sp>
      <p:sp>
        <p:nvSpPr>
          <p:cNvPr id="94213" name="Rectangle 5"/>
          <p:cNvSpPr>
            <a:spLocks noChangeArrowheads="1"/>
          </p:cNvSpPr>
          <p:nvPr/>
        </p:nvSpPr>
        <p:spPr bwMode="auto">
          <a:xfrm>
            <a:off x="5674046" y="4836645"/>
            <a:ext cx="1105601"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1900" b="1">
                <a:solidFill>
                  <a:srgbClr val="333399"/>
                </a:solidFill>
                <a:latin typeface="Times New Roman" pitchFamily="18" charset="0"/>
              </a:rPr>
              <a:t>MAC </a:t>
            </a:r>
            <a:r>
              <a:rPr kumimoji="1" lang="zh-CN" altLang="en-US" sz="1900" b="1">
                <a:solidFill>
                  <a:srgbClr val="333399"/>
                </a:solidFill>
                <a:latin typeface="Times New Roman" pitchFamily="18" charset="0"/>
              </a:rPr>
              <a:t>帧</a:t>
            </a:r>
          </a:p>
        </p:txBody>
      </p:sp>
      <p:sp>
        <p:nvSpPr>
          <p:cNvPr id="94214" name="Rectangle 6"/>
          <p:cNvSpPr>
            <a:spLocks noChangeArrowheads="1"/>
          </p:cNvSpPr>
          <p:nvPr/>
        </p:nvSpPr>
        <p:spPr bwMode="auto">
          <a:xfrm>
            <a:off x="10990420" y="4816004"/>
            <a:ext cx="948507"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1900" b="1">
                <a:solidFill>
                  <a:srgbClr val="333399"/>
                </a:solidFill>
                <a:latin typeface="Times New Roman" pitchFamily="18" charset="0"/>
              </a:rPr>
              <a:t>物理层</a:t>
            </a:r>
          </a:p>
        </p:txBody>
      </p:sp>
      <p:sp>
        <p:nvSpPr>
          <p:cNvPr id="94215" name="Rectangle 7"/>
          <p:cNvSpPr>
            <a:spLocks noChangeArrowheads="1"/>
          </p:cNvSpPr>
          <p:nvPr/>
        </p:nvSpPr>
        <p:spPr bwMode="auto">
          <a:xfrm>
            <a:off x="10950208" y="3887100"/>
            <a:ext cx="1105601" cy="399247"/>
          </a:xfrm>
          <a:prstGeom prst="rect">
            <a:avLst/>
          </a:prstGeom>
          <a:noFill/>
          <a:ln>
            <a:noFill/>
          </a:ln>
          <a:extLst/>
        </p:spPr>
        <p:txBody>
          <a:bodyPr wrap="none" lIns="107717" tIns="52913" rIns="107717" bIns="52913">
            <a:spAutoFit/>
          </a:bodyPr>
          <a:lstStyle/>
          <a:p>
            <a:pPr defTabSz="907085"/>
            <a:r>
              <a:rPr kumimoji="1" lang="en-US" altLang="zh-CN" sz="1900" b="1" dirty="0">
                <a:solidFill>
                  <a:srgbClr val="333399"/>
                </a:solidFill>
                <a:latin typeface="Times New Roman" pitchFamily="18" charset="0"/>
              </a:rPr>
              <a:t>MAC </a:t>
            </a:r>
            <a:r>
              <a:rPr kumimoji="1" lang="zh-CN" altLang="en-US" sz="1900" b="1" dirty="0">
                <a:solidFill>
                  <a:srgbClr val="333399"/>
                </a:solidFill>
                <a:latin typeface="Times New Roman" pitchFamily="18" charset="0"/>
              </a:rPr>
              <a:t>层</a:t>
            </a:r>
          </a:p>
        </p:txBody>
      </p:sp>
      <p:sp>
        <p:nvSpPr>
          <p:cNvPr id="94216" name="Line 8"/>
          <p:cNvSpPr>
            <a:spLocks noChangeShapeType="1"/>
          </p:cNvSpPr>
          <p:nvPr/>
        </p:nvSpPr>
        <p:spPr bwMode="auto">
          <a:xfrm flipH="1">
            <a:off x="2061365" y="4222140"/>
            <a:ext cx="2117" cy="514469"/>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94217" name="Line 9"/>
          <p:cNvSpPr>
            <a:spLocks noChangeShapeType="1"/>
          </p:cNvSpPr>
          <p:nvPr/>
        </p:nvSpPr>
        <p:spPr bwMode="auto">
          <a:xfrm>
            <a:off x="10607353" y="4293594"/>
            <a:ext cx="14815" cy="4319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94218" name="Rectangle 10"/>
          <p:cNvSpPr>
            <a:spLocks noChangeArrowheads="1"/>
          </p:cNvSpPr>
          <p:nvPr/>
        </p:nvSpPr>
        <p:spPr bwMode="auto">
          <a:xfrm>
            <a:off x="11130102" y="2972489"/>
            <a:ext cx="753903"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1900" b="1">
                <a:solidFill>
                  <a:srgbClr val="333399"/>
                </a:solidFill>
                <a:latin typeface="Times New Roman" pitchFamily="18" charset="0"/>
              </a:rPr>
              <a:t>IP </a:t>
            </a:r>
            <a:r>
              <a:rPr kumimoji="1" lang="zh-CN" altLang="en-US" sz="1900" b="1">
                <a:solidFill>
                  <a:srgbClr val="333399"/>
                </a:solidFill>
                <a:latin typeface="Times New Roman" pitchFamily="18" charset="0"/>
              </a:rPr>
              <a:t>层</a:t>
            </a:r>
          </a:p>
        </p:txBody>
      </p:sp>
      <p:sp>
        <p:nvSpPr>
          <p:cNvPr id="94219" name="Line 11"/>
          <p:cNvSpPr>
            <a:spLocks noChangeShapeType="1"/>
          </p:cNvSpPr>
          <p:nvPr/>
        </p:nvSpPr>
        <p:spPr bwMode="auto">
          <a:xfrm>
            <a:off x="10926929" y="3507603"/>
            <a:ext cx="1094174" cy="0"/>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grpSp>
        <p:nvGrpSpPr>
          <p:cNvPr id="94220" name="Group 12"/>
          <p:cNvGrpSpPr>
            <a:grpSpLocks/>
          </p:cNvGrpSpPr>
          <p:nvPr/>
        </p:nvGrpSpPr>
        <p:grpSpPr bwMode="auto">
          <a:xfrm>
            <a:off x="1394703" y="3464728"/>
            <a:ext cx="9227465" cy="1413202"/>
            <a:chOff x="659" y="2182"/>
            <a:chExt cx="4360" cy="890"/>
          </a:xfrm>
        </p:grpSpPr>
        <p:sp>
          <p:nvSpPr>
            <p:cNvPr id="94228" name="AutoShape 13"/>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p>
              <a:pPr eaLnBrk="1" hangingPunct="1"/>
              <a:endParaRPr lang="zh-CN" altLang="en-US" b="1"/>
            </a:p>
          </p:txBody>
        </p:sp>
        <p:grpSp>
          <p:nvGrpSpPr>
            <p:cNvPr id="94229" name="Group 14"/>
            <p:cNvGrpSpPr>
              <a:grpSpLocks/>
            </p:cNvGrpSpPr>
            <p:nvPr/>
          </p:nvGrpSpPr>
          <p:grpSpPr bwMode="auto">
            <a:xfrm>
              <a:off x="659" y="2182"/>
              <a:ext cx="4360" cy="506"/>
              <a:chOff x="659" y="2182"/>
              <a:chExt cx="4360" cy="506"/>
            </a:xfrm>
          </p:grpSpPr>
          <p:sp>
            <p:nvSpPr>
              <p:cNvPr id="94230" name="Rectangle 15"/>
              <p:cNvSpPr>
                <a:spLocks noChangeArrowheads="1"/>
              </p:cNvSpPr>
              <p:nvPr/>
            </p:nvSpPr>
            <p:spPr bwMode="auto">
              <a:xfrm>
                <a:off x="974" y="2400"/>
                <a:ext cx="4045" cy="288"/>
              </a:xfrm>
              <a:prstGeom prst="rect">
                <a:avLst/>
              </a:prstGeom>
              <a:solidFill>
                <a:srgbClr val="FFCCFF"/>
              </a:solidFill>
              <a:ln w="19050">
                <a:solidFill>
                  <a:schemeClr val="tx1"/>
                </a:solidFill>
                <a:miter lim="800000"/>
                <a:headEnd/>
                <a:tailEnd/>
              </a:ln>
              <a:effectLst>
                <a:outerShdw dist="35921" dir="2700000" algn="ctr" rotWithShape="0">
                  <a:schemeClr val="bg2"/>
                </a:outerShdw>
              </a:effectLst>
            </p:spPr>
            <p:txBody>
              <a:bodyPr wrap="none" anchor="ctr"/>
              <a:lstStyle/>
              <a:p>
                <a:pPr eaLnBrk="1" hangingPunct="1"/>
                <a:endParaRPr lang="zh-CN" altLang="en-US" b="1"/>
              </a:p>
            </p:txBody>
          </p:sp>
          <p:sp>
            <p:nvSpPr>
              <p:cNvPr id="94231" name="Line 16"/>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94232" name="Line 17"/>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94233" name="Line 18"/>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94234" name="Line 19"/>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94235" name="Rectangle 20"/>
              <p:cNvSpPr>
                <a:spLocks noChangeArrowheads="1"/>
              </p:cNvSpPr>
              <p:nvPr/>
            </p:nvSpPr>
            <p:spPr bwMode="auto">
              <a:xfrm>
                <a:off x="963" y="2445"/>
                <a:ext cx="54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a:solidFill>
                      <a:srgbClr val="333399"/>
                    </a:solidFill>
                    <a:latin typeface="Times New Roman" pitchFamily="18" charset="0"/>
                  </a:rPr>
                  <a:t>目的地址</a:t>
                </a:r>
              </a:p>
            </p:txBody>
          </p:sp>
          <p:sp>
            <p:nvSpPr>
              <p:cNvPr id="94236" name="Rectangle 21"/>
              <p:cNvSpPr>
                <a:spLocks noChangeArrowheads="1"/>
              </p:cNvSpPr>
              <p:nvPr/>
            </p:nvSpPr>
            <p:spPr bwMode="auto">
              <a:xfrm>
                <a:off x="1609" y="2445"/>
                <a:ext cx="432"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a:solidFill>
                      <a:srgbClr val="333399"/>
                    </a:solidFill>
                    <a:latin typeface="Times New Roman" pitchFamily="18" charset="0"/>
                  </a:rPr>
                  <a:t>源地址</a:t>
                </a:r>
              </a:p>
            </p:txBody>
          </p:sp>
          <p:sp>
            <p:nvSpPr>
              <p:cNvPr id="94237" name="Rectangle 22"/>
              <p:cNvSpPr>
                <a:spLocks noChangeArrowheads="1"/>
              </p:cNvSpPr>
              <p:nvPr/>
            </p:nvSpPr>
            <p:spPr bwMode="auto">
              <a:xfrm>
                <a:off x="2241" y="2445"/>
                <a:ext cx="31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dirty="0">
                    <a:solidFill>
                      <a:srgbClr val="333399"/>
                    </a:solidFill>
                    <a:latin typeface="Times New Roman" pitchFamily="18" charset="0"/>
                  </a:rPr>
                  <a:t>类型</a:t>
                </a:r>
              </a:p>
            </p:txBody>
          </p:sp>
          <p:sp>
            <p:nvSpPr>
              <p:cNvPr id="94238" name="Rectangle 23"/>
              <p:cNvSpPr>
                <a:spLocks noChangeArrowheads="1"/>
              </p:cNvSpPr>
              <p:nvPr/>
            </p:nvSpPr>
            <p:spPr bwMode="auto">
              <a:xfrm>
                <a:off x="3406" y="2445"/>
                <a:ext cx="54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a:solidFill>
                      <a:srgbClr val="333399"/>
                    </a:solidFill>
                    <a:latin typeface="Times New Roman" pitchFamily="18" charset="0"/>
                  </a:rPr>
                  <a:t>数        据</a:t>
                </a:r>
              </a:p>
            </p:txBody>
          </p:sp>
          <p:sp>
            <p:nvSpPr>
              <p:cNvPr id="94239" name="Rectangle 24"/>
              <p:cNvSpPr>
                <a:spLocks noChangeArrowheads="1"/>
              </p:cNvSpPr>
              <p:nvPr/>
            </p:nvSpPr>
            <p:spPr bwMode="auto">
              <a:xfrm>
                <a:off x="4683" y="2445"/>
                <a:ext cx="30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FCS</a:t>
                </a:r>
              </a:p>
            </p:txBody>
          </p:sp>
          <p:sp>
            <p:nvSpPr>
              <p:cNvPr id="94240" name="Rectangle 25"/>
              <p:cNvSpPr>
                <a:spLocks noChangeArrowheads="1"/>
              </p:cNvSpPr>
              <p:nvPr/>
            </p:nvSpPr>
            <p:spPr bwMode="auto">
              <a:xfrm>
                <a:off x="1193" y="2205"/>
                <a:ext cx="14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6</a:t>
                </a:r>
              </a:p>
            </p:txBody>
          </p:sp>
          <p:sp>
            <p:nvSpPr>
              <p:cNvPr id="94241" name="Rectangle 26"/>
              <p:cNvSpPr>
                <a:spLocks noChangeArrowheads="1"/>
              </p:cNvSpPr>
              <p:nvPr/>
            </p:nvSpPr>
            <p:spPr bwMode="auto">
              <a:xfrm>
                <a:off x="1810" y="2205"/>
                <a:ext cx="14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6</a:t>
                </a:r>
              </a:p>
            </p:txBody>
          </p:sp>
          <p:sp>
            <p:nvSpPr>
              <p:cNvPr id="94242" name="Rectangle 27"/>
              <p:cNvSpPr>
                <a:spLocks noChangeArrowheads="1"/>
              </p:cNvSpPr>
              <p:nvPr/>
            </p:nvSpPr>
            <p:spPr bwMode="auto">
              <a:xfrm>
                <a:off x="2379" y="2205"/>
                <a:ext cx="14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2</a:t>
                </a:r>
              </a:p>
            </p:txBody>
          </p:sp>
          <p:sp>
            <p:nvSpPr>
              <p:cNvPr id="94243" name="Rectangle 28"/>
              <p:cNvSpPr>
                <a:spLocks noChangeArrowheads="1"/>
              </p:cNvSpPr>
              <p:nvPr/>
            </p:nvSpPr>
            <p:spPr bwMode="auto">
              <a:xfrm>
                <a:off x="4786" y="2205"/>
                <a:ext cx="14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4</a:t>
                </a:r>
              </a:p>
            </p:txBody>
          </p:sp>
          <p:sp>
            <p:nvSpPr>
              <p:cNvPr id="94244" name="Rectangle 29"/>
              <p:cNvSpPr>
                <a:spLocks noChangeArrowheads="1"/>
              </p:cNvSpPr>
              <p:nvPr/>
            </p:nvSpPr>
            <p:spPr bwMode="auto">
              <a:xfrm>
                <a:off x="659" y="2182"/>
                <a:ext cx="31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a:solidFill>
                      <a:srgbClr val="333399"/>
                    </a:solidFill>
                    <a:latin typeface="Times New Roman" pitchFamily="18" charset="0"/>
                  </a:rPr>
                  <a:t>字节</a:t>
                </a:r>
              </a:p>
            </p:txBody>
          </p:sp>
          <p:sp>
            <p:nvSpPr>
              <p:cNvPr id="94245" name="Text Box 30"/>
              <p:cNvSpPr txBox="1">
                <a:spLocks noChangeArrowheads="1"/>
              </p:cNvSpPr>
              <p:nvPr/>
            </p:nvSpPr>
            <p:spPr bwMode="auto">
              <a:xfrm>
                <a:off x="3777" y="2185"/>
                <a:ext cx="47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defRPr sz="1600" b="1">
                    <a:solidFill>
                      <a:srgbClr val="1C1C1C"/>
                    </a:solidFill>
                    <a:latin typeface="黑体" pitchFamily="49" charset="-122"/>
                    <a:ea typeface="黑体" pitchFamily="49" charset="-122"/>
                  </a:defRPr>
                </a:lvl1pPr>
                <a:lvl2pPr marL="742950" indent="-285750" defTabSz="762000">
                  <a:defRPr sz="1600">
                    <a:solidFill>
                      <a:srgbClr val="1C1C1C"/>
                    </a:solidFill>
                    <a:latin typeface="黑体" pitchFamily="49" charset="-122"/>
                    <a:ea typeface="黑体" pitchFamily="49" charset="-122"/>
                  </a:defRPr>
                </a:lvl2pPr>
                <a:lvl3pPr marL="1143000" indent="-228600" defTabSz="762000">
                  <a:defRPr sz="1600">
                    <a:solidFill>
                      <a:srgbClr val="1C1C1C"/>
                    </a:solidFill>
                    <a:latin typeface="黑体" pitchFamily="49" charset="-122"/>
                    <a:ea typeface="黑体" pitchFamily="49" charset="-122"/>
                  </a:defRPr>
                </a:lvl3pPr>
                <a:lvl4pPr marL="1600200" indent="-228600" defTabSz="762000">
                  <a:defRPr sz="1600">
                    <a:solidFill>
                      <a:srgbClr val="1C1C1C"/>
                    </a:solidFill>
                    <a:latin typeface="黑体" pitchFamily="49" charset="-122"/>
                    <a:ea typeface="黑体" pitchFamily="49" charset="-122"/>
                  </a:defRPr>
                </a:lvl4pPr>
                <a:lvl5pPr marL="2057400" indent="-228600" defTabSz="762000">
                  <a:defRPr sz="1600">
                    <a:solidFill>
                      <a:srgbClr val="1C1C1C"/>
                    </a:solidFill>
                    <a:latin typeface="黑体" pitchFamily="49" charset="-122"/>
                    <a:ea typeface="黑体" pitchFamily="49" charset="-122"/>
                  </a:defRPr>
                </a:lvl5pPr>
                <a:lvl6pPr marL="2514600" indent="-228600" defTabSz="762000" eaLnBrk="0" hangingPunct="0">
                  <a:defRPr sz="1600">
                    <a:solidFill>
                      <a:srgbClr val="1C1C1C"/>
                    </a:solidFill>
                    <a:latin typeface="黑体" pitchFamily="49" charset="-122"/>
                    <a:ea typeface="黑体" pitchFamily="49" charset="-122"/>
                  </a:defRPr>
                </a:lvl6pPr>
                <a:lvl7pPr marL="2971800" indent="-228600" defTabSz="762000" eaLnBrk="0" hangingPunct="0">
                  <a:defRPr sz="1600">
                    <a:solidFill>
                      <a:srgbClr val="1C1C1C"/>
                    </a:solidFill>
                    <a:latin typeface="黑体" pitchFamily="49" charset="-122"/>
                    <a:ea typeface="黑体" pitchFamily="49" charset="-122"/>
                  </a:defRPr>
                </a:lvl7pPr>
                <a:lvl8pPr marL="3429000" indent="-228600" defTabSz="762000" eaLnBrk="0" hangingPunct="0">
                  <a:defRPr sz="1600">
                    <a:solidFill>
                      <a:srgbClr val="1C1C1C"/>
                    </a:solidFill>
                    <a:latin typeface="黑体" pitchFamily="49" charset="-122"/>
                    <a:ea typeface="黑体" pitchFamily="49" charset="-122"/>
                  </a:defRPr>
                </a:lvl8pPr>
                <a:lvl9pPr marL="3886200" indent="-228600" defTabSz="762000" eaLnBrk="0" hangingPunct="0">
                  <a:defRPr sz="1600">
                    <a:solidFill>
                      <a:srgbClr val="1C1C1C"/>
                    </a:solidFill>
                    <a:latin typeface="黑体" pitchFamily="49" charset="-122"/>
                    <a:ea typeface="黑体" pitchFamily="49" charset="-122"/>
                  </a:defRPr>
                </a:lvl9pPr>
              </a:lstStyle>
              <a:p>
                <a:r>
                  <a:rPr kumimoji="1" lang="en-US" altLang="zh-CN">
                    <a:solidFill>
                      <a:srgbClr val="333399"/>
                    </a:solidFill>
                    <a:latin typeface="Times New Roman" pitchFamily="18" charset="0"/>
                    <a:ea typeface="宋体" pitchFamily="2" charset="-122"/>
                  </a:rPr>
                  <a:t>46 ~ 1500</a:t>
                </a:r>
              </a:p>
            </p:txBody>
          </p:sp>
        </p:grpSp>
      </p:grpSp>
      <p:grpSp>
        <p:nvGrpSpPr>
          <p:cNvPr id="94221" name="Group 31"/>
          <p:cNvGrpSpPr>
            <a:grpSpLocks/>
          </p:cNvGrpSpPr>
          <p:nvPr/>
        </p:nvGrpSpPr>
        <p:grpSpPr bwMode="auto">
          <a:xfrm>
            <a:off x="5746003" y="2972488"/>
            <a:ext cx="4165058" cy="990829"/>
            <a:chOff x="2715" y="1872"/>
            <a:chExt cx="1968" cy="624"/>
          </a:xfrm>
        </p:grpSpPr>
        <p:sp>
          <p:nvSpPr>
            <p:cNvPr id="94226" name="AutoShape 32"/>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p>
              <a:pPr eaLnBrk="1" hangingPunct="1"/>
              <a:endParaRPr lang="zh-CN" altLang="en-US" b="1"/>
            </a:p>
          </p:txBody>
        </p:sp>
        <p:sp>
          <p:nvSpPr>
            <p:cNvPr id="94227" name="Rectangle 33"/>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dist="35921" dir="2700000" algn="ctr" rotWithShape="0">
                <a:schemeClr val="bg2"/>
              </a:outerShdw>
            </a:effectLst>
          </p:spPr>
          <p:txBody>
            <a:bodyPr wrap="none" anchor="ctr"/>
            <a:lstStyle/>
            <a:p>
              <a:pPr algn="ctr" defTabSz="907085"/>
              <a:r>
                <a:rPr kumimoji="1" lang="en-US" altLang="zh-CN" sz="1900" b="1">
                  <a:solidFill>
                    <a:srgbClr val="333399"/>
                  </a:solidFill>
                  <a:latin typeface="Times New Roman" pitchFamily="18" charset="0"/>
                </a:rPr>
                <a:t>IP </a:t>
              </a:r>
              <a:r>
                <a:rPr kumimoji="1" lang="zh-CN" altLang="en-US" sz="1900" b="1">
                  <a:solidFill>
                    <a:srgbClr val="333399"/>
                  </a:solidFill>
                  <a:latin typeface="Times New Roman" pitchFamily="18" charset="0"/>
                </a:rPr>
                <a:t>数据报</a:t>
              </a:r>
            </a:p>
          </p:txBody>
        </p:sp>
      </p:grpSp>
      <p:sp>
        <p:nvSpPr>
          <p:cNvPr id="94222" name="Rectangle 34"/>
          <p:cNvSpPr>
            <a:spLocks noGrp="1" noChangeArrowheads="1"/>
          </p:cNvSpPr>
          <p:nvPr>
            <p:ph type="title"/>
          </p:nvPr>
        </p:nvSpPr>
        <p:spPr/>
        <p:txBody>
          <a:bodyPr/>
          <a:lstStyle/>
          <a:p>
            <a:r>
              <a:rPr lang="en-US" altLang="zh-CN" dirty="0"/>
              <a:t>3.3.5 </a:t>
            </a:r>
            <a:r>
              <a:rPr lang="zh-CN" altLang="en-US" dirty="0"/>
              <a:t>以太网的硬件地址及帧格式</a:t>
            </a:r>
            <a:endParaRPr lang="zh-CN" altLang="en-US" dirty="0">
              <a:solidFill>
                <a:srgbClr val="FFFFFF"/>
              </a:solidFill>
            </a:endParaRPr>
          </a:p>
        </p:txBody>
      </p:sp>
      <p:sp>
        <p:nvSpPr>
          <p:cNvPr id="94223" name="AutoShape 35"/>
          <p:cNvSpPr>
            <a:spLocks noChangeArrowheads="1"/>
          </p:cNvSpPr>
          <p:nvPr/>
        </p:nvSpPr>
        <p:spPr bwMode="auto">
          <a:xfrm>
            <a:off x="7781085" y="2333508"/>
            <a:ext cx="3646541" cy="504942"/>
          </a:xfrm>
          <a:prstGeom prst="wedgeRoundRectCallout">
            <a:avLst>
              <a:gd name="adj1" fmla="val 25031"/>
              <a:gd name="adj2" fmla="val 276425"/>
              <a:gd name="adj3" fmla="val 16667"/>
            </a:avLst>
          </a:prstGeom>
          <a:solidFill>
            <a:srgbClr val="FFFF99"/>
          </a:solidFill>
          <a:ln w="9525">
            <a:solidFill>
              <a:schemeClr val="tx1"/>
            </a:solidFill>
            <a:miter lim="800000"/>
            <a:headEnd/>
            <a:tailEnd/>
          </a:ln>
        </p:spPr>
        <p:txBody>
          <a:bodyPr lIns="108850" tIns="54425" rIns="108850" bIns="54425"/>
          <a:lstStyle/>
          <a:p>
            <a:pPr algn="ctr" eaLnBrk="1" hangingPunct="1"/>
            <a:r>
              <a:rPr lang="en-US" altLang="zh-CN" sz="2900" b="1" dirty="0">
                <a:solidFill>
                  <a:srgbClr val="333399"/>
                </a:solidFill>
                <a:ea typeface="黑体" pitchFamily="49" charset="-122"/>
              </a:rPr>
              <a:t>FCS </a:t>
            </a:r>
            <a:r>
              <a:rPr lang="zh-CN" altLang="en-US" sz="2900" b="1" dirty="0">
                <a:solidFill>
                  <a:srgbClr val="333399"/>
                </a:solidFill>
                <a:ea typeface="黑体" pitchFamily="49" charset="-122"/>
              </a:rPr>
              <a:t>字段 </a:t>
            </a:r>
            <a:r>
              <a:rPr kumimoji="1" lang="en-US" altLang="zh-CN" sz="2900" b="1" dirty="0">
                <a:solidFill>
                  <a:srgbClr val="333399"/>
                </a:solidFill>
              </a:rPr>
              <a:t>4</a:t>
            </a:r>
            <a:r>
              <a:rPr lang="en-US" altLang="zh-CN" sz="2900" b="1" dirty="0">
                <a:solidFill>
                  <a:srgbClr val="333399"/>
                </a:solidFill>
                <a:ea typeface="黑体" pitchFamily="49" charset="-122"/>
              </a:rPr>
              <a:t> </a:t>
            </a:r>
            <a:r>
              <a:rPr lang="zh-CN" altLang="en-US" sz="2900" b="1" dirty="0">
                <a:solidFill>
                  <a:srgbClr val="333399"/>
                </a:solidFill>
                <a:ea typeface="黑体" pitchFamily="49" charset="-122"/>
              </a:rPr>
              <a:t>字节</a:t>
            </a:r>
          </a:p>
        </p:txBody>
      </p:sp>
      <p:sp>
        <p:nvSpPr>
          <p:cNvPr id="322597" name="Text Box 37"/>
          <p:cNvSpPr txBox="1">
            <a:spLocks noChangeArrowheads="1"/>
          </p:cNvSpPr>
          <p:nvPr/>
        </p:nvSpPr>
        <p:spPr bwMode="auto">
          <a:xfrm>
            <a:off x="478582" y="5302002"/>
            <a:ext cx="11642825" cy="1002465"/>
          </a:xfrm>
          <a:prstGeom prst="rect">
            <a:avLst/>
          </a:prstGeom>
          <a:solidFill>
            <a:srgbClr val="CCECFF"/>
          </a:solidFill>
          <a:ln w="9525">
            <a:solidFill>
              <a:srgbClr val="333399"/>
            </a:solidFill>
            <a:miter lim="800000"/>
            <a:headEnd/>
            <a:tailEnd/>
          </a:ln>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algn="ctr" eaLnBrk="1" hangingPunct="1"/>
            <a:r>
              <a:rPr lang="zh-CN" altLang="en-US" sz="2900" dirty="0">
                <a:solidFill>
                  <a:srgbClr val="333399"/>
                </a:solidFill>
                <a:latin typeface="Arial" charset="0"/>
              </a:rPr>
              <a:t>若</a:t>
            </a:r>
            <a:r>
              <a:rPr lang="zh-CN" altLang="en-US" sz="2900" dirty="0" smtClean="0">
                <a:solidFill>
                  <a:srgbClr val="333399"/>
                </a:solidFill>
                <a:latin typeface="Arial" charset="0"/>
              </a:rPr>
              <a:t>数据</a:t>
            </a:r>
            <a:r>
              <a:rPr lang="zh-CN" altLang="en-US" sz="2900" dirty="0">
                <a:solidFill>
                  <a:srgbClr val="333399"/>
                </a:solidFill>
                <a:latin typeface="Arial" charset="0"/>
              </a:rPr>
              <a:t>字段的长度小于 </a:t>
            </a:r>
            <a:r>
              <a:rPr lang="en-US" altLang="zh-CN" sz="2900" dirty="0">
                <a:solidFill>
                  <a:srgbClr val="333399"/>
                </a:solidFill>
                <a:latin typeface="Arial" charset="0"/>
              </a:rPr>
              <a:t>46 </a:t>
            </a:r>
            <a:r>
              <a:rPr lang="zh-CN" altLang="en-US" sz="2900" dirty="0" smtClean="0">
                <a:solidFill>
                  <a:srgbClr val="333399"/>
                </a:solidFill>
                <a:latin typeface="Arial" charset="0"/>
              </a:rPr>
              <a:t>字节，封装成帧时就会在</a:t>
            </a:r>
            <a:r>
              <a:rPr lang="zh-CN" altLang="en-US" sz="2900" dirty="0">
                <a:solidFill>
                  <a:srgbClr val="333399"/>
                </a:solidFill>
                <a:latin typeface="Arial" charset="0"/>
              </a:rPr>
              <a:t>数据字段的</a:t>
            </a:r>
            <a:r>
              <a:rPr lang="zh-CN" altLang="en-US" sz="2900" dirty="0" smtClean="0">
                <a:solidFill>
                  <a:srgbClr val="333399"/>
                </a:solidFill>
                <a:latin typeface="Arial" charset="0"/>
              </a:rPr>
              <a:t>后面加</a:t>
            </a:r>
            <a:endParaRPr lang="en-US" altLang="zh-CN" sz="2900" dirty="0" smtClean="0">
              <a:solidFill>
                <a:srgbClr val="333399"/>
              </a:solidFill>
              <a:latin typeface="Arial" charset="0"/>
            </a:endParaRPr>
          </a:p>
          <a:p>
            <a:pPr algn="ctr" eaLnBrk="1" hangingPunct="1"/>
            <a:r>
              <a:rPr lang="zh-CN" altLang="en-US" sz="2900" dirty="0" smtClean="0">
                <a:solidFill>
                  <a:srgbClr val="333399"/>
                </a:solidFill>
                <a:latin typeface="Arial" charset="0"/>
              </a:rPr>
              <a:t>入</a:t>
            </a:r>
            <a:r>
              <a:rPr lang="zh-CN" altLang="en-US" sz="2900" dirty="0">
                <a:solidFill>
                  <a:srgbClr val="333399"/>
                </a:solidFill>
                <a:latin typeface="Arial" charset="0"/>
              </a:rPr>
              <a:t>整数字节的</a:t>
            </a:r>
            <a:r>
              <a:rPr lang="zh-CN" altLang="en-US" sz="2900" dirty="0">
                <a:solidFill>
                  <a:srgbClr val="C00000"/>
                </a:solidFill>
                <a:latin typeface="Arial" charset="0"/>
              </a:rPr>
              <a:t>填充字段</a:t>
            </a:r>
            <a:r>
              <a:rPr lang="zh-CN" altLang="en-US" sz="2900" dirty="0" smtClean="0">
                <a:solidFill>
                  <a:srgbClr val="333399"/>
                </a:solidFill>
                <a:latin typeface="Arial" charset="0"/>
              </a:rPr>
              <a:t>，以</a:t>
            </a:r>
            <a:r>
              <a:rPr lang="zh-CN" altLang="en-US" sz="2900" dirty="0">
                <a:solidFill>
                  <a:srgbClr val="333399"/>
                </a:solidFill>
                <a:latin typeface="Arial" charset="0"/>
              </a:rPr>
              <a:t>保证以太网的 </a:t>
            </a:r>
            <a:r>
              <a:rPr lang="en-US" altLang="zh-CN" sz="2900" dirty="0">
                <a:solidFill>
                  <a:srgbClr val="333399"/>
                </a:solidFill>
                <a:latin typeface="Arial" charset="0"/>
              </a:rPr>
              <a:t>MAC </a:t>
            </a:r>
            <a:r>
              <a:rPr lang="zh-CN" altLang="en-US" sz="2900" dirty="0">
                <a:solidFill>
                  <a:srgbClr val="333399"/>
                </a:solidFill>
                <a:latin typeface="Arial" charset="0"/>
              </a:rPr>
              <a:t>帧长不小于 </a:t>
            </a:r>
            <a:r>
              <a:rPr lang="en-US" altLang="zh-CN" sz="2900" dirty="0">
                <a:solidFill>
                  <a:srgbClr val="333399"/>
                </a:solidFill>
                <a:latin typeface="Arial" charset="0"/>
              </a:rPr>
              <a:t>64 </a:t>
            </a:r>
            <a:r>
              <a:rPr lang="zh-CN" altLang="en-US" sz="2900" dirty="0">
                <a:solidFill>
                  <a:srgbClr val="333399"/>
                </a:solidFill>
                <a:latin typeface="Arial" charset="0"/>
              </a:rPr>
              <a:t>字节。 </a:t>
            </a:r>
          </a:p>
        </p:txBody>
      </p:sp>
      <p:sp>
        <p:nvSpPr>
          <p:cNvPr id="39" name="Text Box 37"/>
          <p:cNvSpPr txBox="1">
            <a:spLocks noChangeArrowheads="1"/>
          </p:cNvSpPr>
          <p:nvPr/>
        </p:nvSpPr>
        <p:spPr bwMode="auto">
          <a:xfrm>
            <a:off x="334566" y="1030721"/>
            <a:ext cx="7300022" cy="1895017"/>
          </a:xfrm>
          <a:prstGeom prst="rect">
            <a:avLst/>
          </a:prstGeom>
          <a:solidFill>
            <a:srgbClr val="CCECFF"/>
          </a:solidFill>
          <a:ln w="9525">
            <a:solidFill>
              <a:srgbClr val="333399"/>
            </a:solidFill>
            <a:miter lim="800000"/>
            <a:headEnd/>
            <a:tailEnd/>
          </a:ln>
        </p:spPr>
        <p:txBody>
          <a:bodyPr wrap="squar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algn="ctr" eaLnBrk="1" hangingPunct="1"/>
            <a:r>
              <a:rPr lang="en-US" altLang="zh-CN" sz="2900" dirty="0" smtClean="0">
                <a:solidFill>
                  <a:srgbClr val="333399"/>
                </a:solidFill>
                <a:latin typeface="Arial" charset="0"/>
              </a:rPr>
              <a:t>MAC </a:t>
            </a:r>
            <a:r>
              <a:rPr lang="zh-CN" altLang="en-US" sz="2900" dirty="0" smtClean="0">
                <a:solidFill>
                  <a:srgbClr val="333399"/>
                </a:solidFill>
                <a:latin typeface="Arial" charset="0"/>
              </a:rPr>
              <a:t>帧中没有帧结束定界符。由于以太网使用曼彻斯特编码，当 </a:t>
            </a:r>
            <a:r>
              <a:rPr lang="en-US" altLang="zh-CN" sz="2900" dirty="0" smtClean="0">
                <a:solidFill>
                  <a:srgbClr val="333399"/>
                </a:solidFill>
                <a:latin typeface="Arial" charset="0"/>
              </a:rPr>
              <a:t>MAC </a:t>
            </a:r>
            <a:r>
              <a:rPr lang="zh-CN" altLang="en-US" sz="2900" dirty="0" smtClean="0">
                <a:solidFill>
                  <a:srgbClr val="333399"/>
                </a:solidFill>
                <a:latin typeface="Arial" charset="0"/>
              </a:rPr>
              <a:t>帧发送完毕后，适配器的接口上就不再有电压变化，接收方可以很容易地找到 </a:t>
            </a:r>
            <a:r>
              <a:rPr lang="en-US" altLang="zh-CN" sz="2900" dirty="0" smtClean="0">
                <a:solidFill>
                  <a:srgbClr val="333399"/>
                </a:solidFill>
                <a:latin typeface="Arial" charset="0"/>
              </a:rPr>
              <a:t>MAC </a:t>
            </a:r>
            <a:r>
              <a:rPr lang="zh-CN" altLang="en-US" sz="2900" dirty="0" smtClean="0">
                <a:solidFill>
                  <a:srgbClr val="333399"/>
                </a:solidFill>
                <a:latin typeface="Arial" charset="0"/>
              </a:rPr>
              <a:t>帧的结束位置。</a:t>
            </a:r>
            <a:endParaRPr lang="zh-CN" altLang="en-US" sz="2900" dirty="0">
              <a:solidFill>
                <a:srgbClr val="333399"/>
              </a:solidFill>
              <a:latin typeface="Arial" charset="0"/>
            </a:endParaRPr>
          </a:p>
        </p:txBody>
      </p:sp>
    </p:spTree>
    <p:extLst>
      <p:ext uri="{BB962C8B-B14F-4D97-AF65-F5344CB8AC3E}">
        <p14:creationId xmlns:p14="http://schemas.microsoft.com/office/powerpoint/2010/main" val="181123190"/>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25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2597" grpId="0" animBg="1"/>
      <p:bldP spid="39"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Line 2"/>
          <p:cNvSpPr>
            <a:spLocks noChangeShapeType="1"/>
          </p:cNvSpPr>
          <p:nvPr/>
        </p:nvSpPr>
        <p:spPr bwMode="auto">
          <a:xfrm>
            <a:off x="203173" y="4496841"/>
            <a:ext cx="11885653" cy="0"/>
          </a:xfrm>
          <a:prstGeom prst="line">
            <a:avLst/>
          </a:prstGeom>
          <a:noFill/>
          <a:ln w="12700" cmpd="sng">
            <a:solidFill>
              <a:schemeClr val="folHlink"/>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94211" name="Rectangle 3"/>
          <p:cNvSpPr>
            <a:spLocks noChangeArrowheads="1"/>
          </p:cNvSpPr>
          <p:nvPr/>
        </p:nvSpPr>
        <p:spPr bwMode="auto">
          <a:xfrm>
            <a:off x="2071948" y="4731845"/>
            <a:ext cx="8550220" cy="495415"/>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nchor="ctr"/>
          <a:lstStyle/>
          <a:p>
            <a:pPr eaLnBrk="1" hangingPunct="1"/>
            <a:endParaRPr lang="zh-CN" altLang="en-US" b="1"/>
          </a:p>
        </p:txBody>
      </p:sp>
      <p:sp>
        <p:nvSpPr>
          <p:cNvPr id="94212" name="Rectangle 4"/>
          <p:cNvSpPr>
            <a:spLocks noChangeArrowheads="1"/>
          </p:cNvSpPr>
          <p:nvPr/>
        </p:nvSpPr>
        <p:spPr bwMode="auto">
          <a:xfrm>
            <a:off x="2063482" y="4731846"/>
            <a:ext cx="8558686" cy="489063"/>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lIns="108850" tIns="54425" rIns="108850" bIns="54425" anchor="ctr"/>
          <a:lstStyle/>
          <a:p>
            <a:pPr eaLnBrk="1" hangingPunct="1"/>
            <a:endParaRPr lang="zh-CN" altLang="en-US" b="1"/>
          </a:p>
        </p:txBody>
      </p:sp>
      <p:sp>
        <p:nvSpPr>
          <p:cNvPr id="94213" name="Rectangle 5"/>
          <p:cNvSpPr>
            <a:spLocks noChangeArrowheads="1"/>
          </p:cNvSpPr>
          <p:nvPr/>
        </p:nvSpPr>
        <p:spPr bwMode="auto">
          <a:xfrm>
            <a:off x="5674046" y="4836645"/>
            <a:ext cx="1105601"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1900" b="1">
                <a:solidFill>
                  <a:srgbClr val="333399"/>
                </a:solidFill>
                <a:latin typeface="Times New Roman" pitchFamily="18" charset="0"/>
              </a:rPr>
              <a:t>MAC </a:t>
            </a:r>
            <a:r>
              <a:rPr kumimoji="1" lang="zh-CN" altLang="en-US" sz="1900" b="1">
                <a:solidFill>
                  <a:srgbClr val="333399"/>
                </a:solidFill>
                <a:latin typeface="Times New Roman" pitchFamily="18" charset="0"/>
              </a:rPr>
              <a:t>帧</a:t>
            </a:r>
          </a:p>
        </p:txBody>
      </p:sp>
      <p:sp>
        <p:nvSpPr>
          <p:cNvPr id="94214" name="Rectangle 6"/>
          <p:cNvSpPr>
            <a:spLocks noChangeArrowheads="1"/>
          </p:cNvSpPr>
          <p:nvPr/>
        </p:nvSpPr>
        <p:spPr bwMode="auto">
          <a:xfrm>
            <a:off x="10990420" y="4816004"/>
            <a:ext cx="948507"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1900" b="1">
                <a:solidFill>
                  <a:srgbClr val="333399"/>
                </a:solidFill>
                <a:latin typeface="Times New Roman" pitchFamily="18" charset="0"/>
              </a:rPr>
              <a:t>物理层</a:t>
            </a:r>
          </a:p>
        </p:txBody>
      </p:sp>
      <p:sp>
        <p:nvSpPr>
          <p:cNvPr id="94215" name="Rectangle 7"/>
          <p:cNvSpPr>
            <a:spLocks noChangeArrowheads="1"/>
          </p:cNvSpPr>
          <p:nvPr/>
        </p:nvSpPr>
        <p:spPr bwMode="auto">
          <a:xfrm>
            <a:off x="10950208" y="3887100"/>
            <a:ext cx="1105601" cy="399247"/>
          </a:xfrm>
          <a:prstGeom prst="rect">
            <a:avLst/>
          </a:prstGeom>
          <a:noFill/>
          <a:ln>
            <a:noFill/>
          </a:ln>
          <a:extLst/>
        </p:spPr>
        <p:txBody>
          <a:bodyPr wrap="none" lIns="107717" tIns="52913" rIns="107717" bIns="52913">
            <a:spAutoFit/>
          </a:bodyPr>
          <a:lstStyle/>
          <a:p>
            <a:pPr defTabSz="907085"/>
            <a:r>
              <a:rPr kumimoji="1" lang="en-US" altLang="zh-CN" sz="1900" b="1" dirty="0">
                <a:solidFill>
                  <a:srgbClr val="333399"/>
                </a:solidFill>
                <a:latin typeface="Times New Roman" pitchFamily="18" charset="0"/>
              </a:rPr>
              <a:t>MAC </a:t>
            </a:r>
            <a:r>
              <a:rPr kumimoji="1" lang="zh-CN" altLang="en-US" sz="1900" b="1" dirty="0">
                <a:solidFill>
                  <a:srgbClr val="333399"/>
                </a:solidFill>
                <a:latin typeface="Times New Roman" pitchFamily="18" charset="0"/>
              </a:rPr>
              <a:t>层</a:t>
            </a:r>
          </a:p>
        </p:txBody>
      </p:sp>
      <p:sp>
        <p:nvSpPr>
          <p:cNvPr id="94216" name="Line 8"/>
          <p:cNvSpPr>
            <a:spLocks noChangeShapeType="1"/>
          </p:cNvSpPr>
          <p:nvPr/>
        </p:nvSpPr>
        <p:spPr bwMode="auto">
          <a:xfrm flipH="1">
            <a:off x="2061365" y="4222140"/>
            <a:ext cx="2117" cy="514469"/>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94217" name="Line 9"/>
          <p:cNvSpPr>
            <a:spLocks noChangeShapeType="1"/>
          </p:cNvSpPr>
          <p:nvPr/>
        </p:nvSpPr>
        <p:spPr bwMode="auto">
          <a:xfrm>
            <a:off x="10607353" y="4293594"/>
            <a:ext cx="14815" cy="4319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94218" name="Rectangle 10"/>
          <p:cNvSpPr>
            <a:spLocks noChangeArrowheads="1"/>
          </p:cNvSpPr>
          <p:nvPr/>
        </p:nvSpPr>
        <p:spPr bwMode="auto">
          <a:xfrm>
            <a:off x="11130102" y="2972489"/>
            <a:ext cx="753903"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1900" b="1">
                <a:solidFill>
                  <a:srgbClr val="333399"/>
                </a:solidFill>
                <a:latin typeface="Times New Roman" pitchFamily="18" charset="0"/>
              </a:rPr>
              <a:t>IP </a:t>
            </a:r>
            <a:r>
              <a:rPr kumimoji="1" lang="zh-CN" altLang="en-US" sz="1900" b="1">
                <a:solidFill>
                  <a:srgbClr val="333399"/>
                </a:solidFill>
                <a:latin typeface="Times New Roman" pitchFamily="18" charset="0"/>
              </a:rPr>
              <a:t>层</a:t>
            </a:r>
          </a:p>
        </p:txBody>
      </p:sp>
      <p:sp>
        <p:nvSpPr>
          <p:cNvPr id="94219" name="Line 11"/>
          <p:cNvSpPr>
            <a:spLocks noChangeShapeType="1"/>
          </p:cNvSpPr>
          <p:nvPr/>
        </p:nvSpPr>
        <p:spPr bwMode="auto">
          <a:xfrm>
            <a:off x="10926929" y="3507603"/>
            <a:ext cx="1094174" cy="0"/>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grpSp>
        <p:nvGrpSpPr>
          <p:cNvPr id="94220" name="Group 12"/>
          <p:cNvGrpSpPr>
            <a:grpSpLocks/>
          </p:cNvGrpSpPr>
          <p:nvPr/>
        </p:nvGrpSpPr>
        <p:grpSpPr bwMode="auto">
          <a:xfrm>
            <a:off x="1394703" y="3464728"/>
            <a:ext cx="9227465" cy="1413202"/>
            <a:chOff x="659" y="2182"/>
            <a:chExt cx="4360" cy="890"/>
          </a:xfrm>
        </p:grpSpPr>
        <p:sp>
          <p:nvSpPr>
            <p:cNvPr id="94228" name="AutoShape 13"/>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p>
              <a:pPr eaLnBrk="1" hangingPunct="1"/>
              <a:endParaRPr lang="zh-CN" altLang="en-US" b="1"/>
            </a:p>
          </p:txBody>
        </p:sp>
        <p:grpSp>
          <p:nvGrpSpPr>
            <p:cNvPr id="94229" name="Group 14"/>
            <p:cNvGrpSpPr>
              <a:grpSpLocks/>
            </p:cNvGrpSpPr>
            <p:nvPr/>
          </p:nvGrpSpPr>
          <p:grpSpPr bwMode="auto">
            <a:xfrm>
              <a:off x="659" y="2182"/>
              <a:ext cx="4360" cy="506"/>
              <a:chOff x="659" y="2182"/>
              <a:chExt cx="4360" cy="506"/>
            </a:xfrm>
          </p:grpSpPr>
          <p:sp>
            <p:nvSpPr>
              <p:cNvPr id="94230" name="Rectangle 15"/>
              <p:cNvSpPr>
                <a:spLocks noChangeArrowheads="1"/>
              </p:cNvSpPr>
              <p:nvPr/>
            </p:nvSpPr>
            <p:spPr bwMode="auto">
              <a:xfrm>
                <a:off x="974" y="2400"/>
                <a:ext cx="4045" cy="288"/>
              </a:xfrm>
              <a:prstGeom prst="rect">
                <a:avLst/>
              </a:prstGeom>
              <a:solidFill>
                <a:srgbClr val="FFCCFF"/>
              </a:solidFill>
              <a:ln w="19050">
                <a:solidFill>
                  <a:schemeClr val="tx1"/>
                </a:solidFill>
                <a:miter lim="800000"/>
                <a:headEnd/>
                <a:tailEnd/>
              </a:ln>
              <a:effectLst>
                <a:outerShdw dist="35921" dir="2700000" algn="ctr" rotWithShape="0">
                  <a:schemeClr val="bg2"/>
                </a:outerShdw>
              </a:effectLst>
            </p:spPr>
            <p:txBody>
              <a:bodyPr wrap="none" anchor="ctr"/>
              <a:lstStyle/>
              <a:p>
                <a:pPr eaLnBrk="1" hangingPunct="1"/>
                <a:endParaRPr lang="zh-CN" altLang="en-US" b="1"/>
              </a:p>
            </p:txBody>
          </p:sp>
          <p:sp>
            <p:nvSpPr>
              <p:cNvPr id="94231" name="Line 16"/>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94232" name="Line 17"/>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94233" name="Line 18"/>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94234" name="Line 19"/>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94235" name="Rectangle 20"/>
              <p:cNvSpPr>
                <a:spLocks noChangeArrowheads="1"/>
              </p:cNvSpPr>
              <p:nvPr/>
            </p:nvSpPr>
            <p:spPr bwMode="auto">
              <a:xfrm>
                <a:off x="963" y="2445"/>
                <a:ext cx="54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a:solidFill>
                      <a:srgbClr val="333399"/>
                    </a:solidFill>
                    <a:latin typeface="Times New Roman" pitchFamily="18" charset="0"/>
                  </a:rPr>
                  <a:t>目的地址</a:t>
                </a:r>
              </a:p>
            </p:txBody>
          </p:sp>
          <p:sp>
            <p:nvSpPr>
              <p:cNvPr id="94236" name="Rectangle 21"/>
              <p:cNvSpPr>
                <a:spLocks noChangeArrowheads="1"/>
              </p:cNvSpPr>
              <p:nvPr/>
            </p:nvSpPr>
            <p:spPr bwMode="auto">
              <a:xfrm>
                <a:off x="1609" y="2445"/>
                <a:ext cx="432"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a:solidFill>
                      <a:srgbClr val="333399"/>
                    </a:solidFill>
                    <a:latin typeface="Times New Roman" pitchFamily="18" charset="0"/>
                  </a:rPr>
                  <a:t>源地址</a:t>
                </a:r>
              </a:p>
            </p:txBody>
          </p:sp>
          <p:sp>
            <p:nvSpPr>
              <p:cNvPr id="94237" name="Rectangle 22"/>
              <p:cNvSpPr>
                <a:spLocks noChangeArrowheads="1"/>
              </p:cNvSpPr>
              <p:nvPr/>
            </p:nvSpPr>
            <p:spPr bwMode="auto">
              <a:xfrm>
                <a:off x="2241" y="2445"/>
                <a:ext cx="31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dirty="0">
                    <a:solidFill>
                      <a:srgbClr val="333399"/>
                    </a:solidFill>
                    <a:latin typeface="Times New Roman" pitchFamily="18" charset="0"/>
                  </a:rPr>
                  <a:t>类型</a:t>
                </a:r>
              </a:p>
            </p:txBody>
          </p:sp>
          <p:sp>
            <p:nvSpPr>
              <p:cNvPr id="94238" name="Rectangle 23"/>
              <p:cNvSpPr>
                <a:spLocks noChangeArrowheads="1"/>
              </p:cNvSpPr>
              <p:nvPr/>
            </p:nvSpPr>
            <p:spPr bwMode="auto">
              <a:xfrm>
                <a:off x="3406" y="2445"/>
                <a:ext cx="54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a:solidFill>
                      <a:srgbClr val="333399"/>
                    </a:solidFill>
                    <a:latin typeface="Times New Roman" pitchFamily="18" charset="0"/>
                  </a:rPr>
                  <a:t>数        据</a:t>
                </a:r>
              </a:p>
            </p:txBody>
          </p:sp>
          <p:sp>
            <p:nvSpPr>
              <p:cNvPr id="94239" name="Rectangle 24"/>
              <p:cNvSpPr>
                <a:spLocks noChangeArrowheads="1"/>
              </p:cNvSpPr>
              <p:nvPr/>
            </p:nvSpPr>
            <p:spPr bwMode="auto">
              <a:xfrm>
                <a:off x="4683" y="2445"/>
                <a:ext cx="30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FCS</a:t>
                </a:r>
              </a:p>
            </p:txBody>
          </p:sp>
          <p:sp>
            <p:nvSpPr>
              <p:cNvPr id="94240" name="Rectangle 25"/>
              <p:cNvSpPr>
                <a:spLocks noChangeArrowheads="1"/>
              </p:cNvSpPr>
              <p:nvPr/>
            </p:nvSpPr>
            <p:spPr bwMode="auto">
              <a:xfrm>
                <a:off x="1193" y="2205"/>
                <a:ext cx="14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6</a:t>
                </a:r>
              </a:p>
            </p:txBody>
          </p:sp>
          <p:sp>
            <p:nvSpPr>
              <p:cNvPr id="94241" name="Rectangle 26"/>
              <p:cNvSpPr>
                <a:spLocks noChangeArrowheads="1"/>
              </p:cNvSpPr>
              <p:nvPr/>
            </p:nvSpPr>
            <p:spPr bwMode="auto">
              <a:xfrm>
                <a:off x="1810" y="2205"/>
                <a:ext cx="14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6</a:t>
                </a:r>
              </a:p>
            </p:txBody>
          </p:sp>
          <p:sp>
            <p:nvSpPr>
              <p:cNvPr id="94242" name="Rectangle 27"/>
              <p:cNvSpPr>
                <a:spLocks noChangeArrowheads="1"/>
              </p:cNvSpPr>
              <p:nvPr/>
            </p:nvSpPr>
            <p:spPr bwMode="auto">
              <a:xfrm>
                <a:off x="2379" y="2205"/>
                <a:ext cx="14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2</a:t>
                </a:r>
              </a:p>
            </p:txBody>
          </p:sp>
          <p:sp>
            <p:nvSpPr>
              <p:cNvPr id="94243" name="Rectangle 28"/>
              <p:cNvSpPr>
                <a:spLocks noChangeArrowheads="1"/>
              </p:cNvSpPr>
              <p:nvPr/>
            </p:nvSpPr>
            <p:spPr bwMode="auto">
              <a:xfrm>
                <a:off x="4786" y="2205"/>
                <a:ext cx="14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4</a:t>
                </a:r>
              </a:p>
            </p:txBody>
          </p:sp>
          <p:sp>
            <p:nvSpPr>
              <p:cNvPr id="94244" name="Rectangle 29"/>
              <p:cNvSpPr>
                <a:spLocks noChangeArrowheads="1"/>
              </p:cNvSpPr>
              <p:nvPr/>
            </p:nvSpPr>
            <p:spPr bwMode="auto">
              <a:xfrm>
                <a:off x="659" y="2182"/>
                <a:ext cx="31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a:solidFill>
                      <a:srgbClr val="333399"/>
                    </a:solidFill>
                    <a:latin typeface="Times New Roman" pitchFamily="18" charset="0"/>
                  </a:rPr>
                  <a:t>字节</a:t>
                </a:r>
              </a:p>
            </p:txBody>
          </p:sp>
          <p:sp>
            <p:nvSpPr>
              <p:cNvPr id="94245" name="Text Box 30"/>
              <p:cNvSpPr txBox="1">
                <a:spLocks noChangeArrowheads="1"/>
              </p:cNvSpPr>
              <p:nvPr/>
            </p:nvSpPr>
            <p:spPr bwMode="auto">
              <a:xfrm>
                <a:off x="3777" y="2185"/>
                <a:ext cx="47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defRPr sz="1600" b="1">
                    <a:solidFill>
                      <a:srgbClr val="1C1C1C"/>
                    </a:solidFill>
                    <a:latin typeface="黑体" pitchFamily="49" charset="-122"/>
                    <a:ea typeface="黑体" pitchFamily="49" charset="-122"/>
                  </a:defRPr>
                </a:lvl1pPr>
                <a:lvl2pPr marL="742950" indent="-285750" defTabSz="762000">
                  <a:defRPr sz="1600">
                    <a:solidFill>
                      <a:srgbClr val="1C1C1C"/>
                    </a:solidFill>
                    <a:latin typeface="黑体" pitchFamily="49" charset="-122"/>
                    <a:ea typeface="黑体" pitchFamily="49" charset="-122"/>
                  </a:defRPr>
                </a:lvl2pPr>
                <a:lvl3pPr marL="1143000" indent="-228600" defTabSz="762000">
                  <a:defRPr sz="1600">
                    <a:solidFill>
                      <a:srgbClr val="1C1C1C"/>
                    </a:solidFill>
                    <a:latin typeface="黑体" pitchFamily="49" charset="-122"/>
                    <a:ea typeface="黑体" pitchFamily="49" charset="-122"/>
                  </a:defRPr>
                </a:lvl3pPr>
                <a:lvl4pPr marL="1600200" indent="-228600" defTabSz="762000">
                  <a:defRPr sz="1600">
                    <a:solidFill>
                      <a:srgbClr val="1C1C1C"/>
                    </a:solidFill>
                    <a:latin typeface="黑体" pitchFamily="49" charset="-122"/>
                    <a:ea typeface="黑体" pitchFamily="49" charset="-122"/>
                  </a:defRPr>
                </a:lvl4pPr>
                <a:lvl5pPr marL="2057400" indent="-228600" defTabSz="762000">
                  <a:defRPr sz="1600">
                    <a:solidFill>
                      <a:srgbClr val="1C1C1C"/>
                    </a:solidFill>
                    <a:latin typeface="黑体" pitchFamily="49" charset="-122"/>
                    <a:ea typeface="黑体" pitchFamily="49" charset="-122"/>
                  </a:defRPr>
                </a:lvl5pPr>
                <a:lvl6pPr marL="2514600" indent="-228600" defTabSz="762000" eaLnBrk="0" hangingPunct="0">
                  <a:defRPr sz="1600">
                    <a:solidFill>
                      <a:srgbClr val="1C1C1C"/>
                    </a:solidFill>
                    <a:latin typeface="黑体" pitchFamily="49" charset="-122"/>
                    <a:ea typeface="黑体" pitchFamily="49" charset="-122"/>
                  </a:defRPr>
                </a:lvl6pPr>
                <a:lvl7pPr marL="2971800" indent="-228600" defTabSz="762000" eaLnBrk="0" hangingPunct="0">
                  <a:defRPr sz="1600">
                    <a:solidFill>
                      <a:srgbClr val="1C1C1C"/>
                    </a:solidFill>
                    <a:latin typeface="黑体" pitchFamily="49" charset="-122"/>
                    <a:ea typeface="黑体" pitchFamily="49" charset="-122"/>
                  </a:defRPr>
                </a:lvl7pPr>
                <a:lvl8pPr marL="3429000" indent="-228600" defTabSz="762000" eaLnBrk="0" hangingPunct="0">
                  <a:defRPr sz="1600">
                    <a:solidFill>
                      <a:srgbClr val="1C1C1C"/>
                    </a:solidFill>
                    <a:latin typeface="黑体" pitchFamily="49" charset="-122"/>
                    <a:ea typeface="黑体" pitchFamily="49" charset="-122"/>
                  </a:defRPr>
                </a:lvl8pPr>
                <a:lvl9pPr marL="3886200" indent="-228600" defTabSz="762000" eaLnBrk="0" hangingPunct="0">
                  <a:defRPr sz="1600">
                    <a:solidFill>
                      <a:srgbClr val="1C1C1C"/>
                    </a:solidFill>
                    <a:latin typeface="黑体" pitchFamily="49" charset="-122"/>
                    <a:ea typeface="黑体" pitchFamily="49" charset="-122"/>
                  </a:defRPr>
                </a:lvl9pPr>
              </a:lstStyle>
              <a:p>
                <a:r>
                  <a:rPr kumimoji="1" lang="en-US" altLang="zh-CN">
                    <a:solidFill>
                      <a:srgbClr val="333399"/>
                    </a:solidFill>
                    <a:latin typeface="Times New Roman" pitchFamily="18" charset="0"/>
                    <a:ea typeface="宋体" pitchFamily="2" charset="-122"/>
                  </a:rPr>
                  <a:t>46 ~ 1500</a:t>
                </a:r>
              </a:p>
            </p:txBody>
          </p:sp>
        </p:grpSp>
      </p:grpSp>
      <p:grpSp>
        <p:nvGrpSpPr>
          <p:cNvPr id="94221" name="Group 31"/>
          <p:cNvGrpSpPr>
            <a:grpSpLocks/>
          </p:cNvGrpSpPr>
          <p:nvPr/>
        </p:nvGrpSpPr>
        <p:grpSpPr bwMode="auto">
          <a:xfrm>
            <a:off x="5746003" y="2972488"/>
            <a:ext cx="4165058" cy="990829"/>
            <a:chOff x="2715" y="1872"/>
            <a:chExt cx="1968" cy="624"/>
          </a:xfrm>
        </p:grpSpPr>
        <p:sp>
          <p:nvSpPr>
            <p:cNvPr id="94226" name="AutoShape 32"/>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p>
              <a:pPr eaLnBrk="1" hangingPunct="1"/>
              <a:endParaRPr lang="zh-CN" altLang="en-US" b="1"/>
            </a:p>
          </p:txBody>
        </p:sp>
        <p:sp>
          <p:nvSpPr>
            <p:cNvPr id="94227" name="Rectangle 33"/>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dist="35921" dir="2700000" algn="ctr" rotWithShape="0">
                <a:schemeClr val="bg2"/>
              </a:outerShdw>
            </a:effectLst>
          </p:spPr>
          <p:txBody>
            <a:bodyPr wrap="none" anchor="ctr"/>
            <a:lstStyle/>
            <a:p>
              <a:pPr algn="ctr" defTabSz="907085"/>
              <a:r>
                <a:rPr kumimoji="1" lang="en-US" altLang="zh-CN" sz="1900" b="1">
                  <a:solidFill>
                    <a:srgbClr val="333399"/>
                  </a:solidFill>
                  <a:latin typeface="Times New Roman" pitchFamily="18" charset="0"/>
                </a:rPr>
                <a:t>IP </a:t>
              </a:r>
              <a:r>
                <a:rPr kumimoji="1" lang="zh-CN" altLang="en-US" sz="1900" b="1">
                  <a:solidFill>
                    <a:srgbClr val="333399"/>
                  </a:solidFill>
                  <a:latin typeface="Times New Roman" pitchFamily="18" charset="0"/>
                </a:rPr>
                <a:t>数据报</a:t>
              </a:r>
            </a:p>
          </p:txBody>
        </p:sp>
      </p:grpSp>
      <p:sp>
        <p:nvSpPr>
          <p:cNvPr id="94222" name="Rectangle 34"/>
          <p:cNvSpPr>
            <a:spLocks noGrp="1" noChangeArrowheads="1"/>
          </p:cNvSpPr>
          <p:nvPr>
            <p:ph type="title"/>
          </p:nvPr>
        </p:nvSpPr>
        <p:spPr/>
        <p:txBody>
          <a:bodyPr/>
          <a:lstStyle/>
          <a:p>
            <a:r>
              <a:rPr lang="en-US" altLang="zh-CN" dirty="0"/>
              <a:t>3.3.5 </a:t>
            </a:r>
            <a:r>
              <a:rPr lang="zh-CN" altLang="en-US" dirty="0"/>
              <a:t>以太网的硬件地址及帧格式</a:t>
            </a:r>
            <a:endParaRPr lang="zh-CN" altLang="en-US" dirty="0">
              <a:solidFill>
                <a:srgbClr val="FFFFFF"/>
              </a:solidFill>
            </a:endParaRPr>
          </a:p>
        </p:txBody>
      </p:sp>
      <p:sp>
        <p:nvSpPr>
          <p:cNvPr id="94223" name="AutoShape 35"/>
          <p:cNvSpPr>
            <a:spLocks noChangeArrowheads="1"/>
          </p:cNvSpPr>
          <p:nvPr/>
        </p:nvSpPr>
        <p:spPr bwMode="auto">
          <a:xfrm>
            <a:off x="7781085" y="2333508"/>
            <a:ext cx="3646541" cy="504942"/>
          </a:xfrm>
          <a:prstGeom prst="wedgeRoundRectCallout">
            <a:avLst>
              <a:gd name="adj1" fmla="val 25031"/>
              <a:gd name="adj2" fmla="val 276425"/>
              <a:gd name="adj3" fmla="val 16667"/>
            </a:avLst>
          </a:prstGeom>
          <a:solidFill>
            <a:srgbClr val="FFFF99"/>
          </a:solidFill>
          <a:ln w="9525">
            <a:solidFill>
              <a:schemeClr val="tx1"/>
            </a:solidFill>
            <a:miter lim="800000"/>
            <a:headEnd/>
            <a:tailEnd/>
          </a:ln>
        </p:spPr>
        <p:txBody>
          <a:bodyPr lIns="108850" tIns="54425" rIns="108850" bIns="54425"/>
          <a:lstStyle/>
          <a:p>
            <a:pPr algn="ctr" eaLnBrk="1" hangingPunct="1"/>
            <a:r>
              <a:rPr lang="en-US" altLang="zh-CN" sz="2900" b="1" dirty="0">
                <a:solidFill>
                  <a:srgbClr val="333399"/>
                </a:solidFill>
                <a:ea typeface="黑体" pitchFamily="49" charset="-122"/>
              </a:rPr>
              <a:t>FCS </a:t>
            </a:r>
            <a:r>
              <a:rPr lang="zh-CN" altLang="en-US" sz="2900" b="1" dirty="0">
                <a:solidFill>
                  <a:srgbClr val="333399"/>
                </a:solidFill>
                <a:ea typeface="黑体" pitchFamily="49" charset="-122"/>
              </a:rPr>
              <a:t>字段 </a:t>
            </a:r>
            <a:r>
              <a:rPr kumimoji="1" lang="en-US" altLang="zh-CN" sz="2900" b="1" dirty="0">
                <a:solidFill>
                  <a:srgbClr val="333399"/>
                </a:solidFill>
              </a:rPr>
              <a:t>4</a:t>
            </a:r>
            <a:r>
              <a:rPr lang="en-US" altLang="zh-CN" sz="2900" b="1" dirty="0">
                <a:solidFill>
                  <a:srgbClr val="333399"/>
                </a:solidFill>
                <a:ea typeface="黑体" pitchFamily="49" charset="-122"/>
              </a:rPr>
              <a:t> </a:t>
            </a:r>
            <a:r>
              <a:rPr lang="zh-CN" altLang="en-US" sz="2900" b="1" dirty="0">
                <a:solidFill>
                  <a:srgbClr val="333399"/>
                </a:solidFill>
                <a:ea typeface="黑体" pitchFamily="49" charset="-122"/>
              </a:rPr>
              <a:t>字节</a:t>
            </a:r>
          </a:p>
        </p:txBody>
      </p:sp>
      <p:sp>
        <p:nvSpPr>
          <p:cNvPr id="322597" name="Text Box 37"/>
          <p:cNvSpPr txBox="1">
            <a:spLocks noChangeArrowheads="1"/>
          </p:cNvSpPr>
          <p:nvPr/>
        </p:nvSpPr>
        <p:spPr bwMode="auto">
          <a:xfrm>
            <a:off x="1452566" y="5302002"/>
            <a:ext cx="9694856" cy="1002465"/>
          </a:xfrm>
          <a:prstGeom prst="rect">
            <a:avLst/>
          </a:prstGeom>
          <a:solidFill>
            <a:srgbClr val="CCECFF"/>
          </a:solidFill>
          <a:ln w="9525">
            <a:solidFill>
              <a:srgbClr val="333399"/>
            </a:solidFill>
            <a:miter lim="800000"/>
            <a:headEnd/>
            <a:tailEnd/>
          </a:ln>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algn="ctr" eaLnBrk="1" hangingPunct="1"/>
            <a:r>
              <a:rPr lang="zh-CN" altLang="en-US" sz="2900" dirty="0" smtClean="0">
                <a:solidFill>
                  <a:srgbClr val="333399"/>
                </a:solidFill>
                <a:latin typeface="Arial" charset="0"/>
              </a:rPr>
              <a:t>上层协议具有</a:t>
            </a:r>
            <a:r>
              <a:rPr lang="zh-CN" altLang="en-US" sz="2900" dirty="0">
                <a:solidFill>
                  <a:srgbClr val="333399"/>
                </a:solidFill>
                <a:latin typeface="Arial" charset="0"/>
              </a:rPr>
              <a:t>识别有效的数据字段长度的功能</a:t>
            </a:r>
            <a:r>
              <a:rPr lang="zh-CN" altLang="en-US" sz="2900" dirty="0" smtClean="0">
                <a:solidFill>
                  <a:srgbClr val="333399"/>
                </a:solidFill>
                <a:latin typeface="Arial" charset="0"/>
              </a:rPr>
              <a:t>。例如，</a:t>
            </a:r>
            <a:endParaRPr lang="en-US" altLang="zh-CN" sz="2900" dirty="0" smtClean="0">
              <a:solidFill>
                <a:srgbClr val="333399"/>
              </a:solidFill>
              <a:latin typeface="Arial" charset="0"/>
            </a:endParaRPr>
          </a:p>
          <a:p>
            <a:pPr algn="ctr" eaLnBrk="1" hangingPunct="1"/>
            <a:r>
              <a:rPr lang="zh-CN" altLang="en-US" sz="2900" dirty="0" smtClean="0">
                <a:solidFill>
                  <a:srgbClr val="333399"/>
                </a:solidFill>
                <a:latin typeface="Arial" charset="0"/>
              </a:rPr>
              <a:t>当上层使用 </a:t>
            </a:r>
            <a:r>
              <a:rPr lang="en-US" altLang="zh-CN" sz="2900" dirty="0" smtClean="0">
                <a:solidFill>
                  <a:srgbClr val="333399"/>
                </a:solidFill>
                <a:latin typeface="Arial" charset="0"/>
              </a:rPr>
              <a:t>IP </a:t>
            </a:r>
            <a:r>
              <a:rPr lang="zh-CN" altLang="en-US" sz="2900" dirty="0" smtClean="0">
                <a:solidFill>
                  <a:srgbClr val="333399"/>
                </a:solidFill>
                <a:latin typeface="Arial" charset="0"/>
              </a:rPr>
              <a:t>协议</a:t>
            </a:r>
            <a:r>
              <a:rPr lang="zh-CN" altLang="en-US" sz="2900" dirty="0">
                <a:solidFill>
                  <a:srgbClr val="333399"/>
                </a:solidFill>
                <a:latin typeface="Arial" charset="0"/>
              </a:rPr>
              <a:t>时</a:t>
            </a:r>
            <a:r>
              <a:rPr lang="zh-CN" altLang="en-US" sz="2900" dirty="0" smtClean="0">
                <a:solidFill>
                  <a:srgbClr val="333399"/>
                </a:solidFill>
                <a:latin typeface="Arial" charset="0"/>
              </a:rPr>
              <a:t>，其</a:t>
            </a:r>
            <a:r>
              <a:rPr lang="zh-CN" altLang="en-US" sz="2900" dirty="0">
                <a:solidFill>
                  <a:srgbClr val="333399"/>
                </a:solidFill>
                <a:latin typeface="Arial" charset="0"/>
              </a:rPr>
              <a:t>首部就有一个“总长度”字段</a:t>
            </a:r>
            <a:r>
              <a:rPr lang="zh-CN" altLang="en-US" sz="2900" dirty="0" smtClean="0">
                <a:solidFill>
                  <a:srgbClr val="333399"/>
                </a:solidFill>
                <a:latin typeface="Arial" charset="0"/>
              </a:rPr>
              <a:t>。</a:t>
            </a:r>
            <a:endParaRPr lang="zh-CN" altLang="en-US" sz="2900" dirty="0">
              <a:solidFill>
                <a:srgbClr val="333399"/>
              </a:solidFill>
              <a:latin typeface="Arial" charset="0"/>
            </a:endParaRPr>
          </a:p>
        </p:txBody>
      </p:sp>
      <p:sp>
        <p:nvSpPr>
          <p:cNvPr id="39" name="Text Box 37"/>
          <p:cNvSpPr txBox="1">
            <a:spLocks noChangeArrowheads="1"/>
          </p:cNvSpPr>
          <p:nvPr/>
        </p:nvSpPr>
        <p:spPr bwMode="auto">
          <a:xfrm>
            <a:off x="766614" y="1030721"/>
            <a:ext cx="6910596" cy="1895017"/>
          </a:xfrm>
          <a:prstGeom prst="rect">
            <a:avLst/>
          </a:prstGeom>
          <a:solidFill>
            <a:srgbClr val="CCECFF"/>
          </a:solidFill>
          <a:ln w="9525">
            <a:solidFill>
              <a:srgbClr val="333399"/>
            </a:solidFill>
            <a:miter lim="800000"/>
            <a:headEnd/>
            <a:tailEnd/>
          </a:ln>
        </p:spPr>
        <p:txBody>
          <a:bodyPr wrap="squar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algn="ctr" eaLnBrk="1" hangingPunct="1"/>
            <a:r>
              <a:rPr lang="en-US" altLang="zh-CN" sz="2900" dirty="0" smtClean="0">
                <a:solidFill>
                  <a:srgbClr val="333399"/>
                </a:solidFill>
                <a:latin typeface="Arial" charset="0"/>
              </a:rPr>
              <a:t>MAC </a:t>
            </a:r>
            <a:r>
              <a:rPr lang="zh-CN" altLang="en-US" sz="2900" dirty="0" smtClean="0">
                <a:solidFill>
                  <a:srgbClr val="333399"/>
                </a:solidFill>
                <a:latin typeface="Arial" charset="0"/>
              </a:rPr>
              <a:t>帧</a:t>
            </a:r>
            <a:r>
              <a:rPr lang="zh-CN" altLang="en-US" sz="2900" dirty="0">
                <a:solidFill>
                  <a:srgbClr val="333399"/>
                </a:solidFill>
                <a:latin typeface="Arial" charset="0"/>
              </a:rPr>
              <a:t>的首部并没有指出数据字段的长度是多少。在有填充字段的情况下，接收</a:t>
            </a:r>
            <a:r>
              <a:rPr lang="zh-CN" altLang="en-US" sz="2900" dirty="0" smtClean="0">
                <a:solidFill>
                  <a:srgbClr val="333399"/>
                </a:solidFill>
                <a:latin typeface="Arial" charset="0"/>
              </a:rPr>
              <a:t>端的数据链路层在</a:t>
            </a:r>
            <a:r>
              <a:rPr lang="zh-CN" altLang="en-US" sz="2900" dirty="0">
                <a:solidFill>
                  <a:srgbClr val="333399"/>
                </a:solidFill>
                <a:latin typeface="Arial" charset="0"/>
              </a:rPr>
              <a:t>剥</a:t>
            </a:r>
            <a:r>
              <a:rPr lang="zh-CN" altLang="en-US" sz="2900" dirty="0" smtClean="0">
                <a:solidFill>
                  <a:srgbClr val="333399"/>
                </a:solidFill>
                <a:latin typeface="Arial" charset="0"/>
              </a:rPr>
              <a:t>去首部</a:t>
            </a:r>
            <a:r>
              <a:rPr lang="zh-CN" altLang="en-US" sz="2900" dirty="0">
                <a:solidFill>
                  <a:srgbClr val="333399"/>
                </a:solidFill>
                <a:latin typeface="Arial" charset="0"/>
              </a:rPr>
              <a:t>和尾部后就把数据字段和填充</a:t>
            </a:r>
            <a:r>
              <a:rPr lang="zh-CN" altLang="en-US" sz="2900" dirty="0" smtClean="0">
                <a:solidFill>
                  <a:srgbClr val="333399"/>
                </a:solidFill>
                <a:latin typeface="Arial" charset="0"/>
              </a:rPr>
              <a:t>字段一起</a:t>
            </a:r>
            <a:r>
              <a:rPr lang="zh-CN" altLang="en-US" sz="2900" dirty="0">
                <a:solidFill>
                  <a:srgbClr val="333399"/>
                </a:solidFill>
                <a:latin typeface="Arial" charset="0"/>
              </a:rPr>
              <a:t>交给上层协议</a:t>
            </a:r>
            <a:r>
              <a:rPr lang="zh-CN" altLang="en-US" sz="2900" dirty="0" smtClean="0">
                <a:solidFill>
                  <a:srgbClr val="333399"/>
                </a:solidFill>
                <a:latin typeface="Arial" charset="0"/>
              </a:rPr>
              <a:t>。</a:t>
            </a:r>
            <a:endParaRPr lang="zh-CN" altLang="en-US" sz="2900" dirty="0">
              <a:solidFill>
                <a:srgbClr val="333399"/>
              </a:solidFill>
              <a:latin typeface="Arial" charset="0"/>
            </a:endParaRPr>
          </a:p>
        </p:txBody>
      </p:sp>
    </p:spTree>
    <p:extLst>
      <p:ext uri="{BB962C8B-B14F-4D97-AF65-F5344CB8AC3E}">
        <p14:creationId xmlns:p14="http://schemas.microsoft.com/office/powerpoint/2010/main" val="1988558122"/>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25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2597" grpId="0" animBg="1"/>
      <p:bldP spid="39"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Line 2"/>
          <p:cNvSpPr>
            <a:spLocks noChangeShapeType="1"/>
          </p:cNvSpPr>
          <p:nvPr/>
        </p:nvSpPr>
        <p:spPr bwMode="auto">
          <a:xfrm>
            <a:off x="203173" y="4496841"/>
            <a:ext cx="11885653" cy="0"/>
          </a:xfrm>
          <a:prstGeom prst="line">
            <a:avLst/>
          </a:prstGeom>
          <a:noFill/>
          <a:ln w="12700" cmpd="sng">
            <a:solidFill>
              <a:schemeClr val="folHlink"/>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96259" name="Rectangle 3"/>
          <p:cNvSpPr>
            <a:spLocks noChangeArrowheads="1"/>
          </p:cNvSpPr>
          <p:nvPr/>
        </p:nvSpPr>
        <p:spPr bwMode="auto">
          <a:xfrm>
            <a:off x="2071948" y="4731845"/>
            <a:ext cx="8550220" cy="495415"/>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nchor="ctr"/>
          <a:lstStyle/>
          <a:p>
            <a:pPr eaLnBrk="1" hangingPunct="1"/>
            <a:endParaRPr lang="zh-CN" altLang="en-US" b="1"/>
          </a:p>
        </p:txBody>
      </p:sp>
      <p:sp>
        <p:nvSpPr>
          <p:cNvPr id="96260" name="Rectangle 4"/>
          <p:cNvSpPr>
            <a:spLocks noChangeArrowheads="1"/>
          </p:cNvSpPr>
          <p:nvPr/>
        </p:nvSpPr>
        <p:spPr bwMode="auto">
          <a:xfrm>
            <a:off x="2063482" y="4731846"/>
            <a:ext cx="8558686" cy="489063"/>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lIns="108850" tIns="54425" rIns="108850" bIns="54425" anchor="ctr"/>
          <a:lstStyle/>
          <a:p>
            <a:pPr eaLnBrk="1" hangingPunct="1"/>
            <a:endParaRPr lang="zh-CN" altLang="en-US" b="1"/>
          </a:p>
        </p:txBody>
      </p:sp>
      <p:sp>
        <p:nvSpPr>
          <p:cNvPr id="96261" name="Rectangle 5"/>
          <p:cNvSpPr>
            <a:spLocks noChangeArrowheads="1"/>
          </p:cNvSpPr>
          <p:nvPr/>
        </p:nvSpPr>
        <p:spPr bwMode="auto">
          <a:xfrm>
            <a:off x="5674046" y="4836645"/>
            <a:ext cx="1105601"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1900" b="1">
                <a:solidFill>
                  <a:srgbClr val="333399"/>
                </a:solidFill>
                <a:latin typeface="Times New Roman" pitchFamily="18" charset="0"/>
              </a:rPr>
              <a:t>MAC </a:t>
            </a:r>
            <a:r>
              <a:rPr kumimoji="1" lang="zh-CN" altLang="en-US" sz="1900" b="1">
                <a:solidFill>
                  <a:srgbClr val="333399"/>
                </a:solidFill>
                <a:latin typeface="Times New Roman" pitchFamily="18" charset="0"/>
              </a:rPr>
              <a:t>帧</a:t>
            </a:r>
          </a:p>
        </p:txBody>
      </p:sp>
      <p:sp>
        <p:nvSpPr>
          <p:cNvPr id="96262" name="Rectangle 6"/>
          <p:cNvSpPr>
            <a:spLocks noChangeArrowheads="1"/>
          </p:cNvSpPr>
          <p:nvPr/>
        </p:nvSpPr>
        <p:spPr bwMode="auto">
          <a:xfrm>
            <a:off x="10990420" y="4816004"/>
            <a:ext cx="948507"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1900" b="1">
                <a:solidFill>
                  <a:srgbClr val="333399"/>
                </a:solidFill>
                <a:latin typeface="Times New Roman" pitchFamily="18" charset="0"/>
              </a:rPr>
              <a:t>物理层</a:t>
            </a:r>
          </a:p>
        </p:txBody>
      </p:sp>
      <p:sp>
        <p:nvSpPr>
          <p:cNvPr id="96263" name="Rectangle 7"/>
          <p:cNvSpPr>
            <a:spLocks noChangeArrowheads="1"/>
          </p:cNvSpPr>
          <p:nvPr/>
        </p:nvSpPr>
        <p:spPr bwMode="auto">
          <a:xfrm>
            <a:off x="10950208" y="3887100"/>
            <a:ext cx="1105601" cy="399247"/>
          </a:xfrm>
          <a:prstGeom prst="rect">
            <a:avLst/>
          </a:prstGeom>
          <a:noFill/>
          <a:ln>
            <a:noFill/>
          </a:ln>
          <a:extLst/>
        </p:spPr>
        <p:txBody>
          <a:bodyPr wrap="none" lIns="107717" tIns="52913" rIns="107717" bIns="52913">
            <a:spAutoFit/>
          </a:bodyPr>
          <a:lstStyle/>
          <a:p>
            <a:pPr defTabSz="907085"/>
            <a:r>
              <a:rPr kumimoji="1" lang="en-US" altLang="zh-CN" sz="1900" b="1" dirty="0">
                <a:solidFill>
                  <a:srgbClr val="333399"/>
                </a:solidFill>
                <a:latin typeface="Times New Roman" pitchFamily="18" charset="0"/>
              </a:rPr>
              <a:t>MAC </a:t>
            </a:r>
            <a:r>
              <a:rPr kumimoji="1" lang="zh-CN" altLang="en-US" sz="1900" b="1" dirty="0">
                <a:solidFill>
                  <a:srgbClr val="333399"/>
                </a:solidFill>
                <a:latin typeface="Times New Roman" pitchFamily="18" charset="0"/>
              </a:rPr>
              <a:t>层</a:t>
            </a:r>
          </a:p>
        </p:txBody>
      </p:sp>
      <p:sp>
        <p:nvSpPr>
          <p:cNvPr id="96264" name="Line 8"/>
          <p:cNvSpPr>
            <a:spLocks noChangeShapeType="1"/>
          </p:cNvSpPr>
          <p:nvPr/>
        </p:nvSpPr>
        <p:spPr bwMode="auto">
          <a:xfrm flipH="1">
            <a:off x="2061365" y="4222140"/>
            <a:ext cx="2117" cy="514469"/>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96265" name="Line 9"/>
          <p:cNvSpPr>
            <a:spLocks noChangeShapeType="1"/>
          </p:cNvSpPr>
          <p:nvPr/>
        </p:nvSpPr>
        <p:spPr bwMode="auto">
          <a:xfrm>
            <a:off x="10607353" y="4293594"/>
            <a:ext cx="14815" cy="4319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96266" name="Rectangle 10"/>
          <p:cNvSpPr>
            <a:spLocks noChangeArrowheads="1"/>
          </p:cNvSpPr>
          <p:nvPr/>
        </p:nvSpPr>
        <p:spPr bwMode="auto">
          <a:xfrm>
            <a:off x="11130102" y="2972489"/>
            <a:ext cx="753903"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1900" b="1">
                <a:solidFill>
                  <a:srgbClr val="333399"/>
                </a:solidFill>
                <a:latin typeface="Times New Roman" pitchFamily="18" charset="0"/>
              </a:rPr>
              <a:t>IP </a:t>
            </a:r>
            <a:r>
              <a:rPr kumimoji="1" lang="zh-CN" altLang="en-US" sz="1900" b="1">
                <a:solidFill>
                  <a:srgbClr val="333399"/>
                </a:solidFill>
                <a:latin typeface="Times New Roman" pitchFamily="18" charset="0"/>
              </a:rPr>
              <a:t>层</a:t>
            </a:r>
          </a:p>
        </p:txBody>
      </p:sp>
      <p:sp>
        <p:nvSpPr>
          <p:cNvPr id="96267" name="Line 11"/>
          <p:cNvSpPr>
            <a:spLocks noChangeShapeType="1"/>
          </p:cNvSpPr>
          <p:nvPr/>
        </p:nvSpPr>
        <p:spPr bwMode="auto">
          <a:xfrm>
            <a:off x="10926929" y="3506012"/>
            <a:ext cx="1094174" cy="11116"/>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grpSp>
        <p:nvGrpSpPr>
          <p:cNvPr id="96268" name="Group 12"/>
          <p:cNvGrpSpPr>
            <a:grpSpLocks/>
          </p:cNvGrpSpPr>
          <p:nvPr/>
        </p:nvGrpSpPr>
        <p:grpSpPr bwMode="auto">
          <a:xfrm>
            <a:off x="1394703" y="3464728"/>
            <a:ext cx="9227465" cy="1413202"/>
            <a:chOff x="659" y="2182"/>
            <a:chExt cx="4360" cy="890"/>
          </a:xfrm>
        </p:grpSpPr>
        <p:sp>
          <p:nvSpPr>
            <p:cNvPr id="96292" name="AutoShape 13"/>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p>
              <a:pPr eaLnBrk="1" hangingPunct="1"/>
              <a:endParaRPr lang="zh-CN" altLang="en-US" b="1"/>
            </a:p>
          </p:txBody>
        </p:sp>
        <p:grpSp>
          <p:nvGrpSpPr>
            <p:cNvPr id="96293" name="Group 14"/>
            <p:cNvGrpSpPr>
              <a:grpSpLocks/>
            </p:cNvGrpSpPr>
            <p:nvPr/>
          </p:nvGrpSpPr>
          <p:grpSpPr bwMode="auto">
            <a:xfrm>
              <a:off x="659" y="2182"/>
              <a:ext cx="4360" cy="506"/>
              <a:chOff x="659" y="2182"/>
              <a:chExt cx="4360" cy="506"/>
            </a:xfrm>
          </p:grpSpPr>
          <p:sp>
            <p:nvSpPr>
              <p:cNvPr id="96294" name="Rectangle 15"/>
              <p:cNvSpPr>
                <a:spLocks noChangeArrowheads="1"/>
              </p:cNvSpPr>
              <p:nvPr/>
            </p:nvSpPr>
            <p:spPr bwMode="auto">
              <a:xfrm>
                <a:off x="974" y="2400"/>
                <a:ext cx="4045" cy="288"/>
              </a:xfrm>
              <a:prstGeom prst="rect">
                <a:avLst/>
              </a:prstGeom>
              <a:solidFill>
                <a:srgbClr val="FFCCFF"/>
              </a:solidFill>
              <a:ln w="19050">
                <a:solidFill>
                  <a:schemeClr val="folHlink"/>
                </a:solidFill>
                <a:miter lim="800000"/>
                <a:headEnd/>
                <a:tailEnd/>
              </a:ln>
              <a:effectLst>
                <a:outerShdw dist="35921" dir="2700000" algn="ctr" rotWithShape="0">
                  <a:schemeClr val="bg2"/>
                </a:outerShdw>
              </a:effectLst>
            </p:spPr>
            <p:txBody>
              <a:bodyPr wrap="none" anchor="ctr"/>
              <a:lstStyle/>
              <a:p>
                <a:pPr eaLnBrk="1" hangingPunct="1"/>
                <a:endParaRPr lang="zh-CN" altLang="en-US" b="1"/>
              </a:p>
            </p:txBody>
          </p:sp>
          <p:sp>
            <p:nvSpPr>
              <p:cNvPr id="96295" name="Line 16"/>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96296" name="Line 17"/>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96297" name="Line 18"/>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96298" name="Line 19"/>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96299" name="Rectangle 20"/>
              <p:cNvSpPr>
                <a:spLocks noChangeArrowheads="1"/>
              </p:cNvSpPr>
              <p:nvPr/>
            </p:nvSpPr>
            <p:spPr bwMode="auto">
              <a:xfrm>
                <a:off x="963" y="2445"/>
                <a:ext cx="54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a:solidFill>
                      <a:srgbClr val="333399"/>
                    </a:solidFill>
                    <a:latin typeface="Times New Roman" pitchFamily="18" charset="0"/>
                  </a:rPr>
                  <a:t>目的地址</a:t>
                </a:r>
              </a:p>
            </p:txBody>
          </p:sp>
          <p:sp>
            <p:nvSpPr>
              <p:cNvPr id="96300" name="Rectangle 21"/>
              <p:cNvSpPr>
                <a:spLocks noChangeArrowheads="1"/>
              </p:cNvSpPr>
              <p:nvPr/>
            </p:nvSpPr>
            <p:spPr bwMode="auto">
              <a:xfrm>
                <a:off x="1609" y="2445"/>
                <a:ext cx="432"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a:solidFill>
                      <a:srgbClr val="333399"/>
                    </a:solidFill>
                    <a:latin typeface="Times New Roman" pitchFamily="18" charset="0"/>
                  </a:rPr>
                  <a:t>源地址</a:t>
                </a:r>
              </a:p>
            </p:txBody>
          </p:sp>
          <p:sp>
            <p:nvSpPr>
              <p:cNvPr id="96301" name="Rectangle 22"/>
              <p:cNvSpPr>
                <a:spLocks noChangeArrowheads="1"/>
              </p:cNvSpPr>
              <p:nvPr/>
            </p:nvSpPr>
            <p:spPr bwMode="auto">
              <a:xfrm>
                <a:off x="2241" y="2445"/>
                <a:ext cx="31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dirty="0">
                    <a:solidFill>
                      <a:srgbClr val="333399"/>
                    </a:solidFill>
                    <a:latin typeface="Times New Roman" pitchFamily="18" charset="0"/>
                  </a:rPr>
                  <a:t>类型</a:t>
                </a:r>
              </a:p>
            </p:txBody>
          </p:sp>
          <p:sp>
            <p:nvSpPr>
              <p:cNvPr id="96302" name="Rectangle 23"/>
              <p:cNvSpPr>
                <a:spLocks noChangeArrowheads="1"/>
              </p:cNvSpPr>
              <p:nvPr/>
            </p:nvSpPr>
            <p:spPr bwMode="auto">
              <a:xfrm>
                <a:off x="3406" y="2445"/>
                <a:ext cx="54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a:solidFill>
                      <a:srgbClr val="333399"/>
                    </a:solidFill>
                    <a:latin typeface="Times New Roman" pitchFamily="18" charset="0"/>
                  </a:rPr>
                  <a:t>数        据</a:t>
                </a:r>
              </a:p>
            </p:txBody>
          </p:sp>
          <p:sp>
            <p:nvSpPr>
              <p:cNvPr id="96303" name="Rectangle 24"/>
              <p:cNvSpPr>
                <a:spLocks noChangeArrowheads="1"/>
              </p:cNvSpPr>
              <p:nvPr/>
            </p:nvSpPr>
            <p:spPr bwMode="auto">
              <a:xfrm>
                <a:off x="4683" y="2445"/>
                <a:ext cx="30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FCS</a:t>
                </a:r>
              </a:p>
            </p:txBody>
          </p:sp>
          <p:sp>
            <p:nvSpPr>
              <p:cNvPr id="96304" name="Rectangle 25"/>
              <p:cNvSpPr>
                <a:spLocks noChangeArrowheads="1"/>
              </p:cNvSpPr>
              <p:nvPr/>
            </p:nvSpPr>
            <p:spPr bwMode="auto">
              <a:xfrm>
                <a:off x="1193" y="2205"/>
                <a:ext cx="14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6</a:t>
                </a:r>
              </a:p>
            </p:txBody>
          </p:sp>
          <p:sp>
            <p:nvSpPr>
              <p:cNvPr id="96305" name="Rectangle 26"/>
              <p:cNvSpPr>
                <a:spLocks noChangeArrowheads="1"/>
              </p:cNvSpPr>
              <p:nvPr/>
            </p:nvSpPr>
            <p:spPr bwMode="auto">
              <a:xfrm>
                <a:off x="1810" y="2205"/>
                <a:ext cx="14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6</a:t>
                </a:r>
              </a:p>
            </p:txBody>
          </p:sp>
          <p:sp>
            <p:nvSpPr>
              <p:cNvPr id="96306" name="Rectangle 27"/>
              <p:cNvSpPr>
                <a:spLocks noChangeArrowheads="1"/>
              </p:cNvSpPr>
              <p:nvPr/>
            </p:nvSpPr>
            <p:spPr bwMode="auto">
              <a:xfrm>
                <a:off x="2379" y="2205"/>
                <a:ext cx="14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2</a:t>
                </a:r>
              </a:p>
            </p:txBody>
          </p:sp>
          <p:sp>
            <p:nvSpPr>
              <p:cNvPr id="96307" name="Rectangle 28"/>
              <p:cNvSpPr>
                <a:spLocks noChangeArrowheads="1"/>
              </p:cNvSpPr>
              <p:nvPr/>
            </p:nvSpPr>
            <p:spPr bwMode="auto">
              <a:xfrm>
                <a:off x="4786" y="2205"/>
                <a:ext cx="14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4</a:t>
                </a:r>
              </a:p>
            </p:txBody>
          </p:sp>
          <p:sp>
            <p:nvSpPr>
              <p:cNvPr id="96308" name="Rectangle 29"/>
              <p:cNvSpPr>
                <a:spLocks noChangeArrowheads="1"/>
              </p:cNvSpPr>
              <p:nvPr/>
            </p:nvSpPr>
            <p:spPr bwMode="auto">
              <a:xfrm>
                <a:off x="659" y="2182"/>
                <a:ext cx="31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a:solidFill>
                      <a:srgbClr val="333399"/>
                    </a:solidFill>
                    <a:latin typeface="Times New Roman" pitchFamily="18" charset="0"/>
                  </a:rPr>
                  <a:t>字节</a:t>
                </a:r>
              </a:p>
            </p:txBody>
          </p:sp>
          <p:sp>
            <p:nvSpPr>
              <p:cNvPr id="96309" name="Text Box 30"/>
              <p:cNvSpPr txBox="1">
                <a:spLocks noChangeArrowheads="1"/>
              </p:cNvSpPr>
              <p:nvPr/>
            </p:nvSpPr>
            <p:spPr bwMode="auto">
              <a:xfrm>
                <a:off x="3777" y="2185"/>
                <a:ext cx="47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defRPr sz="1600" b="1">
                    <a:solidFill>
                      <a:srgbClr val="1C1C1C"/>
                    </a:solidFill>
                    <a:latin typeface="黑体" pitchFamily="49" charset="-122"/>
                    <a:ea typeface="黑体" pitchFamily="49" charset="-122"/>
                  </a:defRPr>
                </a:lvl1pPr>
                <a:lvl2pPr marL="742950" indent="-285750" defTabSz="762000">
                  <a:defRPr sz="1600">
                    <a:solidFill>
                      <a:srgbClr val="1C1C1C"/>
                    </a:solidFill>
                    <a:latin typeface="黑体" pitchFamily="49" charset="-122"/>
                    <a:ea typeface="黑体" pitchFamily="49" charset="-122"/>
                  </a:defRPr>
                </a:lvl2pPr>
                <a:lvl3pPr marL="1143000" indent="-228600" defTabSz="762000">
                  <a:defRPr sz="1600">
                    <a:solidFill>
                      <a:srgbClr val="1C1C1C"/>
                    </a:solidFill>
                    <a:latin typeface="黑体" pitchFamily="49" charset="-122"/>
                    <a:ea typeface="黑体" pitchFamily="49" charset="-122"/>
                  </a:defRPr>
                </a:lvl3pPr>
                <a:lvl4pPr marL="1600200" indent="-228600" defTabSz="762000">
                  <a:defRPr sz="1600">
                    <a:solidFill>
                      <a:srgbClr val="1C1C1C"/>
                    </a:solidFill>
                    <a:latin typeface="黑体" pitchFamily="49" charset="-122"/>
                    <a:ea typeface="黑体" pitchFamily="49" charset="-122"/>
                  </a:defRPr>
                </a:lvl4pPr>
                <a:lvl5pPr marL="2057400" indent="-228600" defTabSz="762000">
                  <a:defRPr sz="1600">
                    <a:solidFill>
                      <a:srgbClr val="1C1C1C"/>
                    </a:solidFill>
                    <a:latin typeface="黑体" pitchFamily="49" charset="-122"/>
                    <a:ea typeface="黑体" pitchFamily="49" charset="-122"/>
                  </a:defRPr>
                </a:lvl5pPr>
                <a:lvl6pPr marL="2514600" indent="-228600" defTabSz="762000" eaLnBrk="0" hangingPunct="0">
                  <a:defRPr sz="1600">
                    <a:solidFill>
                      <a:srgbClr val="1C1C1C"/>
                    </a:solidFill>
                    <a:latin typeface="黑体" pitchFamily="49" charset="-122"/>
                    <a:ea typeface="黑体" pitchFamily="49" charset="-122"/>
                  </a:defRPr>
                </a:lvl6pPr>
                <a:lvl7pPr marL="2971800" indent="-228600" defTabSz="762000" eaLnBrk="0" hangingPunct="0">
                  <a:defRPr sz="1600">
                    <a:solidFill>
                      <a:srgbClr val="1C1C1C"/>
                    </a:solidFill>
                    <a:latin typeface="黑体" pitchFamily="49" charset="-122"/>
                    <a:ea typeface="黑体" pitchFamily="49" charset="-122"/>
                  </a:defRPr>
                </a:lvl7pPr>
                <a:lvl8pPr marL="3429000" indent="-228600" defTabSz="762000" eaLnBrk="0" hangingPunct="0">
                  <a:defRPr sz="1600">
                    <a:solidFill>
                      <a:srgbClr val="1C1C1C"/>
                    </a:solidFill>
                    <a:latin typeface="黑体" pitchFamily="49" charset="-122"/>
                    <a:ea typeface="黑体" pitchFamily="49" charset="-122"/>
                  </a:defRPr>
                </a:lvl8pPr>
                <a:lvl9pPr marL="3886200" indent="-228600" defTabSz="762000" eaLnBrk="0" hangingPunct="0">
                  <a:defRPr sz="1600">
                    <a:solidFill>
                      <a:srgbClr val="1C1C1C"/>
                    </a:solidFill>
                    <a:latin typeface="黑体" pitchFamily="49" charset="-122"/>
                    <a:ea typeface="黑体" pitchFamily="49" charset="-122"/>
                  </a:defRPr>
                </a:lvl9pPr>
              </a:lstStyle>
              <a:p>
                <a:r>
                  <a:rPr kumimoji="1" lang="en-US" altLang="zh-CN">
                    <a:solidFill>
                      <a:srgbClr val="333399"/>
                    </a:solidFill>
                    <a:latin typeface="Times New Roman" pitchFamily="18" charset="0"/>
                    <a:ea typeface="宋体" pitchFamily="2" charset="-122"/>
                  </a:rPr>
                  <a:t>46 ~ 1500</a:t>
                </a:r>
              </a:p>
            </p:txBody>
          </p:sp>
        </p:grpSp>
      </p:grpSp>
      <p:grpSp>
        <p:nvGrpSpPr>
          <p:cNvPr id="96269" name="Group 31"/>
          <p:cNvGrpSpPr>
            <a:grpSpLocks/>
          </p:cNvGrpSpPr>
          <p:nvPr/>
        </p:nvGrpSpPr>
        <p:grpSpPr bwMode="auto">
          <a:xfrm>
            <a:off x="5746003" y="2972488"/>
            <a:ext cx="4165058" cy="990829"/>
            <a:chOff x="2715" y="1872"/>
            <a:chExt cx="1968" cy="624"/>
          </a:xfrm>
        </p:grpSpPr>
        <p:sp>
          <p:nvSpPr>
            <p:cNvPr id="96290" name="AutoShape 32"/>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folHlink"/>
              </a:solidFill>
              <a:miter lim="800000"/>
              <a:headEnd/>
              <a:tailEnd/>
            </a:ln>
          </p:spPr>
          <p:txBody>
            <a:bodyPr wrap="none" anchor="ctr"/>
            <a:lstStyle/>
            <a:p>
              <a:pPr eaLnBrk="1" hangingPunct="1"/>
              <a:endParaRPr lang="zh-CN" altLang="en-US" b="1"/>
            </a:p>
          </p:txBody>
        </p:sp>
        <p:sp>
          <p:nvSpPr>
            <p:cNvPr id="96291" name="Rectangle 33"/>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dist="35921" dir="2700000" algn="ctr" rotWithShape="0">
                <a:schemeClr val="bg2"/>
              </a:outerShdw>
            </a:effectLst>
          </p:spPr>
          <p:txBody>
            <a:bodyPr wrap="none" anchor="ctr"/>
            <a:lstStyle/>
            <a:p>
              <a:pPr algn="ctr" defTabSz="907085"/>
              <a:r>
                <a:rPr kumimoji="1" lang="en-US" altLang="zh-CN" sz="1900" b="1">
                  <a:solidFill>
                    <a:srgbClr val="333399"/>
                  </a:solidFill>
                  <a:latin typeface="Times New Roman" pitchFamily="18" charset="0"/>
                </a:rPr>
                <a:t>IP </a:t>
              </a:r>
              <a:r>
                <a:rPr kumimoji="1" lang="zh-CN" altLang="en-US" sz="1900" b="1">
                  <a:solidFill>
                    <a:srgbClr val="333399"/>
                  </a:solidFill>
                  <a:latin typeface="Times New Roman" pitchFamily="18" charset="0"/>
                </a:rPr>
                <a:t>数据报</a:t>
              </a:r>
            </a:p>
          </p:txBody>
        </p:sp>
      </p:grpSp>
      <p:sp>
        <p:nvSpPr>
          <p:cNvPr id="96270" name="Rectangle 34"/>
          <p:cNvSpPr>
            <a:spLocks noGrp="1" noChangeArrowheads="1"/>
          </p:cNvSpPr>
          <p:nvPr>
            <p:ph type="title"/>
          </p:nvPr>
        </p:nvSpPr>
        <p:spPr/>
        <p:txBody>
          <a:bodyPr/>
          <a:lstStyle/>
          <a:p>
            <a:r>
              <a:rPr lang="en-US" altLang="zh-CN" dirty="0"/>
              <a:t>3.3.5 </a:t>
            </a:r>
            <a:r>
              <a:rPr lang="zh-CN" altLang="en-US" dirty="0"/>
              <a:t>以太网的硬件地址及帧格式</a:t>
            </a:r>
            <a:endParaRPr lang="zh-CN" altLang="en-US" sz="4000" dirty="0">
              <a:solidFill>
                <a:srgbClr val="FFFFFF"/>
              </a:solidFill>
            </a:endParaRPr>
          </a:p>
        </p:txBody>
      </p:sp>
      <p:grpSp>
        <p:nvGrpSpPr>
          <p:cNvPr id="5" name="Group 35"/>
          <p:cNvGrpSpPr>
            <a:grpSpLocks/>
          </p:cNvGrpSpPr>
          <p:nvPr/>
        </p:nvGrpSpPr>
        <p:grpSpPr bwMode="auto">
          <a:xfrm>
            <a:off x="234921" y="4222141"/>
            <a:ext cx="5371400" cy="2486601"/>
            <a:chOff x="111" y="2659"/>
            <a:chExt cx="2538" cy="1566"/>
          </a:xfrm>
        </p:grpSpPr>
        <p:sp>
          <p:nvSpPr>
            <p:cNvPr id="96274" name="Rectangle 36"/>
            <p:cNvSpPr>
              <a:spLocks noChangeArrowheads="1"/>
            </p:cNvSpPr>
            <p:nvPr/>
          </p:nvSpPr>
          <p:spPr bwMode="auto">
            <a:xfrm>
              <a:off x="123" y="3606"/>
              <a:ext cx="2526" cy="262"/>
            </a:xfrm>
            <a:prstGeom prst="rect">
              <a:avLst/>
            </a:prstGeom>
            <a:solidFill>
              <a:srgbClr val="FFFF99"/>
            </a:solidFill>
            <a:ln w="19050">
              <a:solidFill>
                <a:schemeClr val="tx1"/>
              </a:solidFill>
              <a:miter lim="800000"/>
              <a:headEnd/>
              <a:tailEnd/>
            </a:ln>
          </p:spPr>
          <p:txBody>
            <a:bodyPr wrap="none" anchor="ctr"/>
            <a:lstStyle/>
            <a:p>
              <a:pPr eaLnBrk="1" hangingPunct="1"/>
              <a:endParaRPr lang="zh-CN" altLang="en-US" b="1"/>
            </a:p>
          </p:txBody>
        </p:sp>
        <p:sp>
          <p:nvSpPr>
            <p:cNvPr id="96275" name="Rectangle 37"/>
            <p:cNvSpPr>
              <a:spLocks noChangeArrowheads="1"/>
            </p:cNvSpPr>
            <p:nvPr/>
          </p:nvSpPr>
          <p:spPr bwMode="auto">
            <a:xfrm>
              <a:off x="111" y="3633"/>
              <a:ext cx="2529"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dirty="0">
                  <a:solidFill>
                    <a:srgbClr val="333399"/>
                  </a:solidFill>
                  <a:latin typeface="Times New Roman" pitchFamily="18" charset="0"/>
                </a:rPr>
                <a:t>10101010101010    </a:t>
              </a:r>
              <a:r>
                <a:rPr kumimoji="1" lang="en-US" altLang="zh-CN" sz="1900" b="1" dirty="0" smtClean="0">
                  <a:solidFill>
                    <a:srgbClr val="333399"/>
                  </a:solidFill>
                  <a:latin typeface="Times New Roman" pitchFamily="18" charset="0"/>
                </a:rPr>
                <a:t>             </a:t>
              </a:r>
              <a:r>
                <a:rPr kumimoji="1" lang="en-US" altLang="zh-CN" sz="1900" b="1" dirty="0">
                  <a:solidFill>
                    <a:srgbClr val="333399"/>
                  </a:solidFill>
                  <a:latin typeface="Times New Roman" pitchFamily="18" charset="0"/>
                </a:rPr>
                <a:t>10101010101010101011</a:t>
              </a:r>
            </a:p>
          </p:txBody>
        </p:sp>
        <p:sp>
          <p:nvSpPr>
            <p:cNvPr id="96276" name="Line 38"/>
            <p:cNvSpPr>
              <a:spLocks noChangeShapeType="1"/>
            </p:cNvSpPr>
            <p:nvPr/>
          </p:nvSpPr>
          <p:spPr bwMode="auto">
            <a:xfrm>
              <a:off x="2125" y="3604"/>
              <a:ext cx="0" cy="2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96277" name="Rectangle 39"/>
            <p:cNvSpPr>
              <a:spLocks noChangeArrowheads="1"/>
            </p:cNvSpPr>
            <p:nvPr/>
          </p:nvSpPr>
          <p:spPr bwMode="auto">
            <a:xfrm>
              <a:off x="841" y="3892"/>
              <a:ext cx="54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a:solidFill>
                    <a:srgbClr val="333399"/>
                  </a:solidFill>
                  <a:latin typeface="Times New Roman" pitchFamily="18" charset="0"/>
                </a:rPr>
                <a:t>前同步码</a:t>
              </a:r>
            </a:p>
          </p:txBody>
        </p:sp>
        <p:sp>
          <p:nvSpPr>
            <p:cNvPr id="96278" name="Rectangle 40"/>
            <p:cNvSpPr>
              <a:spLocks noChangeArrowheads="1"/>
            </p:cNvSpPr>
            <p:nvPr/>
          </p:nvSpPr>
          <p:spPr bwMode="auto">
            <a:xfrm>
              <a:off x="2169" y="3874"/>
              <a:ext cx="432"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lnSpc>
                  <a:spcPct val="80000"/>
                </a:lnSpc>
              </a:pPr>
              <a:r>
                <a:rPr kumimoji="1" lang="zh-CN" altLang="en-US" sz="1900" b="1">
                  <a:solidFill>
                    <a:srgbClr val="333399"/>
                  </a:solidFill>
                  <a:latin typeface="Times New Roman" pitchFamily="18" charset="0"/>
                </a:rPr>
                <a:t>帧开始</a:t>
              </a:r>
            </a:p>
            <a:p>
              <a:pPr defTabSz="907085">
                <a:lnSpc>
                  <a:spcPct val="80000"/>
                </a:lnSpc>
              </a:pPr>
              <a:r>
                <a:rPr kumimoji="1" lang="zh-CN" altLang="en-US" sz="1900" b="1">
                  <a:solidFill>
                    <a:srgbClr val="333399"/>
                  </a:solidFill>
                  <a:latin typeface="Times New Roman" pitchFamily="18" charset="0"/>
                </a:rPr>
                <a:t>定界符</a:t>
              </a:r>
            </a:p>
          </p:txBody>
        </p:sp>
        <p:sp>
          <p:nvSpPr>
            <p:cNvPr id="96279" name="Rectangle 41"/>
            <p:cNvSpPr>
              <a:spLocks noChangeArrowheads="1"/>
            </p:cNvSpPr>
            <p:nvPr/>
          </p:nvSpPr>
          <p:spPr bwMode="auto">
            <a:xfrm>
              <a:off x="884" y="3394"/>
              <a:ext cx="403"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7 </a:t>
              </a:r>
              <a:r>
                <a:rPr kumimoji="1" lang="zh-CN" altLang="en-US" sz="1900" b="1">
                  <a:solidFill>
                    <a:srgbClr val="333399"/>
                  </a:solidFill>
                  <a:latin typeface="Times New Roman" pitchFamily="18" charset="0"/>
                </a:rPr>
                <a:t>字节</a:t>
              </a:r>
            </a:p>
          </p:txBody>
        </p:sp>
        <p:sp>
          <p:nvSpPr>
            <p:cNvPr id="96280" name="Rectangle 42"/>
            <p:cNvSpPr>
              <a:spLocks noChangeArrowheads="1"/>
            </p:cNvSpPr>
            <p:nvPr/>
          </p:nvSpPr>
          <p:spPr bwMode="auto">
            <a:xfrm>
              <a:off x="2157" y="3394"/>
              <a:ext cx="403"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1 </a:t>
              </a:r>
              <a:r>
                <a:rPr kumimoji="1" lang="zh-CN" altLang="en-US" sz="1900" b="1">
                  <a:solidFill>
                    <a:srgbClr val="333399"/>
                  </a:solidFill>
                  <a:latin typeface="Times New Roman" pitchFamily="18" charset="0"/>
                </a:rPr>
                <a:t>字节</a:t>
              </a:r>
            </a:p>
          </p:txBody>
        </p:sp>
        <p:sp>
          <p:nvSpPr>
            <p:cNvPr id="96281" name="Line 43"/>
            <p:cNvSpPr>
              <a:spLocks noChangeShapeType="1"/>
            </p:cNvSpPr>
            <p:nvPr/>
          </p:nvSpPr>
          <p:spPr bwMode="auto">
            <a:xfrm flipV="1">
              <a:off x="131" y="3294"/>
              <a:ext cx="184" cy="31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96282" name="Line 44"/>
            <p:cNvSpPr>
              <a:spLocks noChangeShapeType="1"/>
            </p:cNvSpPr>
            <p:nvPr/>
          </p:nvSpPr>
          <p:spPr bwMode="auto">
            <a:xfrm>
              <a:off x="969" y="3302"/>
              <a:ext cx="1680" cy="304"/>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96283" name="Text Box 45"/>
            <p:cNvSpPr txBox="1">
              <a:spLocks noChangeArrowheads="1"/>
            </p:cNvSpPr>
            <p:nvPr/>
          </p:nvSpPr>
          <p:spPr bwMode="auto">
            <a:xfrm>
              <a:off x="1100" y="3613"/>
              <a:ext cx="23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defRPr sz="1600" b="1">
                  <a:solidFill>
                    <a:srgbClr val="1C1C1C"/>
                  </a:solidFill>
                  <a:latin typeface="黑体" pitchFamily="49" charset="-122"/>
                  <a:ea typeface="黑体" pitchFamily="49" charset="-122"/>
                </a:defRPr>
              </a:lvl1pPr>
              <a:lvl2pPr marL="742950" indent="-285750" defTabSz="762000">
                <a:defRPr sz="1600">
                  <a:solidFill>
                    <a:srgbClr val="1C1C1C"/>
                  </a:solidFill>
                  <a:latin typeface="黑体" pitchFamily="49" charset="-122"/>
                  <a:ea typeface="黑体" pitchFamily="49" charset="-122"/>
                </a:defRPr>
              </a:lvl2pPr>
              <a:lvl3pPr marL="1143000" indent="-228600" defTabSz="762000">
                <a:defRPr sz="1600">
                  <a:solidFill>
                    <a:srgbClr val="1C1C1C"/>
                  </a:solidFill>
                  <a:latin typeface="黑体" pitchFamily="49" charset="-122"/>
                  <a:ea typeface="黑体" pitchFamily="49" charset="-122"/>
                </a:defRPr>
              </a:lvl3pPr>
              <a:lvl4pPr marL="1600200" indent="-228600" defTabSz="762000">
                <a:defRPr sz="1600">
                  <a:solidFill>
                    <a:srgbClr val="1C1C1C"/>
                  </a:solidFill>
                  <a:latin typeface="黑体" pitchFamily="49" charset="-122"/>
                  <a:ea typeface="黑体" pitchFamily="49" charset="-122"/>
                </a:defRPr>
              </a:lvl4pPr>
              <a:lvl5pPr marL="2057400" indent="-228600" defTabSz="762000">
                <a:defRPr sz="1600">
                  <a:solidFill>
                    <a:srgbClr val="1C1C1C"/>
                  </a:solidFill>
                  <a:latin typeface="黑体" pitchFamily="49" charset="-122"/>
                  <a:ea typeface="黑体" pitchFamily="49" charset="-122"/>
                </a:defRPr>
              </a:lvl5pPr>
              <a:lvl6pPr marL="2514600" indent="-228600" defTabSz="762000" eaLnBrk="0" hangingPunct="0">
                <a:defRPr sz="1600">
                  <a:solidFill>
                    <a:srgbClr val="1C1C1C"/>
                  </a:solidFill>
                  <a:latin typeface="黑体" pitchFamily="49" charset="-122"/>
                  <a:ea typeface="黑体" pitchFamily="49" charset="-122"/>
                </a:defRPr>
              </a:lvl6pPr>
              <a:lvl7pPr marL="2971800" indent="-228600" defTabSz="762000" eaLnBrk="0" hangingPunct="0">
                <a:defRPr sz="1600">
                  <a:solidFill>
                    <a:srgbClr val="1C1C1C"/>
                  </a:solidFill>
                  <a:latin typeface="黑体" pitchFamily="49" charset="-122"/>
                  <a:ea typeface="黑体" pitchFamily="49" charset="-122"/>
                </a:defRPr>
              </a:lvl7pPr>
              <a:lvl8pPr marL="3429000" indent="-228600" defTabSz="762000" eaLnBrk="0" hangingPunct="0">
                <a:defRPr sz="1600">
                  <a:solidFill>
                    <a:srgbClr val="1C1C1C"/>
                  </a:solidFill>
                  <a:latin typeface="黑体" pitchFamily="49" charset="-122"/>
                  <a:ea typeface="黑体" pitchFamily="49" charset="-122"/>
                </a:defRPr>
              </a:lvl8pPr>
              <a:lvl9pPr marL="3886200" indent="-228600" defTabSz="762000" eaLnBrk="0" hangingPunct="0">
                <a:defRPr sz="1600">
                  <a:solidFill>
                    <a:srgbClr val="1C1C1C"/>
                  </a:solidFill>
                  <a:latin typeface="黑体" pitchFamily="49" charset="-122"/>
                  <a:ea typeface="黑体" pitchFamily="49" charset="-122"/>
                </a:defRPr>
              </a:lvl9pPr>
            </a:lstStyle>
            <a:p>
              <a:r>
                <a:rPr kumimoji="1" lang="en-US" altLang="zh-CN" sz="2400" dirty="0">
                  <a:solidFill>
                    <a:srgbClr val="333399"/>
                  </a:solidFill>
                  <a:latin typeface="Times New Roman" pitchFamily="18" charset="0"/>
                  <a:ea typeface="宋体" pitchFamily="2" charset="-122"/>
                </a:rPr>
                <a:t>…</a:t>
              </a:r>
            </a:p>
          </p:txBody>
        </p:sp>
        <p:grpSp>
          <p:nvGrpSpPr>
            <p:cNvPr id="96284" name="Group 46"/>
            <p:cNvGrpSpPr>
              <a:grpSpLocks/>
            </p:cNvGrpSpPr>
            <p:nvPr/>
          </p:nvGrpSpPr>
          <p:grpSpPr bwMode="auto">
            <a:xfrm>
              <a:off x="148" y="2659"/>
              <a:ext cx="827" cy="631"/>
              <a:chOff x="148" y="2659"/>
              <a:chExt cx="827" cy="631"/>
            </a:xfrm>
          </p:grpSpPr>
          <p:grpSp>
            <p:nvGrpSpPr>
              <p:cNvPr id="96285" name="Group 47"/>
              <p:cNvGrpSpPr>
                <a:grpSpLocks/>
              </p:cNvGrpSpPr>
              <p:nvPr/>
            </p:nvGrpSpPr>
            <p:grpSpPr bwMode="auto">
              <a:xfrm>
                <a:off x="333" y="2982"/>
                <a:ext cx="642" cy="308"/>
                <a:chOff x="333" y="2982"/>
                <a:chExt cx="642" cy="308"/>
              </a:xfrm>
            </p:grpSpPr>
            <p:sp>
              <p:nvSpPr>
                <p:cNvPr id="96288" name="Rectangle 48"/>
                <p:cNvSpPr>
                  <a:spLocks noChangeArrowheads="1"/>
                </p:cNvSpPr>
                <p:nvPr/>
              </p:nvSpPr>
              <p:spPr bwMode="auto">
                <a:xfrm>
                  <a:off x="333" y="2982"/>
                  <a:ext cx="642" cy="308"/>
                </a:xfrm>
                <a:prstGeom prst="rect">
                  <a:avLst/>
                </a:prstGeom>
                <a:solidFill>
                  <a:srgbClr val="FFFF99"/>
                </a:solidFill>
                <a:ln w="28575">
                  <a:solidFill>
                    <a:schemeClr val="folHlink"/>
                  </a:solidFill>
                  <a:miter lim="800000"/>
                  <a:headEnd/>
                  <a:tailEnd/>
                </a:ln>
              </p:spPr>
              <p:txBody>
                <a:bodyPr wrap="none" anchor="ctr"/>
                <a:lstStyle/>
                <a:p>
                  <a:pPr eaLnBrk="1" hangingPunct="1"/>
                  <a:endParaRPr lang="zh-CN" altLang="en-US" b="1"/>
                </a:p>
              </p:txBody>
            </p:sp>
            <p:sp>
              <p:nvSpPr>
                <p:cNvPr id="96289" name="Rectangle 49"/>
                <p:cNvSpPr>
                  <a:spLocks noChangeArrowheads="1"/>
                </p:cNvSpPr>
                <p:nvPr/>
              </p:nvSpPr>
              <p:spPr bwMode="auto">
                <a:xfrm>
                  <a:off x="419" y="3034"/>
                  <a:ext cx="403"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8 </a:t>
                  </a:r>
                  <a:r>
                    <a:rPr kumimoji="1" lang="zh-CN" altLang="en-US" sz="1900" b="1">
                      <a:solidFill>
                        <a:srgbClr val="333399"/>
                      </a:solidFill>
                      <a:latin typeface="Times New Roman" pitchFamily="18" charset="0"/>
                    </a:rPr>
                    <a:t>字节</a:t>
                  </a:r>
                </a:p>
              </p:txBody>
            </p:sp>
          </p:grpSp>
          <p:sp>
            <p:nvSpPr>
              <p:cNvPr id="96286" name="AutoShape 50"/>
              <p:cNvSpPr>
                <a:spLocks noChangeArrowheads="1"/>
              </p:cNvSpPr>
              <p:nvPr/>
            </p:nvSpPr>
            <p:spPr bwMode="auto">
              <a:xfrm>
                <a:off x="171" y="2659"/>
                <a:ext cx="248" cy="289"/>
              </a:xfrm>
              <a:prstGeom prst="wedgeRoundRectCallout">
                <a:avLst>
                  <a:gd name="adj1" fmla="val 55575"/>
                  <a:gd name="adj2" fmla="val 87899"/>
                  <a:gd name="adj3" fmla="val 16667"/>
                </a:avLst>
              </a:prstGeom>
              <a:solidFill>
                <a:schemeClr val="bg1"/>
              </a:solidFill>
              <a:ln w="12700">
                <a:solidFill>
                  <a:schemeClr val="tx1"/>
                </a:solidFill>
                <a:miter lim="800000"/>
                <a:headEnd/>
                <a:tailEnd/>
              </a:ln>
            </p:spPr>
            <p:txBody>
              <a:bodyPr/>
              <a:lstStyle/>
              <a:p>
                <a:pPr algn="ctr" defTabSz="907085"/>
                <a:endParaRPr kumimoji="1" lang="zh-CN" altLang="en-US" sz="1900" b="1">
                  <a:solidFill>
                    <a:srgbClr val="333399"/>
                  </a:solidFill>
                  <a:latin typeface="Times New Roman" pitchFamily="18" charset="0"/>
                </a:endParaRPr>
              </a:p>
            </p:txBody>
          </p:sp>
          <p:sp>
            <p:nvSpPr>
              <p:cNvPr id="96287" name="Rectangle 51"/>
              <p:cNvSpPr>
                <a:spLocks noChangeArrowheads="1"/>
              </p:cNvSpPr>
              <p:nvPr/>
            </p:nvSpPr>
            <p:spPr bwMode="auto">
              <a:xfrm>
                <a:off x="148" y="2710"/>
                <a:ext cx="370"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907085"/>
                <a:r>
                  <a:rPr kumimoji="1" lang="zh-CN" altLang="en-US" sz="1900" b="1" dirty="0">
                    <a:solidFill>
                      <a:srgbClr val="333399"/>
                    </a:solidFill>
                    <a:latin typeface="Times New Roman" pitchFamily="18" charset="0"/>
                  </a:rPr>
                  <a:t>插入</a:t>
                </a:r>
              </a:p>
            </p:txBody>
          </p:sp>
        </p:grpSp>
      </p:grpSp>
      <p:sp>
        <p:nvSpPr>
          <p:cNvPr id="324660" name="Text Box 52"/>
          <p:cNvSpPr txBox="1">
            <a:spLocks noChangeArrowheads="1"/>
          </p:cNvSpPr>
          <p:nvPr/>
        </p:nvSpPr>
        <p:spPr bwMode="auto">
          <a:xfrm>
            <a:off x="478582" y="1332981"/>
            <a:ext cx="11237540" cy="1448741"/>
          </a:xfrm>
          <a:prstGeom prst="rect">
            <a:avLst/>
          </a:prstGeom>
          <a:solidFill>
            <a:srgbClr val="FFFF99"/>
          </a:solidFill>
          <a:ln w="9525">
            <a:solidFill>
              <a:srgbClr val="333399"/>
            </a:solidFill>
            <a:miter lim="800000"/>
            <a:headEnd/>
            <a:tailEnd/>
          </a:ln>
        </p:spPr>
        <p:txBody>
          <a:bodyPr wrap="squar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lang="zh-CN" altLang="en-US" sz="2900" dirty="0" smtClean="0">
                <a:solidFill>
                  <a:srgbClr val="333399"/>
                </a:solidFill>
                <a:latin typeface="Arial" charset="0"/>
              </a:rPr>
              <a:t>插入</a:t>
            </a:r>
            <a:r>
              <a:rPr lang="zh-CN" altLang="en-US" sz="2900" dirty="0">
                <a:solidFill>
                  <a:srgbClr val="333399"/>
                </a:solidFill>
                <a:latin typeface="Arial" charset="0"/>
              </a:rPr>
              <a:t>的 </a:t>
            </a:r>
            <a:r>
              <a:rPr lang="en-US" altLang="zh-CN" sz="2900" dirty="0">
                <a:solidFill>
                  <a:srgbClr val="333399"/>
                </a:solidFill>
                <a:latin typeface="Arial" charset="0"/>
              </a:rPr>
              <a:t>8 </a:t>
            </a:r>
            <a:r>
              <a:rPr lang="zh-CN" altLang="en-US" sz="2900" dirty="0" smtClean="0">
                <a:solidFill>
                  <a:srgbClr val="333399"/>
                </a:solidFill>
                <a:latin typeface="Arial" charset="0"/>
              </a:rPr>
              <a:t>字节比特流由两个字段构成，第一</a:t>
            </a:r>
            <a:r>
              <a:rPr lang="zh-CN" altLang="en-US" sz="2900" dirty="0">
                <a:solidFill>
                  <a:srgbClr val="333399"/>
                </a:solidFill>
                <a:latin typeface="Arial" charset="0"/>
              </a:rPr>
              <a:t>个</a:t>
            </a:r>
            <a:r>
              <a:rPr lang="zh-CN" altLang="en-US" sz="2900" dirty="0" smtClean="0">
                <a:solidFill>
                  <a:srgbClr val="333399"/>
                </a:solidFill>
                <a:latin typeface="Arial" charset="0"/>
              </a:rPr>
              <a:t>字段占 </a:t>
            </a:r>
            <a:r>
              <a:rPr lang="en-US" altLang="zh-CN" sz="2900" dirty="0">
                <a:solidFill>
                  <a:srgbClr val="333399"/>
                </a:solidFill>
                <a:latin typeface="Arial" charset="0"/>
              </a:rPr>
              <a:t>7 </a:t>
            </a:r>
            <a:r>
              <a:rPr lang="zh-CN" altLang="en-US" sz="2900" dirty="0">
                <a:solidFill>
                  <a:srgbClr val="333399"/>
                </a:solidFill>
                <a:latin typeface="Arial" charset="0"/>
              </a:rPr>
              <a:t>个字节，</a:t>
            </a:r>
          </a:p>
          <a:p>
            <a:pPr eaLnBrk="1" hangingPunct="1"/>
            <a:r>
              <a:rPr lang="zh-CN" altLang="en-US" sz="2900" dirty="0" smtClean="0">
                <a:solidFill>
                  <a:srgbClr val="333399"/>
                </a:solidFill>
                <a:latin typeface="Arial" charset="0"/>
              </a:rPr>
              <a:t>叫做</a:t>
            </a:r>
            <a:r>
              <a:rPr lang="zh-CN" altLang="en-US" sz="2900" dirty="0" smtClean="0">
                <a:solidFill>
                  <a:srgbClr val="C00000"/>
                </a:solidFill>
                <a:latin typeface="Arial" charset="0"/>
              </a:rPr>
              <a:t>前同步码</a:t>
            </a:r>
            <a:r>
              <a:rPr lang="zh-CN" altLang="en-US" sz="2900" dirty="0">
                <a:solidFill>
                  <a:srgbClr val="333399"/>
                </a:solidFill>
                <a:latin typeface="Arial" charset="0"/>
              </a:rPr>
              <a:t>，</a:t>
            </a:r>
            <a:r>
              <a:rPr lang="zh-CN" altLang="en-US" sz="2900" dirty="0" smtClean="0">
                <a:solidFill>
                  <a:srgbClr val="333399"/>
                </a:solidFill>
                <a:latin typeface="Arial" charset="0"/>
              </a:rPr>
              <a:t>用来使接收端适配器在接收 </a:t>
            </a:r>
            <a:r>
              <a:rPr lang="en-US" altLang="zh-CN" sz="2900" dirty="0" smtClean="0">
                <a:solidFill>
                  <a:srgbClr val="333399"/>
                </a:solidFill>
                <a:latin typeface="Arial" charset="0"/>
              </a:rPr>
              <a:t>MAC </a:t>
            </a:r>
            <a:r>
              <a:rPr lang="zh-CN" altLang="en-US" sz="2900" dirty="0" smtClean="0">
                <a:solidFill>
                  <a:srgbClr val="333399"/>
                </a:solidFill>
                <a:latin typeface="Arial" charset="0"/>
              </a:rPr>
              <a:t>帧时迅速实现位同步。第二</a:t>
            </a:r>
            <a:r>
              <a:rPr lang="zh-CN" altLang="en-US" sz="2900" dirty="0">
                <a:solidFill>
                  <a:srgbClr val="333399"/>
                </a:solidFill>
                <a:latin typeface="Arial" charset="0"/>
              </a:rPr>
              <a:t>个字段是</a:t>
            </a:r>
            <a:r>
              <a:rPr lang="zh-CN" altLang="en-US" sz="2900" dirty="0">
                <a:solidFill>
                  <a:srgbClr val="C00000"/>
                </a:solidFill>
                <a:latin typeface="Arial" charset="0"/>
              </a:rPr>
              <a:t>帧开始定界符</a:t>
            </a:r>
            <a:r>
              <a:rPr lang="zh-CN" altLang="en-US" sz="2900" dirty="0">
                <a:solidFill>
                  <a:srgbClr val="333399"/>
                </a:solidFill>
                <a:latin typeface="Arial" charset="0"/>
              </a:rPr>
              <a:t>，表示后面的信息</a:t>
            </a:r>
            <a:r>
              <a:rPr lang="zh-CN" altLang="en-US" sz="2900" dirty="0" smtClean="0">
                <a:solidFill>
                  <a:srgbClr val="333399"/>
                </a:solidFill>
                <a:latin typeface="Arial" charset="0"/>
              </a:rPr>
              <a:t>就是 </a:t>
            </a:r>
            <a:r>
              <a:rPr lang="en-US" altLang="zh-CN" sz="2900" dirty="0" smtClean="0">
                <a:solidFill>
                  <a:srgbClr val="333399"/>
                </a:solidFill>
                <a:latin typeface="Arial" charset="0"/>
              </a:rPr>
              <a:t>MAC </a:t>
            </a:r>
            <a:r>
              <a:rPr lang="zh-CN" altLang="en-US" sz="2900" dirty="0">
                <a:solidFill>
                  <a:srgbClr val="333399"/>
                </a:solidFill>
                <a:latin typeface="Arial" charset="0"/>
              </a:rPr>
              <a:t>帧。 </a:t>
            </a:r>
          </a:p>
        </p:txBody>
      </p:sp>
      <p:sp>
        <p:nvSpPr>
          <p:cNvPr id="324661" name="Text Box 53"/>
          <p:cNvSpPr txBox="1">
            <a:spLocks noChangeArrowheads="1"/>
          </p:cNvSpPr>
          <p:nvPr/>
        </p:nvSpPr>
        <p:spPr bwMode="auto">
          <a:xfrm>
            <a:off x="6023198" y="5379657"/>
            <a:ext cx="5838351" cy="1002465"/>
          </a:xfrm>
          <a:prstGeom prst="rect">
            <a:avLst/>
          </a:prstGeom>
          <a:solidFill>
            <a:srgbClr val="FFFF99"/>
          </a:solidFill>
          <a:ln w="9525">
            <a:solidFill>
              <a:srgbClr val="333399"/>
            </a:solidFill>
            <a:miter lim="800000"/>
            <a:headEnd/>
            <a:tailEnd/>
          </a:ln>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algn="ctr" eaLnBrk="1" hangingPunct="1"/>
            <a:r>
              <a:rPr lang="zh-CN" altLang="en-US" sz="2900" dirty="0" smtClean="0">
                <a:solidFill>
                  <a:srgbClr val="333399"/>
                </a:solidFill>
                <a:latin typeface="Arial" charset="0"/>
              </a:rPr>
              <a:t>从数据链路层向下传到物理层时</a:t>
            </a:r>
            <a:endParaRPr lang="en-US" altLang="zh-CN" sz="2900" dirty="0" smtClean="0">
              <a:solidFill>
                <a:srgbClr val="333399"/>
              </a:solidFill>
              <a:latin typeface="Arial" charset="0"/>
            </a:endParaRPr>
          </a:p>
          <a:p>
            <a:pPr algn="ctr" eaLnBrk="1" hangingPunct="1"/>
            <a:r>
              <a:rPr lang="zh-CN" altLang="en-US" sz="2900" dirty="0">
                <a:solidFill>
                  <a:srgbClr val="333399"/>
                </a:solidFill>
                <a:latin typeface="Arial" charset="0"/>
              </a:rPr>
              <a:t>还要</a:t>
            </a:r>
            <a:r>
              <a:rPr lang="zh-CN" altLang="en-US" sz="2900" dirty="0" smtClean="0">
                <a:solidFill>
                  <a:srgbClr val="333399"/>
                </a:solidFill>
                <a:latin typeface="Arial" charset="0"/>
              </a:rPr>
              <a:t>在帧的前面插入 </a:t>
            </a:r>
            <a:r>
              <a:rPr lang="en-US" altLang="zh-CN" sz="2900" dirty="0">
                <a:solidFill>
                  <a:srgbClr val="333399"/>
                </a:solidFill>
                <a:latin typeface="Arial" charset="0"/>
              </a:rPr>
              <a:t>8 </a:t>
            </a:r>
            <a:r>
              <a:rPr lang="zh-CN" altLang="en-US" sz="2900" dirty="0" smtClean="0">
                <a:solidFill>
                  <a:srgbClr val="333399"/>
                </a:solidFill>
                <a:latin typeface="Arial" charset="0"/>
              </a:rPr>
              <a:t>字节比特流</a:t>
            </a:r>
            <a:endParaRPr lang="zh-CN" altLang="en-US" sz="2900" dirty="0">
              <a:solidFill>
                <a:srgbClr val="333399"/>
              </a:solidFill>
              <a:latin typeface="Arial" charset="0"/>
            </a:endParaRPr>
          </a:p>
        </p:txBody>
      </p:sp>
    </p:spTree>
    <p:extLst>
      <p:ext uri="{BB962C8B-B14F-4D97-AF65-F5344CB8AC3E}">
        <p14:creationId xmlns:p14="http://schemas.microsoft.com/office/powerpoint/2010/main" val="10782253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4661"/>
                                        </p:tgtEl>
                                        <p:attrNameLst>
                                          <p:attrName>style.visibility</p:attrName>
                                        </p:attrNameLst>
                                      </p:cBhvr>
                                      <p:to>
                                        <p:strVal val="visible"/>
                                      </p:to>
                                    </p:set>
                                  </p:childTnLst>
                                </p:cTn>
                              </p:par>
                            </p:childTnLst>
                          </p:cTn>
                        </p:par>
                      </p:childTnLst>
                    </p:cTn>
                  </p:par>
                  <p:par>
                    <p:cTn id="7" fill="hold">
                      <p:stCondLst>
                        <p:cond delay="indefinite"/>
                      </p:stCondLst>
                      <p:childTnLst>
                        <p:par>
                          <p:cTn id="8" fill="hold" nodeType="afterGroup">
                            <p:stCondLst>
                              <p:cond delay="0"/>
                            </p:stCondLst>
                            <p:childTnLst>
                              <p:par>
                                <p:cTn id="9" presetID="35" presetClass="emph" presetSubtype="0" repeatCount="3000" fill="hold" nodeType="clickEffect">
                                  <p:stCondLst>
                                    <p:cond delay="0"/>
                                  </p:stCondLst>
                                  <p:childTnLst>
                                    <p:anim calcmode="discrete" valueType="str">
                                      <p:cBhvr>
                                        <p:cTn id="10" dur="500" fill="hold"/>
                                        <p:tgtEl>
                                          <p:spTgt spid="5"/>
                                        </p:tgtEl>
                                        <p:attrNameLst>
                                          <p:attrName>style.visibility</p:attrName>
                                        </p:attrNameLst>
                                      </p:cBhvr>
                                      <p:tavLst>
                                        <p:tav tm="0">
                                          <p:val>
                                            <p:strVal val="hidden"/>
                                          </p:val>
                                        </p:tav>
                                        <p:tav tm="50000">
                                          <p:val>
                                            <p:strVal val="visible"/>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46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660" grpId="0" animBg="1"/>
      <p:bldP spid="324661"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Line 2"/>
          <p:cNvSpPr>
            <a:spLocks noChangeShapeType="1"/>
          </p:cNvSpPr>
          <p:nvPr/>
        </p:nvSpPr>
        <p:spPr bwMode="auto">
          <a:xfrm>
            <a:off x="203173" y="4496841"/>
            <a:ext cx="11885653" cy="0"/>
          </a:xfrm>
          <a:prstGeom prst="line">
            <a:avLst/>
          </a:prstGeom>
          <a:noFill/>
          <a:ln w="12700" cmpd="sng">
            <a:solidFill>
              <a:schemeClr val="folHlink"/>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96259" name="Rectangle 3"/>
          <p:cNvSpPr>
            <a:spLocks noChangeArrowheads="1"/>
          </p:cNvSpPr>
          <p:nvPr/>
        </p:nvSpPr>
        <p:spPr bwMode="auto">
          <a:xfrm>
            <a:off x="2071948" y="4731845"/>
            <a:ext cx="8550220" cy="495415"/>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108850" tIns="54425" rIns="108850" bIns="54425" anchor="ctr"/>
          <a:lstStyle/>
          <a:p>
            <a:pPr eaLnBrk="1" hangingPunct="1"/>
            <a:endParaRPr lang="zh-CN" altLang="en-US" b="1"/>
          </a:p>
        </p:txBody>
      </p:sp>
      <p:sp>
        <p:nvSpPr>
          <p:cNvPr id="96260" name="Rectangle 4"/>
          <p:cNvSpPr>
            <a:spLocks noChangeArrowheads="1"/>
          </p:cNvSpPr>
          <p:nvPr/>
        </p:nvSpPr>
        <p:spPr bwMode="auto">
          <a:xfrm>
            <a:off x="2063482" y="4731846"/>
            <a:ext cx="8558686" cy="489063"/>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lIns="108850" tIns="54425" rIns="108850" bIns="54425" anchor="ctr"/>
          <a:lstStyle/>
          <a:p>
            <a:pPr eaLnBrk="1" hangingPunct="1"/>
            <a:endParaRPr lang="zh-CN" altLang="en-US" b="1"/>
          </a:p>
        </p:txBody>
      </p:sp>
      <p:sp>
        <p:nvSpPr>
          <p:cNvPr id="96261" name="Rectangle 5"/>
          <p:cNvSpPr>
            <a:spLocks noChangeArrowheads="1"/>
          </p:cNvSpPr>
          <p:nvPr/>
        </p:nvSpPr>
        <p:spPr bwMode="auto">
          <a:xfrm>
            <a:off x="5674046" y="4836645"/>
            <a:ext cx="1105601"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1900" b="1">
                <a:solidFill>
                  <a:srgbClr val="333399"/>
                </a:solidFill>
                <a:latin typeface="Times New Roman" pitchFamily="18" charset="0"/>
              </a:rPr>
              <a:t>MAC </a:t>
            </a:r>
            <a:r>
              <a:rPr kumimoji="1" lang="zh-CN" altLang="en-US" sz="1900" b="1">
                <a:solidFill>
                  <a:srgbClr val="333399"/>
                </a:solidFill>
                <a:latin typeface="Times New Roman" pitchFamily="18" charset="0"/>
              </a:rPr>
              <a:t>帧</a:t>
            </a:r>
          </a:p>
        </p:txBody>
      </p:sp>
      <p:sp>
        <p:nvSpPr>
          <p:cNvPr id="96262" name="Rectangle 6"/>
          <p:cNvSpPr>
            <a:spLocks noChangeArrowheads="1"/>
          </p:cNvSpPr>
          <p:nvPr/>
        </p:nvSpPr>
        <p:spPr bwMode="auto">
          <a:xfrm>
            <a:off x="10990420" y="4816004"/>
            <a:ext cx="948507"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1900" b="1">
                <a:solidFill>
                  <a:srgbClr val="333399"/>
                </a:solidFill>
                <a:latin typeface="Times New Roman" pitchFamily="18" charset="0"/>
              </a:rPr>
              <a:t>物理层</a:t>
            </a:r>
          </a:p>
        </p:txBody>
      </p:sp>
      <p:sp>
        <p:nvSpPr>
          <p:cNvPr id="96263" name="Rectangle 7"/>
          <p:cNvSpPr>
            <a:spLocks noChangeArrowheads="1"/>
          </p:cNvSpPr>
          <p:nvPr/>
        </p:nvSpPr>
        <p:spPr bwMode="auto">
          <a:xfrm>
            <a:off x="10950208" y="3887100"/>
            <a:ext cx="1105601" cy="399247"/>
          </a:xfrm>
          <a:prstGeom prst="rect">
            <a:avLst/>
          </a:prstGeom>
          <a:noFill/>
          <a:ln>
            <a:noFill/>
          </a:ln>
          <a:extLst/>
        </p:spPr>
        <p:txBody>
          <a:bodyPr wrap="none" lIns="107717" tIns="52913" rIns="107717" bIns="52913">
            <a:spAutoFit/>
          </a:bodyPr>
          <a:lstStyle/>
          <a:p>
            <a:pPr defTabSz="907085"/>
            <a:r>
              <a:rPr kumimoji="1" lang="en-US" altLang="zh-CN" sz="1900" b="1" dirty="0">
                <a:solidFill>
                  <a:srgbClr val="333399"/>
                </a:solidFill>
                <a:latin typeface="Times New Roman" pitchFamily="18" charset="0"/>
              </a:rPr>
              <a:t>MAC </a:t>
            </a:r>
            <a:r>
              <a:rPr kumimoji="1" lang="zh-CN" altLang="en-US" sz="1900" b="1" dirty="0">
                <a:solidFill>
                  <a:srgbClr val="333399"/>
                </a:solidFill>
                <a:latin typeface="Times New Roman" pitchFamily="18" charset="0"/>
              </a:rPr>
              <a:t>层</a:t>
            </a:r>
          </a:p>
        </p:txBody>
      </p:sp>
      <p:sp>
        <p:nvSpPr>
          <p:cNvPr id="96264" name="Line 8"/>
          <p:cNvSpPr>
            <a:spLocks noChangeShapeType="1"/>
          </p:cNvSpPr>
          <p:nvPr/>
        </p:nvSpPr>
        <p:spPr bwMode="auto">
          <a:xfrm flipH="1">
            <a:off x="2061365" y="4222140"/>
            <a:ext cx="2117" cy="514469"/>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96265" name="Line 9"/>
          <p:cNvSpPr>
            <a:spLocks noChangeShapeType="1"/>
          </p:cNvSpPr>
          <p:nvPr/>
        </p:nvSpPr>
        <p:spPr bwMode="auto">
          <a:xfrm>
            <a:off x="10607353" y="4293594"/>
            <a:ext cx="14815" cy="4319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96266" name="Rectangle 10"/>
          <p:cNvSpPr>
            <a:spLocks noChangeArrowheads="1"/>
          </p:cNvSpPr>
          <p:nvPr/>
        </p:nvSpPr>
        <p:spPr bwMode="auto">
          <a:xfrm>
            <a:off x="11130102" y="2972489"/>
            <a:ext cx="753903"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1900" b="1">
                <a:solidFill>
                  <a:srgbClr val="333399"/>
                </a:solidFill>
                <a:latin typeface="Times New Roman" pitchFamily="18" charset="0"/>
              </a:rPr>
              <a:t>IP </a:t>
            </a:r>
            <a:r>
              <a:rPr kumimoji="1" lang="zh-CN" altLang="en-US" sz="1900" b="1">
                <a:solidFill>
                  <a:srgbClr val="333399"/>
                </a:solidFill>
                <a:latin typeface="Times New Roman" pitchFamily="18" charset="0"/>
              </a:rPr>
              <a:t>层</a:t>
            </a:r>
          </a:p>
        </p:txBody>
      </p:sp>
      <p:sp>
        <p:nvSpPr>
          <p:cNvPr id="96267" name="Line 11"/>
          <p:cNvSpPr>
            <a:spLocks noChangeShapeType="1"/>
          </p:cNvSpPr>
          <p:nvPr/>
        </p:nvSpPr>
        <p:spPr bwMode="auto">
          <a:xfrm>
            <a:off x="10926929" y="3506012"/>
            <a:ext cx="1094174" cy="11116"/>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grpSp>
        <p:nvGrpSpPr>
          <p:cNvPr id="96268" name="Group 12"/>
          <p:cNvGrpSpPr>
            <a:grpSpLocks/>
          </p:cNvGrpSpPr>
          <p:nvPr/>
        </p:nvGrpSpPr>
        <p:grpSpPr bwMode="auto">
          <a:xfrm>
            <a:off x="1394703" y="3464728"/>
            <a:ext cx="9227465" cy="1413202"/>
            <a:chOff x="659" y="2182"/>
            <a:chExt cx="4360" cy="890"/>
          </a:xfrm>
        </p:grpSpPr>
        <p:sp>
          <p:nvSpPr>
            <p:cNvPr id="96292" name="AutoShape 13"/>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p>
              <a:pPr eaLnBrk="1" hangingPunct="1"/>
              <a:endParaRPr lang="zh-CN" altLang="en-US" b="1"/>
            </a:p>
          </p:txBody>
        </p:sp>
        <p:grpSp>
          <p:nvGrpSpPr>
            <p:cNvPr id="96293" name="Group 14"/>
            <p:cNvGrpSpPr>
              <a:grpSpLocks/>
            </p:cNvGrpSpPr>
            <p:nvPr/>
          </p:nvGrpSpPr>
          <p:grpSpPr bwMode="auto">
            <a:xfrm>
              <a:off x="659" y="2182"/>
              <a:ext cx="4360" cy="506"/>
              <a:chOff x="659" y="2182"/>
              <a:chExt cx="4360" cy="506"/>
            </a:xfrm>
          </p:grpSpPr>
          <p:sp>
            <p:nvSpPr>
              <p:cNvPr id="96294" name="Rectangle 15"/>
              <p:cNvSpPr>
                <a:spLocks noChangeArrowheads="1"/>
              </p:cNvSpPr>
              <p:nvPr/>
            </p:nvSpPr>
            <p:spPr bwMode="auto">
              <a:xfrm>
                <a:off x="974" y="2400"/>
                <a:ext cx="4045" cy="288"/>
              </a:xfrm>
              <a:prstGeom prst="rect">
                <a:avLst/>
              </a:prstGeom>
              <a:solidFill>
                <a:srgbClr val="FFCCFF"/>
              </a:solidFill>
              <a:ln w="19050">
                <a:solidFill>
                  <a:schemeClr val="folHlink"/>
                </a:solidFill>
                <a:miter lim="800000"/>
                <a:headEnd/>
                <a:tailEnd/>
              </a:ln>
              <a:effectLst>
                <a:outerShdw dist="35921" dir="2700000" algn="ctr" rotWithShape="0">
                  <a:schemeClr val="bg2"/>
                </a:outerShdw>
              </a:effectLst>
            </p:spPr>
            <p:txBody>
              <a:bodyPr wrap="none" anchor="ctr"/>
              <a:lstStyle/>
              <a:p>
                <a:pPr eaLnBrk="1" hangingPunct="1"/>
                <a:endParaRPr lang="zh-CN" altLang="en-US" b="1"/>
              </a:p>
            </p:txBody>
          </p:sp>
          <p:sp>
            <p:nvSpPr>
              <p:cNvPr id="96295" name="Line 16"/>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96296" name="Line 17"/>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96297" name="Line 18"/>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96298" name="Line 19"/>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96299" name="Rectangle 20"/>
              <p:cNvSpPr>
                <a:spLocks noChangeArrowheads="1"/>
              </p:cNvSpPr>
              <p:nvPr/>
            </p:nvSpPr>
            <p:spPr bwMode="auto">
              <a:xfrm>
                <a:off x="963" y="2445"/>
                <a:ext cx="54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a:solidFill>
                      <a:srgbClr val="333399"/>
                    </a:solidFill>
                    <a:latin typeface="Times New Roman" pitchFamily="18" charset="0"/>
                  </a:rPr>
                  <a:t>目的地址</a:t>
                </a:r>
              </a:p>
            </p:txBody>
          </p:sp>
          <p:sp>
            <p:nvSpPr>
              <p:cNvPr id="96300" name="Rectangle 21"/>
              <p:cNvSpPr>
                <a:spLocks noChangeArrowheads="1"/>
              </p:cNvSpPr>
              <p:nvPr/>
            </p:nvSpPr>
            <p:spPr bwMode="auto">
              <a:xfrm>
                <a:off x="1609" y="2445"/>
                <a:ext cx="432"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a:solidFill>
                      <a:srgbClr val="333399"/>
                    </a:solidFill>
                    <a:latin typeface="Times New Roman" pitchFamily="18" charset="0"/>
                  </a:rPr>
                  <a:t>源地址</a:t>
                </a:r>
              </a:p>
            </p:txBody>
          </p:sp>
          <p:sp>
            <p:nvSpPr>
              <p:cNvPr id="96301" name="Rectangle 22"/>
              <p:cNvSpPr>
                <a:spLocks noChangeArrowheads="1"/>
              </p:cNvSpPr>
              <p:nvPr/>
            </p:nvSpPr>
            <p:spPr bwMode="auto">
              <a:xfrm>
                <a:off x="2241" y="2445"/>
                <a:ext cx="31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dirty="0">
                    <a:solidFill>
                      <a:srgbClr val="333399"/>
                    </a:solidFill>
                    <a:latin typeface="Times New Roman" pitchFamily="18" charset="0"/>
                  </a:rPr>
                  <a:t>类型</a:t>
                </a:r>
              </a:p>
            </p:txBody>
          </p:sp>
          <p:sp>
            <p:nvSpPr>
              <p:cNvPr id="96302" name="Rectangle 23"/>
              <p:cNvSpPr>
                <a:spLocks noChangeArrowheads="1"/>
              </p:cNvSpPr>
              <p:nvPr/>
            </p:nvSpPr>
            <p:spPr bwMode="auto">
              <a:xfrm>
                <a:off x="3406" y="2445"/>
                <a:ext cx="54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a:solidFill>
                      <a:srgbClr val="333399"/>
                    </a:solidFill>
                    <a:latin typeface="Times New Roman" pitchFamily="18" charset="0"/>
                  </a:rPr>
                  <a:t>数        据</a:t>
                </a:r>
              </a:p>
            </p:txBody>
          </p:sp>
          <p:sp>
            <p:nvSpPr>
              <p:cNvPr id="96303" name="Rectangle 24"/>
              <p:cNvSpPr>
                <a:spLocks noChangeArrowheads="1"/>
              </p:cNvSpPr>
              <p:nvPr/>
            </p:nvSpPr>
            <p:spPr bwMode="auto">
              <a:xfrm>
                <a:off x="4683" y="2445"/>
                <a:ext cx="30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FCS</a:t>
                </a:r>
              </a:p>
            </p:txBody>
          </p:sp>
          <p:sp>
            <p:nvSpPr>
              <p:cNvPr id="96304" name="Rectangle 25"/>
              <p:cNvSpPr>
                <a:spLocks noChangeArrowheads="1"/>
              </p:cNvSpPr>
              <p:nvPr/>
            </p:nvSpPr>
            <p:spPr bwMode="auto">
              <a:xfrm>
                <a:off x="1193" y="2205"/>
                <a:ext cx="14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6</a:t>
                </a:r>
              </a:p>
            </p:txBody>
          </p:sp>
          <p:sp>
            <p:nvSpPr>
              <p:cNvPr id="96305" name="Rectangle 26"/>
              <p:cNvSpPr>
                <a:spLocks noChangeArrowheads="1"/>
              </p:cNvSpPr>
              <p:nvPr/>
            </p:nvSpPr>
            <p:spPr bwMode="auto">
              <a:xfrm>
                <a:off x="1810" y="2205"/>
                <a:ext cx="14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6</a:t>
                </a:r>
              </a:p>
            </p:txBody>
          </p:sp>
          <p:sp>
            <p:nvSpPr>
              <p:cNvPr id="96306" name="Rectangle 27"/>
              <p:cNvSpPr>
                <a:spLocks noChangeArrowheads="1"/>
              </p:cNvSpPr>
              <p:nvPr/>
            </p:nvSpPr>
            <p:spPr bwMode="auto">
              <a:xfrm>
                <a:off x="2379" y="2205"/>
                <a:ext cx="14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2</a:t>
                </a:r>
              </a:p>
            </p:txBody>
          </p:sp>
          <p:sp>
            <p:nvSpPr>
              <p:cNvPr id="96307" name="Rectangle 28"/>
              <p:cNvSpPr>
                <a:spLocks noChangeArrowheads="1"/>
              </p:cNvSpPr>
              <p:nvPr/>
            </p:nvSpPr>
            <p:spPr bwMode="auto">
              <a:xfrm>
                <a:off x="4786" y="2205"/>
                <a:ext cx="14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4</a:t>
                </a:r>
              </a:p>
            </p:txBody>
          </p:sp>
          <p:sp>
            <p:nvSpPr>
              <p:cNvPr id="96308" name="Rectangle 29"/>
              <p:cNvSpPr>
                <a:spLocks noChangeArrowheads="1"/>
              </p:cNvSpPr>
              <p:nvPr/>
            </p:nvSpPr>
            <p:spPr bwMode="auto">
              <a:xfrm>
                <a:off x="659" y="2182"/>
                <a:ext cx="31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a:solidFill>
                      <a:srgbClr val="333399"/>
                    </a:solidFill>
                    <a:latin typeface="Times New Roman" pitchFamily="18" charset="0"/>
                  </a:rPr>
                  <a:t>字节</a:t>
                </a:r>
              </a:p>
            </p:txBody>
          </p:sp>
          <p:sp>
            <p:nvSpPr>
              <p:cNvPr id="96309" name="Text Box 30"/>
              <p:cNvSpPr txBox="1">
                <a:spLocks noChangeArrowheads="1"/>
              </p:cNvSpPr>
              <p:nvPr/>
            </p:nvSpPr>
            <p:spPr bwMode="auto">
              <a:xfrm>
                <a:off x="3777" y="2185"/>
                <a:ext cx="47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defRPr sz="1600" b="1">
                    <a:solidFill>
                      <a:srgbClr val="1C1C1C"/>
                    </a:solidFill>
                    <a:latin typeface="黑体" pitchFamily="49" charset="-122"/>
                    <a:ea typeface="黑体" pitchFamily="49" charset="-122"/>
                  </a:defRPr>
                </a:lvl1pPr>
                <a:lvl2pPr marL="742950" indent="-285750" defTabSz="762000">
                  <a:defRPr sz="1600">
                    <a:solidFill>
                      <a:srgbClr val="1C1C1C"/>
                    </a:solidFill>
                    <a:latin typeface="黑体" pitchFamily="49" charset="-122"/>
                    <a:ea typeface="黑体" pitchFamily="49" charset="-122"/>
                  </a:defRPr>
                </a:lvl2pPr>
                <a:lvl3pPr marL="1143000" indent="-228600" defTabSz="762000">
                  <a:defRPr sz="1600">
                    <a:solidFill>
                      <a:srgbClr val="1C1C1C"/>
                    </a:solidFill>
                    <a:latin typeface="黑体" pitchFamily="49" charset="-122"/>
                    <a:ea typeface="黑体" pitchFamily="49" charset="-122"/>
                  </a:defRPr>
                </a:lvl3pPr>
                <a:lvl4pPr marL="1600200" indent="-228600" defTabSz="762000">
                  <a:defRPr sz="1600">
                    <a:solidFill>
                      <a:srgbClr val="1C1C1C"/>
                    </a:solidFill>
                    <a:latin typeface="黑体" pitchFamily="49" charset="-122"/>
                    <a:ea typeface="黑体" pitchFamily="49" charset="-122"/>
                  </a:defRPr>
                </a:lvl4pPr>
                <a:lvl5pPr marL="2057400" indent="-228600" defTabSz="762000">
                  <a:defRPr sz="1600">
                    <a:solidFill>
                      <a:srgbClr val="1C1C1C"/>
                    </a:solidFill>
                    <a:latin typeface="黑体" pitchFamily="49" charset="-122"/>
                    <a:ea typeface="黑体" pitchFamily="49" charset="-122"/>
                  </a:defRPr>
                </a:lvl5pPr>
                <a:lvl6pPr marL="2514600" indent="-228600" defTabSz="762000" eaLnBrk="0" hangingPunct="0">
                  <a:defRPr sz="1600">
                    <a:solidFill>
                      <a:srgbClr val="1C1C1C"/>
                    </a:solidFill>
                    <a:latin typeface="黑体" pitchFamily="49" charset="-122"/>
                    <a:ea typeface="黑体" pitchFamily="49" charset="-122"/>
                  </a:defRPr>
                </a:lvl6pPr>
                <a:lvl7pPr marL="2971800" indent="-228600" defTabSz="762000" eaLnBrk="0" hangingPunct="0">
                  <a:defRPr sz="1600">
                    <a:solidFill>
                      <a:srgbClr val="1C1C1C"/>
                    </a:solidFill>
                    <a:latin typeface="黑体" pitchFamily="49" charset="-122"/>
                    <a:ea typeface="黑体" pitchFamily="49" charset="-122"/>
                  </a:defRPr>
                </a:lvl7pPr>
                <a:lvl8pPr marL="3429000" indent="-228600" defTabSz="762000" eaLnBrk="0" hangingPunct="0">
                  <a:defRPr sz="1600">
                    <a:solidFill>
                      <a:srgbClr val="1C1C1C"/>
                    </a:solidFill>
                    <a:latin typeface="黑体" pitchFamily="49" charset="-122"/>
                    <a:ea typeface="黑体" pitchFamily="49" charset="-122"/>
                  </a:defRPr>
                </a:lvl8pPr>
                <a:lvl9pPr marL="3886200" indent="-228600" defTabSz="762000" eaLnBrk="0" hangingPunct="0">
                  <a:defRPr sz="1600">
                    <a:solidFill>
                      <a:srgbClr val="1C1C1C"/>
                    </a:solidFill>
                    <a:latin typeface="黑体" pitchFamily="49" charset="-122"/>
                    <a:ea typeface="黑体" pitchFamily="49" charset="-122"/>
                  </a:defRPr>
                </a:lvl9pPr>
              </a:lstStyle>
              <a:p>
                <a:r>
                  <a:rPr kumimoji="1" lang="en-US" altLang="zh-CN">
                    <a:solidFill>
                      <a:srgbClr val="333399"/>
                    </a:solidFill>
                    <a:latin typeface="Times New Roman" pitchFamily="18" charset="0"/>
                    <a:ea typeface="宋体" pitchFamily="2" charset="-122"/>
                  </a:rPr>
                  <a:t>46 ~ 1500</a:t>
                </a:r>
              </a:p>
            </p:txBody>
          </p:sp>
        </p:grpSp>
      </p:grpSp>
      <p:grpSp>
        <p:nvGrpSpPr>
          <p:cNvPr id="96269" name="Group 31"/>
          <p:cNvGrpSpPr>
            <a:grpSpLocks/>
          </p:cNvGrpSpPr>
          <p:nvPr/>
        </p:nvGrpSpPr>
        <p:grpSpPr bwMode="auto">
          <a:xfrm>
            <a:off x="5746003" y="2972488"/>
            <a:ext cx="4165058" cy="990829"/>
            <a:chOff x="2715" y="1872"/>
            <a:chExt cx="1968" cy="624"/>
          </a:xfrm>
        </p:grpSpPr>
        <p:sp>
          <p:nvSpPr>
            <p:cNvPr id="96290" name="AutoShape 32"/>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folHlink"/>
              </a:solidFill>
              <a:miter lim="800000"/>
              <a:headEnd/>
              <a:tailEnd/>
            </a:ln>
          </p:spPr>
          <p:txBody>
            <a:bodyPr wrap="none" anchor="ctr"/>
            <a:lstStyle/>
            <a:p>
              <a:pPr eaLnBrk="1" hangingPunct="1"/>
              <a:endParaRPr lang="zh-CN" altLang="en-US" b="1"/>
            </a:p>
          </p:txBody>
        </p:sp>
        <p:sp>
          <p:nvSpPr>
            <p:cNvPr id="96291" name="Rectangle 33"/>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dist="35921" dir="2700000" algn="ctr" rotWithShape="0">
                <a:schemeClr val="bg2"/>
              </a:outerShdw>
            </a:effectLst>
          </p:spPr>
          <p:txBody>
            <a:bodyPr wrap="none" anchor="ctr"/>
            <a:lstStyle/>
            <a:p>
              <a:pPr algn="ctr" defTabSz="907085"/>
              <a:r>
                <a:rPr kumimoji="1" lang="en-US" altLang="zh-CN" sz="1900" b="1">
                  <a:solidFill>
                    <a:srgbClr val="333399"/>
                  </a:solidFill>
                  <a:latin typeface="Times New Roman" pitchFamily="18" charset="0"/>
                </a:rPr>
                <a:t>IP </a:t>
              </a:r>
              <a:r>
                <a:rPr kumimoji="1" lang="zh-CN" altLang="en-US" sz="1900" b="1">
                  <a:solidFill>
                    <a:srgbClr val="333399"/>
                  </a:solidFill>
                  <a:latin typeface="Times New Roman" pitchFamily="18" charset="0"/>
                </a:rPr>
                <a:t>数据报</a:t>
              </a:r>
            </a:p>
          </p:txBody>
        </p:sp>
      </p:grpSp>
      <p:sp>
        <p:nvSpPr>
          <p:cNvPr id="96270" name="Rectangle 34"/>
          <p:cNvSpPr>
            <a:spLocks noGrp="1" noChangeArrowheads="1"/>
          </p:cNvSpPr>
          <p:nvPr>
            <p:ph type="title"/>
          </p:nvPr>
        </p:nvSpPr>
        <p:spPr/>
        <p:txBody>
          <a:bodyPr/>
          <a:lstStyle/>
          <a:p>
            <a:r>
              <a:rPr lang="en-US" altLang="zh-CN" dirty="0"/>
              <a:t>3.3.5 </a:t>
            </a:r>
            <a:r>
              <a:rPr lang="zh-CN" altLang="en-US" dirty="0"/>
              <a:t>以太网的硬件地址及帧格式</a:t>
            </a:r>
            <a:endParaRPr lang="zh-CN" altLang="en-US" sz="4000" dirty="0">
              <a:solidFill>
                <a:srgbClr val="FFFFFF"/>
              </a:solidFill>
            </a:endParaRPr>
          </a:p>
        </p:txBody>
      </p:sp>
      <p:grpSp>
        <p:nvGrpSpPr>
          <p:cNvPr id="5" name="Group 35"/>
          <p:cNvGrpSpPr>
            <a:grpSpLocks/>
          </p:cNvGrpSpPr>
          <p:nvPr/>
        </p:nvGrpSpPr>
        <p:grpSpPr bwMode="auto">
          <a:xfrm>
            <a:off x="234921" y="4222141"/>
            <a:ext cx="5371400" cy="2486601"/>
            <a:chOff x="111" y="2659"/>
            <a:chExt cx="2538" cy="1566"/>
          </a:xfrm>
        </p:grpSpPr>
        <p:sp>
          <p:nvSpPr>
            <p:cNvPr id="96274" name="Rectangle 36"/>
            <p:cNvSpPr>
              <a:spLocks noChangeArrowheads="1"/>
            </p:cNvSpPr>
            <p:nvPr/>
          </p:nvSpPr>
          <p:spPr bwMode="auto">
            <a:xfrm>
              <a:off x="123" y="3606"/>
              <a:ext cx="2526" cy="262"/>
            </a:xfrm>
            <a:prstGeom prst="rect">
              <a:avLst/>
            </a:prstGeom>
            <a:solidFill>
              <a:srgbClr val="FFFF99"/>
            </a:solidFill>
            <a:ln w="19050">
              <a:solidFill>
                <a:schemeClr val="tx1"/>
              </a:solidFill>
              <a:miter lim="800000"/>
              <a:headEnd/>
              <a:tailEnd/>
            </a:ln>
          </p:spPr>
          <p:txBody>
            <a:bodyPr wrap="none" anchor="ctr"/>
            <a:lstStyle/>
            <a:p>
              <a:pPr eaLnBrk="1" hangingPunct="1"/>
              <a:endParaRPr lang="zh-CN" altLang="en-US" b="1"/>
            </a:p>
          </p:txBody>
        </p:sp>
        <p:sp>
          <p:nvSpPr>
            <p:cNvPr id="96275" name="Rectangle 37"/>
            <p:cNvSpPr>
              <a:spLocks noChangeArrowheads="1"/>
            </p:cNvSpPr>
            <p:nvPr/>
          </p:nvSpPr>
          <p:spPr bwMode="auto">
            <a:xfrm>
              <a:off x="111" y="3633"/>
              <a:ext cx="2529"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dirty="0">
                  <a:solidFill>
                    <a:srgbClr val="333399"/>
                  </a:solidFill>
                  <a:latin typeface="Times New Roman" pitchFamily="18" charset="0"/>
                </a:rPr>
                <a:t>10101010101010    </a:t>
              </a:r>
              <a:r>
                <a:rPr kumimoji="1" lang="en-US" altLang="zh-CN" sz="1900" b="1" dirty="0" smtClean="0">
                  <a:solidFill>
                    <a:srgbClr val="333399"/>
                  </a:solidFill>
                  <a:latin typeface="Times New Roman" pitchFamily="18" charset="0"/>
                </a:rPr>
                <a:t>             </a:t>
              </a:r>
              <a:r>
                <a:rPr kumimoji="1" lang="en-US" altLang="zh-CN" sz="1900" b="1" dirty="0">
                  <a:solidFill>
                    <a:srgbClr val="333399"/>
                  </a:solidFill>
                  <a:latin typeface="Times New Roman" pitchFamily="18" charset="0"/>
                </a:rPr>
                <a:t>10101010101010101011</a:t>
              </a:r>
            </a:p>
          </p:txBody>
        </p:sp>
        <p:sp>
          <p:nvSpPr>
            <p:cNvPr id="96276" name="Line 38"/>
            <p:cNvSpPr>
              <a:spLocks noChangeShapeType="1"/>
            </p:cNvSpPr>
            <p:nvPr/>
          </p:nvSpPr>
          <p:spPr bwMode="auto">
            <a:xfrm>
              <a:off x="2125" y="3604"/>
              <a:ext cx="0" cy="2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96277" name="Rectangle 39"/>
            <p:cNvSpPr>
              <a:spLocks noChangeArrowheads="1"/>
            </p:cNvSpPr>
            <p:nvPr/>
          </p:nvSpPr>
          <p:spPr bwMode="auto">
            <a:xfrm>
              <a:off x="841" y="3892"/>
              <a:ext cx="54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zh-CN" altLang="en-US" sz="1900" b="1">
                  <a:solidFill>
                    <a:srgbClr val="333399"/>
                  </a:solidFill>
                  <a:latin typeface="Times New Roman" pitchFamily="18" charset="0"/>
                </a:rPr>
                <a:t>前同步码</a:t>
              </a:r>
            </a:p>
          </p:txBody>
        </p:sp>
        <p:sp>
          <p:nvSpPr>
            <p:cNvPr id="96278" name="Rectangle 40"/>
            <p:cNvSpPr>
              <a:spLocks noChangeArrowheads="1"/>
            </p:cNvSpPr>
            <p:nvPr/>
          </p:nvSpPr>
          <p:spPr bwMode="auto">
            <a:xfrm>
              <a:off x="2169" y="3874"/>
              <a:ext cx="432"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lnSpc>
                  <a:spcPct val="80000"/>
                </a:lnSpc>
              </a:pPr>
              <a:r>
                <a:rPr kumimoji="1" lang="zh-CN" altLang="en-US" sz="1900" b="1">
                  <a:solidFill>
                    <a:srgbClr val="333399"/>
                  </a:solidFill>
                  <a:latin typeface="Times New Roman" pitchFamily="18" charset="0"/>
                </a:rPr>
                <a:t>帧开始</a:t>
              </a:r>
            </a:p>
            <a:p>
              <a:pPr defTabSz="907085">
                <a:lnSpc>
                  <a:spcPct val="80000"/>
                </a:lnSpc>
              </a:pPr>
              <a:r>
                <a:rPr kumimoji="1" lang="zh-CN" altLang="en-US" sz="1900" b="1">
                  <a:solidFill>
                    <a:srgbClr val="333399"/>
                  </a:solidFill>
                  <a:latin typeface="Times New Roman" pitchFamily="18" charset="0"/>
                </a:rPr>
                <a:t>定界符</a:t>
              </a:r>
            </a:p>
          </p:txBody>
        </p:sp>
        <p:sp>
          <p:nvSpPr>
            <p:cNvPr id="96279" name="Rectangle 41"/>
            <p:cNvSpPr>
              <a:spLocks noChangeArrowheads="1"/>
            </p:cNvSpPr>
            <p:nvPr/>
          </p:nvSpPr>
          <p:spPr bwMode="auto">
            <a:xfrm>
              <a:off x="884" y="3394"/>
              <a:ext cx="403"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7 </a:t>
              </a:r>
              <a:r>
                <a:rPr kumimoji="1" lang="zh-CN" altLang="en-US" sz="1900" b="1">
                  <a:solidFill>
                    <a:srgbClr val="333399"/>
                  </a:solidFill>
                  <a:latin typeface="Times New Roman" pitchFamily="18" charset="0"/>
                </a:rPr>
                <a:t>字节</a:t>
              </a:r>
            </a:p>
          </p:txBody>
        </p:sp>
        <p:sp>
          <p:nvSpPr>
            <p:cNvPr id="96280" name="Rectangle 42"/>
            <p:cNvSpPr>
              <a:spLocks noChangeArrowheads="1"/>
            </p:cNvSpPr>
            <p:nvPr/>
          </p:nvSpPr>
          <p:spPr bwMode="auto">
            <a:xfrm>
              <a:off x="2157" y="3394"/>
              <a:ext cx="403"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1 </a:t>
              </a:r>
              <a:r>
                <a:rPr kumimoji="1" lang="zh-CN" altLang="en-US" sz="1900" b="1">
                  <a:solidFill>
                    <a:srgbClr val="333399"/>
                  </a:solidFill>
                  <a:latin typeface="Times New Roman" pitchFamily="18" charset="0"/>
                </a:rPr>
                <a:t>字节</a:t>
              </a:r>
            </a:p>
          </p:txBody>
        </p:sp>
        <p:sp>
          <p:nvSpPr>
            <p:cNvPr id="96281" name="Line 43"/>
            <p:cNvSpPr>
              <a:spLocks noChangeShapeType="1"/>
            </p:cNvSpPr>
            <p:nvPr/>
          </p:nvSpPr>
          <p:spPr bwMode="auto">
            <a:xfrm flipV="1">
              <a:off x="131" y="3294"/>
              <a:ext cx="184" cy="31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96282" name="Line 44"/>
            <p:cNvSpPr>
              <a:spLocks noChangeShapeType="1"/>
            </p:cNvSpPr>
            <p:nvPr/>
          </p:nvSpPr>
          <p:spPr bwMode="auto">
            <a:xfrm>
              <a:off x="969" y="3302"/>
              <a:ext cx="1680" cy="304"/>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96283" name="Text Box 45"/>
            <p:cNvSpPr txBox="1">
              <a:spLocks noChangeArrowheads="1"/>
            </p:cNvSpPr>
            <p:nvPr/>
          </p:nvSpPr>
          <p:spPr bwMode="auto">
            <a:xfrm>
              <a:off x="1100" y="3613"/>
              <a:ext cx="23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defRPr sz="1600" b="1">
                  <a:solidFill>
                    <a:srgbClr val="1C1C1C"/>
                  </a:solidFill>
                  <a:latin typeface="黑体" pitchFamily="49" charset="-122"/>
                  <a:ea typeface="黑体" pitchFamily="49" charset="-122"/>
                </a:defRPr>
              </a:lvl1pPr>
              <a:lvl2pPr marL="742950" indent="-285750" defTabSz="762000">
                <a:defRPr sz="1600">
                  <a:solidFill>
                    <a:srgbClr val="1C1C1C"/>
                  </a:solidFill>
                  <a:latin typeface="黑体" pitchFamily="49" charset="-122"/>
                  <a:ea typeface="黑体" pitchFamily="49" charset="-122"/>
                </a:defRPr>
              </a:lvl2pPr>
              <a:lvl3pPr marL="1143000" indent="-228600" defTabSz="762000">
                <a:defRPr sz="1600">
                  <a:solidFill>
                    <a:srgbClr val="1C1C1C"/>
                  </a:solidFill>
                  <a:latin typeface="黑体" pitchFamily="49" charset="-122"/>
                  <a:ea typeface="黑体" pitchFamily="49" charset="-122"/>
                </a:defRPr>
              </a:lvl3pPr>
              <a:lvl4pPr marL="1600200" indent="-228600" defTabSz="762000">
                <a:defRPr sz="1600">
                  <a:solidFill>
                    <a:srgbClr val="1C1C1C"/>
                  </a:solidFill>
                  <a:latin typeface="黑体" pitchFamily="49" charset="-122"/>
                  <a:ea typeface="黑体" pitchFamily="49" charset="-122"/>
                </a:defRPr>
              </a:lvl4pPr>
              <a:lvl5pPr marL="2057400" indent="-228600" defTabSz="762000">
                <a:defRPr sz="1600">
                  <a:solidFill>
                    <a:srgbClr val="1C1C1C"/>
                  </a:solidFill>
                  <a:latin typeface="黑体" pitchFamily="49" charset="-122"/>
                  <a:ea typeface="黑体" pitchFamily="49" charset="-122"/>
                </a:defRPr>
              </a:lvl5pPr>
              <a:lvl6pPr marL="2514600" indent="-228600" defTabSz="762000" eaLnBrk="0" hangingPunct="0">
                <a:defRPr sz="1600">
                  <a:solidFill>
                    <a:srgbClr val="1C1C1C"/>
                  </a:solidFill>
                  <a:latin typeface="黑体" pitchFamily="49" charset="-122"/>
                  <a:ea typeface="黑体" pitchFamily="49" charset="-122"/>
                </a:defRPr>
              </a:lvl6pPr>
              <a:lvl7pPr marL="2971800" indent="-228600" defTabSz="762000" eaLnBrk="0" hangingPunct="0">
                <a:defRPr sz="1600">
                  <a:solidFill>
                    <a:srgbClr val="1C1C1C"/>
                  </a:solidFill>
                  <a:latin typeface="黑体" pitchFamily="49" charset="-122"/>
                  <a:ea typeface="黑体" pitchFamily="49" charset="-122"/>
                </a:defRPr>
              </a:lvl7pPr>
              <a:lvl8pPr marL="3429000" indent="-228600" defTabSz="762000" eaLnBrk="0" hangingPunct="0">
                <a:defRPr sz="1600">
                  <a:solidFill>
                    <a:srgbClr val="1C1C1C"/>
                  </a:solidFill>
                  <a:latin typeface="黑体" pitchFamily="49" charset="-122"/>
                  <a:ea typeface="黑体" pitchFamily="49" charset="-122"/>
                </a:defRPr>
              </a:lvl8pPr>
              <a:lvl9pPr marL="3886200" indent="-228600" defTabSz="762000" eaLnBrk="0" hangingPunct="0">
                <a:defRPr sz="1600">
                  <a:solidFill>
                    <a:srgbClr val="1C1C1C"/>
                  </a:solidFill>
                  <a:latin typeface="黑体" pitchFamily="49" charset="-122"/>
                  <a:ea typeface="黑体" pitchFamily="49" charset="-122"/>
                </a:defRPr>
              </a:lvl9pPr>
            </a:lstStyle>
            <a:p>
              <a:r>
                <a:rPr kumimoji="1" lang="en-US" altLang="zh-CN" sz="2400" dirty="0">
                  <a:solidFill>
                    <a:srgbClr val="333399"/>
                  </a:solidFill>
                  <a:latin typeface="Times New Roman" pitchFamily="18" charset="0"/>
                  <a:ea typeface="宋体" pitchFamily="2" charset="-122"/>
                </a:rPr>
                <a:t>…</a:t>
              </a:r>
            </a:p>
          </p:txBody>
        </p:sp>
        <p:grpSp>
          <p:nvGrpSpPr>
            <p:cNvPr id="96284" name="Group 46"/>
            <p:cNvGrpSpPr>
              <a:grpSpLocks/>
            </p:cNvGrpSpPr>
            <p:nvPr/>
          </p:nvGrpSpPr>
          <p:grpSpPr bwMode="auto">
            <a:xfrm>
              <a:off x="148" y="2659"/>
              <a:ext cx="827" cy="631"/>
              <a:chOff x="148" y="2659"/>
              <a:chExt cx="827" cy="631"/>
            </a:xfrm>
          </p:grpSpPr>
          <p:grpSp>
            <p:nvGrpSpPr>
              <p:cNvPr id="96285" name="Group 47"/>
              <p:cNvGrpSpPr>
                <a:grpSpLocks/>
              </p:cNvGrpSpPr>
              <p:nvPr/>
            </p:nvGrpSpPr>
            <p:grpSpPr bwMode="auto">
              <a:xfrm>
                <a:off x="333" y="2982"/>
                <a:ext cx="642" cy="308"/>
                <a:chOff x="333" y="2982"/>
                <a:chExt cx="642" cy="308"/>
              </a:xfrm>
            </p:grpSpPr>
            <p:sp>
              <p:nvSpPr>
                <p:cNvPr id="96288" name="Rectangle 48"/>
                <p:cNvSpPr>
                  <a:spLocks noChangeArrowheads="1"/>
                </p:cNvSpPr>
                <p:nvPr/>
              </p:nvSpPr>
              <p:spPr bwMode="auto">
                <a:xfrm>
                  <a:off x="333" y="2982"/>
                  <a:ext cx="642" cy="308"/>
                </a:xfrm>
                <a:prstGeom prst="rect">
                  <a:avLst/>
                </a:prstGeom>
                <a:solidFill>
                  <a:srgbClr val="FFFF99"/>
                </a:solidFill>
                <a:ln w="28575">
                  <a:solidFill>
                    <a:schemeClr val="folHlink"/>
                  </a:solidFill>
                  <a:miter lim="800000"/>
                  <a:headEnd/>
                  <a:tailEnd/>
                </a:ln>
              </p:spPr>
              <p:txBody>
                <a:bodyPr wrap="none" anchor="ctr"/>
                <a:lstStyle/>
                <a:p>
                  <a:pPr eaLnBrk="1" hangingPunct="1"/>
                  <a:endParaRPr lang="zh-CN" altLang="en-US" b="1"/>
                </a:p>
              </p:txBody>
            </p:sp>
            <p:sp>
              <p:nvSpPr>
                <p:cNvPr id="96289" name="Rectangle 49"/>
                <p:cNvSpPr>
                  <a:spLocks noChangeArrowheads="1"/>
                </p:cNvSpPr>
                <p:nvPr/>
              </p:nvSpPr>
              <p:spPr bwMode="auto">
                <a:xfrm>
                  <a:off x="419" y="3034"/>
                  <a:ext cx="403"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rPr>
                    <a:t>8 </a:t>
                  </a:r>
                  <a:r>
                    <a:rPr kumimoji="1" lang="zh-CN" altLang="en-US" sz="1900" b="1">
                      <a:solidFill>
                        <a:srgbClr val="333399"/>
                      </a:solidFill>
                      <a:latin typeface="Times New Roman" pitchFamily="18" charset="0"/>
                    </a:rPr>
                    <a:t>字节</a:t>
                  </a:r>
                </a:p>
              </p:txBody>
            </p:sp>
          </p:grpSp>
          <p:sp>
            <p:nvSpPr>
              <p:cNvPr id="96286" name="AutoShape 50"/>
              <p:cNvSpPr>
                <a:spLocks noChangeArrowheads="1"/>
              </p:cNvSpPr>
              <p:nvPr/>
            </p:nvSpPr>
            <p:spPr bwMode="auto">
              <a:xfrm>
                <a:off x="171" y="2659"/>
                <a:ext cx="248" cy="289"/>
              </a:xfrm>
              <a:prstGeom prst="wedgeRoundRectCallout">
                <a:avLst>
                  <a:gd name="adj1" fmla="val 55575"/>
                  <a:gd name="adj2" fmla="val 87899"/>
                  <a:gd name="adj3" fmla="val 16667"/>
                </a:avLst>
              </a:prstGeom>
              <a:solidFill>
                <a:schemeClr val="bg1"/>
              </a:solidFill>
              <a:ln w="12700">
                <a:solidFill>
                  <a:schemeClr val="tx1"/>
                </a:solidFill>
                <a:miter lim="800000"/>
                <a:headEnd/>
                <a:tailEnd/>
              </a:ln>
            </p:spPr>
            <p:txBody>
              <a:bodyPr/>
              <a:lstStyle/>
              <a:p>
                <a:pPr algn="ctr" defTabSz="907085"/>
                <a:endParaRPr kumimoji="1" lang="zh-CN" altLang="en-US" sz="1900" b="1">
                  <a:solidFill>
                    <a:srgbClr val="333399"/>
                  </a:solidFill>
                  <a:latin typeface="Times New Roman" pitchFamily="18" charset="0"/>
                </a:endParaRPr>
              </a:p>
            </p:txBody>
          </p:sp>
          <p:sp>
            <p:nvSpPr>
              <p:cNvPr id="96287" name="Rectangle 51"/>
              <p:cNvSpPr>
                <a:spLocks noChangeArrowheads="1"/>
              </p:cNvSpPr>
              <p:nvPr/>
            </p:nvSpPr>
            <p:spPr bwMode="auto">
              <a:xfrm>
                <a:off x="148" y="2710"/>
                <a:ext cx="370"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907085"/>
                <a:r>
                  <a:rPr kumimoji="1" lang="zh-CN" altLang="en-US" sz="1900" b="1" dirty="0">
                    <a:solidFill>
                      <a:srgbClr val="333399"/>
                    </a:solidFill>
                    <a:latin typeface="Times New Roman" pitchFamily="18" charset="0"/>
                  </a:rPr>
                  <a:t>插入</a:t>
                </a:r>
              </a:p>
            </p:txBody>
          </p:sp>
        </p:grpSp>
      </p:grpSp>
      <p:sp>
        <p:nvSpPr>
          <p:cNvPr id="324660" name="Text Box 52"/>
          <p:cNvSpPr txBox="1">
            <a:spLocks noChangeArrowheads="1"/>
          </p:cNvSpPr>
          <p:nvPr/>
        </p:nvSpPr>
        <p:spPr bwMode="auto">
          <a:xfrm>
            <a:off x="478582" y="1332981"/>
            <a:ext cx="11237540" cy="1448741"/>
          </a:xfrm>
          <a:prstGeom prst="rect">
            <a:avLst/>
          </a:prstGeom>
          <a:solidFill>
            <a:srgbClr val="FFFF99"/>
          </a:solidFill>
          <a:ln w="9525">
            <a:solidFill>
              <a:srgbClr val="333399"/>
            </a:solidFill>
            <a:miter lim="800000"/>
            <a:headEnd/>
            <a:tailEnd/>
          </a:ln>
        </p:spPr>
        <p:txBody>
          <a:bodyPr wrap="squar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lang="zh-CN" altLang="en-US" sz="2900" dirty="0" smtClean="0">
                <a:solidFill>
                  <a:srgbClr val="333399"/>
                </a:solidFill>
                <a:latin typeface="Arial" charset="0"/>
              </a:rPr>
              <a:t>由于 </a:t>
            </a:r>
            <a:r>
              <a:rPr lang="en-US" altLang="zh-CN" sz="2900" dirty="0" smtClean="0">
                <a:solidFill>
                  <a:srgbClr val="333399"/>
                </a:solidFill>
                <a:latin typeface="Arial" charset="0"/>
              </a:rPr>
              <a:t>MAC </a:t>
            </a:r>
            <a:r>
              <a:rPr lang="zh-CN" altLang="en-US" sz="2900" dirty="0" smtClean="0">
                <a:solidFill>
                  <a:srgbClr val="333399"/>
                </a:solidFill>
                <a:latin typeface="Arial" charset="0"/>
              </a:rPr>
              <a:t>帧之间有一定的间隔，因此接收端只要找到帧开始定界符，其后连续到达的比特流就都属于同一个 </a:t>
            </a:r>
            <a:r>
              <a:rPr lang="en-US" altLang="zh-CN" sz="2900" dirty="0" smtClean="0">
                <a:solidFill>
                  <a:srgbClr val="333399"/>
                </a:solidFill>
                <a:latin typeface="Arial" charset="0"/>
              </a:rPr>
              <a:t>MAC </a:t>
            </a:r>
            <a:r>
              <a:rPr lang="zh-CN" altLang="en-US" sz="2900" dirty="0" smtClean="0">
                <a:solidFill>
                  <a:srgbClr val="333399"/>
                </a:solidFill>
                <a:latin typeface="Arial" charset="0"/>
              </a:rPr>
              <a:t>帧。所以</a:t>
            </a:r>
            <a:r>
              <a:rPr lang="zh-CN" altLang="en-US" sz="2900" dirty="0">
                <a:solidFill>
                  <a:srgbClr val="C00000"/>
                </a:solidFill>
                <a:latin typeface="Arial" charset="0"/>
              </a:rPr>
              <a:t>以太网不需要使用帧结束定界符</a:t>
            </a:r>
            <a:r>
              <a:rPr lang="zh-CN" altLang="en-US" sz="2900" dirty="0">
                <a:solidFill>
                  <a:srgbClr val="333399"/>
                </a:solidFill>
                <a:latin typeface="Arial" charset="0"/>
              </a:rPr>
              <a:t>，也</a:t>
            </a:r>
            <a:r>
              <a:rPr lang="zh-CN" altLang="en-US" sz="2900" dirty="0">
                <a:solidFill>
                  <a:srgbClr val="C00000"/>
                </a:solidFill>
                <a:latin typeface="Arial" charset="0"/>
              </a:rPr>
              <a:t>不需要使用字节填充来保证透明传输</a:t>
            </a:r>
            <a:r>
              <a:rPr lang="zh-CN" altLang="en-US" sz="2900" dirty="0">
                <a:solidFill>
                  <a:srgbClr val="333399"/>
                </a:solidFill>
                <a:latin typeface="Arial" charset="0"/>
              </a:rPr>
              <a:t>。 </a:t>
            </a:r>
          </a:p>
        </p:txBody>
      </p:sp>
    </p:spTree>
    <p:extLst>
      <p:ext uri="{BB962C8B-B14F-4D97-AF65-F5344CB8AC3E}">
        <p14:creationId xmlns:p14="http://schemas.microsoft.com/office/powerpoint/2010/main" val="566798963"/>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46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660"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Rectangle 2"/>
          <p:cNvSpPr>
            <a:spLocks noGrp="1" noChangeArrowheads="1"/>
          </p:cNvSpPr>
          <p:nvPr>
            <p:ph idx="1"/>
          </p:nvPr>
        </p:nvSpPr>
        <p:spPr/>
        <p:txBody>
          <a:bodyPr/>
          <a:lstStyle/>
          <a:p>
            <a:r>
              <a:rPr lang="zh-CN" altLang="en-US" sz="3200" b="1" kern="1200" dirty="0" smtClean="0">
                <a:solidFill>
                  <a:srgbClr val="4D4D4D"/>
                </a:solidFill>
                <a:latin typeface="微软雅黑" panose="020B0503020204020204" pitchFamily="34" charset="-122"/>
                <a:ea typeface="微软雅黑" panose="020B0503020204020204" pitchFamily="34" charset="-122"/>
              </a:rPr>
              <a:t>以下为无效的 </a:t>
            </a:r>
            <a:r>
              <a:rPr lang="en-US" altLang="zh-CN" sz="3200" b="1" kern="1200" dirty="0" smtClean="0">
                <a:solidFill>
                  <a:srgbClr val="4D4D4D"/>
                </a:solidFill>
                <a:latin typeface="微软雅黑" panose="020B0503020204020204" pitchFamily="34" charset="-122"/>
                <a:ea typeface="微软雅黑" panose="020B0503020204020204" pitchFamily="34" charset="-122"/>
              </a:rPr>
              <a:t>MAC </a:t>
            </a:r>
            <a:r>
              <a:rPr lang="zh-CN" altLang="en-US" sz="3200" b="1" kern="1200" dirty="0" smtClean="0">
                <a:solidFill>
                  <a:srgbClr val="4D4D4D"/>
                </a:solidFill>
                <a:latin typeface="微软雅黑" panose="020B0503020204020204" pitchFamily="34" charset="-122"/>
                <a:ea typeface="微软雅黑" panose="020B0503020204020204" pitchFamily="34" charset="-122"/>
              </a:rPr>
              <a:t>帧：</a:t>
            </a:r>
            <a:endParaRPr lang="en-US" altLang="zh-CN" sz="3200" b="1" kern="1200" dirty="0" smtClean="0">
              <a:solidFill>
                <a:srgbClr val="4D4D4D"/>
              </a:solidFill>
              <a:latin typeface="微软雅黑" panose="020B0503020204020204" pitchFamily="34" charset="-122"/>
              <a:ea typeface="微软雅黑" panose="020B0503020204020204" pitchFamily="34" charset="-122"/>
            </a:endParaRPr>
          </a:p>
          <a:p>
            <a:pPr lvl="1"/>
            <a:r>
              <a:rPr lang="zh-CN" altLang="en-US" sz="2800" b="1" kern="1200" dirty="0" smtClean="0">
                <a:solidFill>
                  <a:srgbClr val="4D4D4D"/>
                </a:solidFill>
                <a:latin typeface="微软雅黑" panose="020B0503020204020204" pitchFamily="34" charset="-122"/>
                <a:ea typeface="微软雅黑" panose="020B0503020204020204" pitchFamily="34" charset="-122"/>
              </a:rPr>
              <a:t>帧</a:t>
            </a:r>
            <a:r>
              <a:rPr lang="zh-CN" altLang="en-US" sz="2800" b="1" kern="1200" dirty="0">
                <a:solidFill>
                  <a:srgbClr val="4D4D4D"/>
                </a:solidFill>
                <a:latin typeface="微软雅黑" panose="020B0503020204020204" pitchFamily="34" charset="-122"/>
                <a:ea typeface="微软雅黑" panose="020B0503020204020204" pitchFamily="34" charset="-122"/>
              </a:rPr>
              <a:t>的长度不是整数个字节；</a:t>
            </a:r>
          </a:p>
          <a:p>
            <a:pPr lvl="1"/>
            <a:r>
              <a:rPr lang="zh-CN" altLang="en-US" sz="2800" b="1" kern="1200" dirty="0" smtClean="0">
                <a:solidFill>
                  <a:srgbClr val="4D4D4D"/>
                </a:solidFill>
                <a:latin typeface="微软雅黑" panose="020B0503020204020204" pitchFamily="34" charset="-122"/>
                <a:ea typeface="微软雅黑" panose="020B0503020204020204" pitchFamily="34" charset="-122"/>
              </a:rPr>
              <a:t>用帧检验序列 </a:t>
            </a:r>
            <a:r>
              <a:rPr lang="en-US" altLang="zh-CN" sz="2800" b="1" kern="1200" dirty="0">
                <a:solidFill>
                  <a:srgbClr val="4D4D4D"/>
                </a:solidFill>
                <a:latin typeface="微软雅黑" panose="020B0503020204020204" pitchFamily="34" charset="-122"/>
                <a:ea typeface="微软雅黑" panose="020B0503020204020204" pitchFamily="34" charset="-122"/>
              </a:rPr>
              <a:t>FCS </a:t>
            </a:r>
            <a:r>
              <a:rPr lang="zh-CN" altLang="en-US" sz="2800" b="1" kern="1200" dirty="0">
                <a:solidFill>
                  <a:srgbClr val="4D4D4D"/>
                </a:solidFill>
                <a:latin typeface="微软雅黑" panose="020B0503020204020204" pitchFamily="34" charset="-122"/>
                <a:ea typeface="微软雅黑" panose="020B0503020204020204" pitchFamily="34" charset="-122"/>
              </a:rPr>
              <a:t>查出有差错；</a:t>
            </a:r>
          </a:p>
          <a:p>
            <a:pPr lvl="1"/>
            <a:r>
              <a:rPr lang="zh-CN" altLang="en-US" sz="2800" b="1" kern="1200" dirty="0" smtClean="0">
                <a:solidFill>
                  <a:srgbClr val="4D4D4D"/>
                </a:solidFill>
                <a:latin typeface="微软雅黑" panose="020B0503020204020204" pitchFamily="34" charset="-122"/>
                <a:ea typeface="微软雅黑" panose="020B0503020204020204" pitchFamily="34" charset="-122"/>
              </a:rPr>
              <a:t>帧的数据</a:t>
            </a:r>
            <a:r>
              <a:rPr lang="zh-CN" altLang="en-US" sz="2800" b="1" kern="1200" dirty="0">
                <a:solidFill>
                  <a:srgbClr val="4D4D4D"/>
                </a:solidFill>
                <a:latin typeface="微软雅黑" panose="020B0503020204020204" pitchFamily="34" charset="-122"/>
                <a:ea typeface="微软雅黑" panose="020B0503020204020204" pitchFamily="34" charset="-122"/>
              </a:rPr>
              <a:t>字段的长度不在 </a:t>
            </a:r>
            <a:r>
              <a:rPr lang="en-US" altLang="zh-CN" sz="2800" b="1" kern="1200" dirty="0">
                <a:solidFill>
                  <a:srgbClr val="4D4D4D"/>
                </a:solidFill>
                <a:latin typeface="微软雅黑" panose="020B0503020204020204" pitchFamily="34" charset="-122"/>
                <a:ea typeface="微软雅黑" panose="020B0503020204020204" pitchFamily="34" charset="-122"/>
              </a:rPr>
              <a:t>46 ~ 1500 </a:t>
            </a:r>
            <a:r>
              <a:rPr lang="zh-CN" altLang="en-US" sz="2800" b="1" kern="1200" dirty="0">
                <a:solidFill>
                  <a:srgbClr val="4D4D4D"/>
                </a:solidFill>
                <a:latin typeface="微软雅黑" panose="020B0503020204020204" pitchFamily="34" charset="-122"/>
                <a:ea typeface="微软雅黑" panose="020B0503020204020204" pitchFamily="34" charset="-122"/>
              </a:rPr>
              <a:t>字节</a:t>
            </a:r>
            <a:r>
              <a:rPr lang="zh-CN" altLang="en-US" sz="2800" b="1" kern="1200" dirty="0" smtClean="0">
                <a:solidFill>
                  <a:srgbClr val="4D4D4D"/>
                </a:solidFill>
                <a:latin typeface="微软雅黑" panose="020B0503020204020204" pitchFamily="34" charset="-122"/>
                <a:ea typeface="微软雅黑" panose="020B0503020204020204" pitchFamily="34" charset="-122"/>
              </a:rPr>
              <a:t>之间（有效</a:t>
            </a:r>
            <a:r>
              <a:rPr lang="zh-CN" altLang="en-US" sz="2800" b="1" kern="1200" dirty="0">
                <a:solidFill>
                  <a:srgbClr val="4D4D4D"/>
                </a:solidFill>
                <a:latin typeface="微软雅黑" panose="020B0503020204020204" pitchFamily="34" charset="-122"/>
                <a:ea typeface="微软雅黑" panose="020B0503020204020204" pitchFamily="34" charset="-122"/>
              </a:rPr>
              <a:t>的 </a:t>
            </a:r>
            <a:r>
              <a:rPr lang="en-US" altLang="zh-CN" sz="2800" b="1" kern="1200" dirty="0">
                <a:solidFill>
                  <a:srgbClr val="4D4D4D"/>
                </a:solidFill>
                <a:latin typeface="微软雅黑" panose="020B0503020204020204" pitchFamily="34" charset="-122"/>
                <a:ea typeface="微软雅黑" panose="020B0503020204020204" pitchFamily="34" charset="-122"/>
              </a:rPr>
              <a:t>MAC </a:t>
            </a:r>
            <a:r>
              <a:rPr lang="zh-CN" altLang="en-US" sz="2800" b="1" kern="1200" dirty="0">
                <a:solidFill>
                  <a:srgbClr val="4D4D4D"/>
                </a:solidFill>
                <a:latin typeface="微软雅黑" panose="020B0503020204020204" pitchFamily="34" charset="-122"/>
                <a:ea typeface="微软雅黑" panose="020B0503020204020204" pitchFamily="34" charset="-122"/>
              </a:rPr>
              <a:t>帧长度为 </a:t>
            </a:r>
            <a:r>
              <a:rPr lang="en-US" altLang="zh-CN" sz="2800" b="1" kern="1200" dirty="0">
                <a:solidFill>
                  <a:srgbClr val="4D4D4D"/>
                </a:solidFill>
                <a:latin typeface="微软雅黑" panose="020B0503020204020204" pitchFamily="34" charset="-122"/>
                <a:ea typeface="微软雅黑" panose="020B0503020204020204" pitchFamily="34" charset="-122"/>
              </a:rPr>
              <a:t>64 ~ 1518 </a:t>
            </a:r>
            <a:r>
              <a:rPr lang="zh-CN" altLang="en-US" sz="2800" b="1" kern="1200" dirty="0">
                <a:solidFill>
                  <a:srgbClr val="4D4D4D"/>
                </a:solidFill>
                <a:latin typeface="微软雅黑" panose="020B0503020204020204" pitchFamily="34" charset="-122"/>
                <a:ea typeface="微软雅黑" panose="020B0503020204020204" pitchFamily="34" charset="-122"/>
              </a:rPr>
              <a:t>字节</a:t>
            </a:r>
            <a:r>
              <a:rPr lang="zh-CN" altLang="en-US" sz="2800" b="1" kern="1200" dirty="0" smtClean="0">
                <a:solidFill>
                  <a:srgbClr val="4D4D4D"/>
                </a:solidFill>
                <a:latin typeface="微软雅黑" panose="020B0503020204020204" pitchFamily="34" charset="-122"/>
                <a:ea typeface="微软雅黑" panose="020B0503020204020204" pitchFamily="34" charset="-122"/>
              </a:rPr>
              <a:t>之间）。</a:t>
            </a:r>
            <a:endParaRPr lang="zh-CN" altLang="en-US" sz="2800" b="1" kern="1200" dirty="0">
              <a:solidFill>
                <a:srgbClr val="4D4D4D"/>
              </a:solidFill>
              <a:latin typeface="微软雅黑" panose="020B0503020204020204" pitchFamily="34" charset="-122"/>
              <a:ea typeface="微软雅黑" panose="020B0503020204020204" pitchFamily="34" charset="-122"/>
            </a:endParaRPr>
          </a:p>
          <a:p>
            <a:r>
              <a:rPr lang="zh-CN" altLang="en-US" sz="3200" b="1" kern="1200" dirty="0" smtClean="0">
                <a:solidFill>
                  <a:srgbClr val="C00000"/>
                </a:solidFill>
                <a:latin typeface="微软雅黑" panose="020B0503020204020204" pitchFamily="34" charset="-122"/>
                <a:ea typeface="微软雅黑" panose="020B0503020204020204" pitchFamily="34" charset="-122"/>
              </a:rPr>
              <a:t>接收方</a:t>
            </a:r>
            <a:r>
              <a:rPr lang="zh-CN" altLang="en-US" sz="3200" b="1" kern="1200" dirty="0" smtClean="0">
                <a:solidFill>
                  <a:srgbClr val="4D4D4D"/>
                </a:solidFill>
                <a:latin typeface="微软雅黑" panose="020B0503020204020204" pitchFamily="34" charset="-122"/>
                <a:ea typeface="微软雅黑" panose="020B0503020204020204" pitchFamily="34" charset="-122"/>
              </a:rPr>
              <a:t>对于</a:t>
            </a:r>
            <a:r>
              <a:rPr lang="zh-CN" altLang="en-US" sz="3200" b="1" kern="1200" dirty="0">
                <a:solidFill>
                  <a:srgbClr val="4D4D4D"/>
                </a:solidFill>
                <a:latin typeface="微软雅黑" panose="020B0503020204020204" pitchFamily="34" charset="-122"/>
                <a:ea typeface="微软雅黑" panose="020B0503020204020204" pitchFamily="34" charset="-122"/>
              </a:rPr>
              <a:t>检查出的无效 </a:t>
            </a:r>
            <a:r>
              <a:rPr lang="en-US" altLang="zh-CN" sz="3200" b="1" kern="1200" dirty="0">
                <a:solidFill>
                  <a:srgbClr val="4D4D4D"/>
                </a:solidFill>
                <a:latin typeface="微软雅黑" panose="020B0503020204020204" pitchFamily="34" charset="-122"/>
                <a:ea typeface="微软雅黑" panose="020B0503020204020204" pitchFamily="34" charset="-122"/>
              </a:rPr>
              <a:t>MAC </a:t>
            </a:r>
            <a:r>
              <a:rPr lang="zh-CN" altLang="en-US" sz="3200" b="1" kern="1200" dirty="0">
                <a:solidFill>
                  <a:srgbClr val="4D4D4D"/>
                </a:solidFill>
                <a:latin typeface="微软雅黑" panose="020B0503020204020204" pitchFamily="34" charset="-122"/>
                <a:ea typeface="微软雅黑" panose="020B0503020204020204" pitchFamily="34" charset="-122"/>
              </a:rPr>
              <a:t>帧就简单地丢弃</a:t>
            </a:r>
            <a:r>
              <a:rPr lang="zh-CN" altLang="en-US" sz="3200" b="1" kern="1200" dirty="0" smtClean="0">
                <a:solidFill>
                  <a:srgbClr val="4D4D4D"/>
                </a:solidFill>
                <a:latin typeface="微软雅黑" panose="020B0503020204020204" pitchFamily="34" charset="-122"/>
                <a:ea typeface="微软雅黑" panose="020B0503020204020204" pitchFamily="34" charset="-122"/>
              </a:rPr>
              <a:t>。</a:t>
            </a:r>
            <a:endParaRPr lang="zh-CN" altLang="en-US" sz="3200" b="1" kern="1200" dirty="0">
              <a:solidFill>
                <a:srgbClr val="4D4D4D"/>
              </a:solidFill>
              <a:latin typeface="微软雅黑" panose="020B0503020204020204" pitchFamily="34" charset="-122"/>
              <a:ea typeface="微软雅黑" panose="020B0503020204020204" pitchFamily="34" charset="-122"/>
            </a:endParaRPr>
          </a:p>
        </p:txBody>
      </p:sp>
      <p:sp>
        <p:nvSpPr>
          <p:cNvPr id="98306" name="Rectangle 3"/>
          <p:cNvSpPr>
            <a:spLocks noGrp="1" noChangeArrowheads="1"/>
          </p:cNvSpPr>
          <p:nvPr>
            <p:ph type="title"/>
          </p:nvPr>
        </p:nvSpPr>
        <p:spPr/>
        <p:txBody>
          <a:bodyPr/>
          <a:lstStyle/>
          <a:p>
            <a:r>
              <a:rPr lang="en-US" altLang="zh-CN" dirty="0"/>
              <a:t>3.3.5 </a:t>
            </a:r>
            <a:r>
              <a:rPr lang="zh-CN" altLang="en-US" dirty="0"/>
              <a:t>以太网的硬件地址及帧格式</a:t>
            </a:r>
            <a:endParaRPr lang="zh-CN" altLang="en-US" sz="4000" dirty="0">
              <a:solidFill>
                <a:srgbClr val="FFFFFF"/>
              </a:solidFill>
            </a:endParaRPr>
          </a:p>
        </p:txBody>
      </p:sp>
    </p:spTree>
    <p:extLst>
      <p:ext uri="{BB962C8B-B14F-4D97-AF65-F5344CB8AC3E}">
        <p14:creationId xmlns:p14="http://schemas.microsoft.com/office/powerpoint/2010/main" val="2146918891"/>
      </p:ext>
    </p:extLst>
  </p:cSld>
  <p:clrMapOvr>
    <a:masterClrMapping/>
  </p:clrMapOvr>
  <p:transition>
    <p:fade/>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zh-CN" altLang="en-US" sz="4000" dirty="0">
                <a:solidFill>
                  <a:srgbClr val="FFFFFF"/>
                </a:solidFill>
              </a:rPr>
              <a:t>指引</a:t>
            </a:r>
            <a:endParaRPr lang="en-US" altLang="zh-CN" sz="4000" dirty="0">
              <a:solidFill>
                <a:srgbClr val="FFFFFF"/>
              </a:solidFill>
            </a:endParaRPr>
          </a:p>
        </p:txBody>
      </p:sp>
      <p:grpSp>
        <p:nvGrpSpPr>
          <p:cNvPr id="23" name="Group 24"/>
          <p:cNvGrpSpPr>
            <a:grpSpLocks/>
          </p:cNvGrpSpPr>
          <p:nvPr/>
        </p:nvGrpSpPr>
        <p:grpSpPr bwMode="auto">
          <a:xfrm>
            <a:off x="8261126" y="1854200"/>
            <a:ext cx="2514600" cy="3600450"/>
            <a:chOff x="3379" y="1207"/>
            <a:chExt cx="1584" cy="2268"/>
          </a:xfrm>
        </p:grpSpPr>
        <p:sp>
          <p:nvSpPr>
            <p:cNvPr id="24" name="AutoShape 4">
              <a:extLst>
                <a:ext uri="{FF2B5EF4-FFF2-40B4-BE49-F238E27FC236}">
                  <a16:creationId xmlns="" xmlns:a16="http://schemas.microsoft.com/office/drawing/2014/main" id="{7C9C0B70-E63A-45F5-A696-FB5A132B8AC3}"/>
                </a:ext>
              </a:extLst>
            </p:cNvPr>
            <p:cNvSpPr>
              <a:spLocks noChangeArrowheads="1"/>
            </p:cNvSpPr>
            <p:nvPr/>
          </p:nvSpPr>
          <p:spPr bwMode="auto">
            <a:xfrm>
              <a:off x="3379" y="1207"/>
              <a:ext cx="1584" cy="2268"/>
            </a:xfrm>
            <a:prstGeom prst="cube">
              <a:avLst>
                <a:gd name="adj" fmla="val 12185"/>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nchor="ctr"/>
            <a:lstStyle/>
            <a:p>
              <a:pPr algn="ctr" eaLnBrk="1" hangingPunct="1">
                <a:defRPr/>
              </a:pPr>
              <a:endParaRPr kumimoji="1" lang="zh-CN" altLang="en-US" sz="280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a:p>
              <a:pPr algn="ctr" eaLnBrk="1" hangingPunct="1">
                <a:defRPr/>
              </a:pPr>
              <a:endParaRPr kumimoji="1" lang="zh-CN" altLang="en-US" sz="280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a:p>
              <a:pPr algn="ctr" eaLnBrk="1" hangingPunct="1">
                <a:defRPr/>
              </a:pPr>
              <a:endParaRPr kumimoji="1" lang="zh-CN" altLang="en-US" sz="280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p:txBody>
        </p:sp>
        <p:sp>
          <p:nvSpPr>
            <p:cNvPr id="25" name="Rectangle 6">
              <a:extLst>
                <a:ext uri="{FF2B5EF4-FFF2-40B4-BE49-F238E27FC236}">
                  <a16:creationId xmlns="" xmlns:a16="http://schemas.microsoft.com/office/drawing/2014/main" id="{A1DA3AA9-685E-4BE9-837C-C53A77DFC26E}"/>
                </a:ext>
              </a:extLst>
            </p:cNvPr>
            <p:cNvSpPr>
              <a:spLocks noChangeArrowheads="1"/>
            </p:cNvSpPr>
            <p:nvPr/>
          </p:nvSpPr>
          <p:spPr bwMode="auto">
            <a:xfrm>
              <a:off x="3379" y="1399"/>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lnSpc>
                  <a:spcPct val="150000"/>
                </a:lnSpc>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应用层</a:t>
              </a:r>
            </a:p>
          </p:txBody>
        </p:sp>
        <p:sp>
          <p:nvSpPr>
            <p:cNvPr id="26" name="Line 8">
              <a:extLst>
                <a:ext uri="{FF2B5EF4-FFF2-40B4-BE49-F238E27FC236}">
                  <a16:creationId xmlns="" xmlns:a16="http://schemas.microsoft.com/office/drawing/2014/main" id="{730F0241-2088-4E72-BBBA-24604A49C32D}"/>
                </a:ext>
              </a:extLst>
            </p:cNvPr>
            <p:cNvSpPr>
              <a:spLocks noChangeShapeType="1"/>
            </p:cNvSpPr>
            <p:nvPr/>
          </p:nvSpPr>
          <p:spPr bwMode="auto">
            <a:xfrm>
              <a:off x="3379" y="1831"/>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7" name="Line 9">
              <a:extLst>
                <a:ext uri="{FF2B5EF4-FFF2-40B4-BE49-F238E27FC236}">
                  <a16:creationId xmlns="" xmlns:a16="http://schemas.microsoft.com/office/drawing/2014/main" id="{1A1F4C1E-05AA-4083-AACF-00A09371806D}"/>
                </a:ext>
              </a:extLst>
            </p:cNvPr>
            <p:cNvSpPr>
              <a:spLocks noChangeShapeType="1"/>
            </p:cNvSpPr>
            <p:nvPr/>
          </p:nvSpPr>
          <p:spPr bwMode="auto">
            <a:xfrm>
              <a:off x="3379"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8" name="Line 10">
              <a:extLst>
                <a:ext uri="{FF2B5EF4-FFF2-40B4-BE49-F238E27FC236}">
                  <a16:creationId xmlns="" xmlns:a16="http://schemas.microsoft.com/office/drawing/2014/main" id="{40C633C5-C14D-4155-943C-49061566B166}"/>
                </a:ext>
              </a:extLst>
            </p:cNvPr>
            <p:cNvSpPr>
              <a:spLocks noChangeShapeType="1"/>
            </p:cNvSpPr>
            <p:nvPr/>
          </p:nvSpPr>
          <p:spPr bwMode="auto">
            <a:xfrm>
              <a:off x="4771"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9" name="Rectangle 21">
              <a:extLst>
                <a:ext uri="{FF2B5EF4-FFF2-40B4-BE49-F238E27FC236}">
                  <a16:creationId xmlns="" xmlns:a16="http://schemas.microsoft.com/office/drawing/2014/main" id="{3593205F-DCC6-4BB9-872F-07DE1C151D65}"/>
                </a:ext>
              </a:extLst>
            </p:cNvPr>
            <p:cNvSpPr>
              <a:spLocks noChangeArrowheads="1"/>
            </p:cNvSpPr>
            <p:nvPr/>
          </p:nvSpPr>
          <p:spPr bwMode="auto">
            <a:xfrm>
              <a:off x="3379" y="1831"/>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lnSpc>
                  <a:spcPct val="150000"/>
                </a:lnSpc>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运输层</a:t>
              </a:r>
            </a:p>
          </p:txBody>
        </p:sp>
        <p:sp>
          <p:nvSpPr>
            <p:cNvPr id="30" name="Line 23">
              <a:extLst>
                <a:ext uri="{FF2B5EF4-FFF2-40B4-BE49-F238E27FC236}">
                  <a16:creationId xmlns="" xmlns:a16="http://schemas.microsoft.com/office/drawing/2014/main" id="{F9F1686D-32E3-4665-A663-0A13577DF5F9}"/>
                </a:ext>
              </a:extLst>
            </p:cNvPr>
            <p:cNvSpPr>
              <a:spLocks noChangeShapeType="1"/>
            </p:cNvSpPr>
            <p:nvPr/>
          </p:nvSpPr>
          <p:spPr bwMode="auto">
            <a:xfrm>
              <a:off x="3379" y="2263"/>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1" name="Line 24">
              <a:extLst>
                <a:ext uri="{FF2B5EF4-FFF2-40B4-BE49-F238E27FC236}">
                  <a16:creationId xmlns="" xmlns:a16="http://schemas.microsoft.com/office/drawing/2014/main" id="{B2CD0843-0D9A-4DF6-9D35-EBC9663DEF15}"/>
                </a:ext>
              </a:extLst>
            </p:cNvPr>
            <p:cNvSpPr>
              <a:spLocks noChangeShapeType="1"/>
            </p:cNvSpPr>
            <p:nvPr/>
          </p:nvSpPr>
          <p:spPr bwMode="auto">
            <a:xfrm>
              <a:off x="3379"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2" name="Line 25">
              <a:extLst>
                <a:ext uri="{FF2B5EF4-FFF2-40B4-BE49-F238E27FC236}">
                  <a16:creationId xmlns="" xmlns:a16="http://schemas.microsoft.com/office/drawing/2014/main" id="{84637CA2-3EAA-4155-B964-B8BA80E7EB63}"/>
                </a:ext>
              </a:extLst>
            </p:cNvPr>
            <p:cNvSpPr>
              <a:spLocks noChangeShapeType="1"/>
            </p:cNvSpPr>
            <p:nvPr/>
          </p:nvSpPr>
          <p:spPr bwMode="auto">
            <a:xfrm>
              <a:off x="4771"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4" name="Line 28">
              <a:extLst>
                <a:ext uri="{FF2B5EF4-FFF2-40B4-BE49-F238E27FC236}">
                  <a16:creationId xmlns="" xmlns:a16="http://schemas.microsoft.com/office/drawing/2014/main" id="{2C1DDB6D-F8B0-4394-99E8-03031BB915F8}"/>
                </a:ext>
              </a:extLst>
            </p:cNvPr>
            <p:cNvSpPr>
              <a:spLocks noChangeShapeType="1"/>
            </p:cNvSpPr>
            <p:nvPr/>
          </p:nvSpPr>
          <p:spPr bwMode="auto">
            <a:xfrm>
              <a:off x="3379" y="2695"/>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5" name="Line 29">
              <a:extLst>
                <a:ext uri="{FF2B5EF4-FFF2-40B4-BE49-F238E27FC236}">
                  <a16:creationId xmlns="" xmlns:a16="http://schemas.microsoft.com/office/drawing/2014/main" id="{9208C3F1-CC35-45A8-BE46-EFF19D248F46}"/>
                </a:ext>
              </a:extLst>
            </p:cNvPr>
            <p:cNvSpPr>
              <a:spLocks noChangeShapeType="1"/>
            </p:cNvSpPr>
            <p:nvPr/>
          </p:nvSpPr>
          <p:spPr bwMode="auto">
            <a:xfrm>
              <a:off x="3379" y="3366"/>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6" name="Line 30">
              <a:extLst>
                <a:ext uri="{FF2B5EF4-FFF2-40B4-BE49-F238E27FC236}">
                  <a16:creationId xmlns="" xmlns:a16="http://schemas.microsoft.com/office/drawing/2014/main" id="{6FF34FD8-821C-4702-AF18-8C4EF436C27D}"/>
                </a:ext>
              </a:extLst>
            </p:cNvPr>
            <p:cNvSpPr>
              <a:spLocks noChangeShapeType="1"/>
            </p:cNvSpPr>
            <p:nvPr/>
          </p:nvSpPr>
          <p:spPr bwMode="auto">
            <a:xfrm>
              <a:off x="3379"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7" name="Line 31">
              <a:extLst>
                <a:ext uri="{FF2B5EF4-FFF2-40B4-BE49-F238E27FC236}">
                  <a16:creationId xmlns="" xmlns:a16="http://schemas.microsoft.com/office/drawing/2014/main" id="{615E01B4-8D04-4069-8E42-620858CED9A7}"/>
                </a:ext>
              </a:extLst>
            </p:cNvPr>
            <p:cNvSpPr>
              <a:spLocks noChangeShapeType="1"/>
            </p:cNvSpPr>
            <p:nvPr/>
          </p:nvSpPr>
          <p:spPr bwMode="auto">
            <a:xfrm>
              <a:off x="4771"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8" name="Rectangle 33">
              <a:extLst>
                <a:ext uri="{FF2B5EF4-FFF2-40B4-BE49-F238E27FC236}">
                  <a16:creationId xmlns="" xmlns:a16="http://schemas.microsoft.com/office/drawing/2014/main" id="{6DF93113-9FEF-42A3-AF41-B27DD6E1C524}"/>
                </a:ext>
              </a:extLst>
            </p:cNvPr>
            <p:cNvSpPr>
              <a:spLocks noChangeArrowheads="1"/>
            </p:cNvSpPr>
            <p:nvPr/>
          </p:nvSpPr>
          <p:spPr bwMode="auto">
            <a:xfrm>
              <a:off x="3379" y="2263"/>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lnSpc>
                  <a:spcPct val="150000"/>
                </a:lnSpc>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网络层</a:t>
              </a:r>
            </a:p>
          </p:txBody>
        </p:sp>
        <p:sp>
          <p:nvSpPr>
            <p:cNvPr id="39" name="Line 36">
              <a:extLst>
                <a:ext uri="{FF2B5EF4-FFF2-40B4-BE49-F238E27FC236}">
                  <a16:creationId xmlns="" xmlns:a16="http://schemas.microsoft.com/office/drawing/2014/main" id="{021EB0D5-3D3B-4EBB-A693-7D178CCE8352}"/>
                </a:ext>
              </a:extLst>
            </p:cNvPr>
            <p:cNvSpPr>
              <a:spLocks noChangeShapeType="1"/>
            </p:cNvSpPr>
            <p:nvPr/>
          </p:nvSpPr>
          <p:spPr bwMode="auto">
            <a:xfrm>
              <a:off x="3379" y="2263"/>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40" name="Line 37">
              <a:extLst>
                <a:ext uri="{FF2B5EF4-FFF2-40B4-BE49-F238E27FC236}">
                  <a16:creationId xmlns="" xmlns:a16="http://schemas.microsoft.com/office/drawing/2014/main" id="{0360C763-F23D-4BC1-BCF4-C2E2C86F734E}"/>
                </a:ext>
              </a:extLst>
            </p:cNvPr>
            <p:cNvSpPr>
              <a:spLocks noChangeShapeType="1"/>
            </p:cNvSpPr>
            <p:nvPr/>
          </p:nvSpPr>
          <p:spPr bwMode="auto">
            <a:xfrm>
              <a:off x="4771" y="2263"/>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3" name="Rectangle 27">
              <a:extLst>
                <a:ext uri="{FF2B5EF4-FFF2-40B4-BE49-F238E27FC236}">
                  <a16:creationId xmlns="" xmlns:a16="http://schemas.microsoft.com/office/drawing/2014/main" id="{34D7D82A-D63D-4EB3-9C2A-247BEB3E7453}"/>
                </a:ext>
              </a:extLst>
            </p:cNvPr>
            <p:cNvSpPr>
              <a:spLocks noChangeArrowheads="1"/>
            </p:cNvSpPr>
            <p:nvPr/>
          </p:nvSpPr>
          <p:spPr bwMode="auto">
            <a:xfrm>
              <a:off x="3379" y="2695"/>
              <a:ext cx="1392" cy="37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lnSpc>
                  <a:spcPct val="120000"/>
                </a:lnSpc>
                <a:spcBef>
                  <a:spcPct val="20000"/>
                </a:spcBef>
                <a:buClr>
                  <a:schemeClr val="tx2"/>
                </a:buClr>
                <a:buSzPct val="90000"/>
                <a:buFont typeface="Symbol" pitchFamily="18" charset="2"/>
                <a:buNone/>
                <a:defRPr/>
              </a:pPr>
              <a:r>
                <a:rPr kumimoji="1" lang="zh-CN" altLang="en-US" sz="2800" dirty="0">
                  <a:solidFill>
                    <a:schemeClr val="tx2">
                      <a:lumMod val="60000"/>
                      <a:lumOff val="40000"/>
                    </a:schemeClr>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数据链路层</a:t>
              </a:r>
            </a:p>
          </p:txBody>
        </p:sp>
        <p:sp>
          <p:nvSpPr>
            <p:cNvPr id="41" name="Rectangle 39">
              <a:extLst>
                <a:ext uri="{FF2B5EF4-FFF2-40B4-BE49-F238E27FC236}">
                  <a16:creationId xmlns="" xmlns:a16="http://schemas.microsoft.com/office/drawing/2014/main" id="{3DF8ACD1-EC3E-4577-B3D4-5EB654CBFF4B}"/>
                </a:ext>
              </a:extLst>
            </p:cNvPr>
            <p:cNvSpPr>
              <a:spLocks noChangeArrowheads="1"/>
            </p:cNvSpPr>
            <p:nvPr/>
          </p:nvSpPr>
          <p:spPr bwMode="auto">
            <a:xfrm>
              <a:off x="3379" y="3067"/>
              <a:ext cx="1392" cy="408"/>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lnSpc>
                  <a:spcPct val="150000"/>
                </a:lnSpc>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物理层</a:t>
              </a:r>
            </a:p>
          </p:txBody>
        </p:sp>
      </p:grpSp>
      <p:sp>
        <p:nvSpPr>
          <p:cNvPr id="22" name="Rectangle 3"/>
          <p:cNvSpPr>
            <a:spLocks noGrp="1" noChangeArrowheads="1"/>
          </p:cNvSpPr>
          <p:nvPr>
            <p:ph idx="1"/>
          </p:nvPr>
        </p:nvSpPr>
        <p:spPr>
          <a:xfrm>
            <a:off x="2135560" y="1341562"/>
            <a:ext cx="8280920" cy="4896544"/>
          </a:xfrm>
        </p:spPr>
        <p:txBody>
          <a:bodyPr/>
          <a:lstStyle/>
          <a:p>
            <a:pPr>
              <a:defRPr/>
            </a:pPr>
            <a:r>
              <a:rPr lang="zh-CN" altLang="en-US" sz="3200" b="1" dirty="0" smtClean="0"/>
              <a:t>数据链路层概述</a:t>
            </a:r>
            <a:endParaRPr lang="en-US" altLang="zh-CN" sz="3200" b="1" dirty="0" smtClean="0"/>
          </a:p>
          <a:p>
            <a:pPr>
              <a:defRPr/>
            </a:pPr>
            <a:r>
              <a:rPr lang="zh-CN" altLang="en-US" b="1" dirty="0"/>
              <a:t>数据链路层的几个共同问题</a:t>
            </a:r>
            <a:endParaRPr lang="en-US" altLang="zh-CN" b="1" dirty="0"/>
          </a:p>
          <a:p>
            <a:pPr>
              <a:defRPr/>
            </a:pPr>
            <a:r>
              <a:rPr lang="zh-CN" altLang="en-US" b="1" dirty="0" smtClean="0"/>
              <a:t>点对点协议</a:t>
            </a:r>
            <a:r>
              <a:rPr lang="en-US" altLang="zh-CN" b="1" dirty="0" smtClean="0"/>
              <a:t>PPP</a:t>
            </a:r>
          </a:p>
          <a:p>
            <a:pPr>
              <a:defRPr/>
            </a:pPr>
            <a:r>
              <a:rPr lang="zh-CN" altLang="en-US" b="1" dirty="0" smtClean="0"/>
              <a:t>使用广播信道的数据链路层</a:t>
            </a:r>
            <a:endParaRPr lang="en-US" altLang="zh-CN" b="1" dirty="0" smtClean="0"/>
          </a:p>
          <a:p>
            <a:pPr>
              <a:defRPr/>
            </a:pPr>
            <a:r>
              <a:rPr lang="zh-CN" altLang="en-US" sz="3200" b="1" dirty="0" smtClean="0">
                <a:solidFill>
                  <a:srgbClr val="C00000"/>
                </a:solidFill>
              </a:rPr>
              <a:t>扩展的以太网</a:t>
            </a:r>
            <a:endParaRPr lang="zh-CN" altLang="en-US" sz="3200" b="1" dirty="0">
              <a:solidFill>
                <a:srgbClr val="C00000"/>
              </a:solidFill>
            </a:endParaRPr>
          </a:p>
          <a:p>
            <a:pPr>
              <a:defRPr/>
            </a:pPr>
            <a:r>
              <a:rPr lang="zh-CN" altLang="en-US" sz="3200" b="1" dirty="0">
                <a:solidFill>
                  <a:srgbClr val="4D4D4D"/>
                </a:solidFill>
              </a:rPr>
              <a:t>高速以太网</a:t>
            </a:r>
          </a:p>
          <a:p>
            <a:endParaRPr lang="en-US" altLang="zh-CN" b="1" dirty="0"/>
          </a:p>
          <a:p>
            <a:endParaRPr lang="zh-CN" altLang="en-US" b="1" dirty="0"/>
          </a:p>
        </p:txBody>
      </p:sp>
    </p:spTree>
    <p:extLst>
      <p:ext uri="{BB962C8B-B14F-4D97-AF65-F5344CB8AC3E}">
        <p14:creationId xmlns:p14="http://schemas.microsoft.com/office/powerpoint/2010/main" val="854680362"/>
      </p:ext>
    </p:extLst>
  </p:cSld>
  <p:clrMapOvr>
    <a:masterClrMapping/>
  </p:clrMapOvr>
  <p:transition>
    <p:fade/>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b="1" dirty="0"/>
              <a:t>主机使用光纤和一对光纤调制解调器连接到集线器 </a:t>
            </a:r>
          </a:p>
        </p:txBody>
      </p:sp>
      <p:sp>
        <p:nvSpPr>
          <p:cNvPr id="103426" name="Rectangle 2"/>
          <p:cNvSpPr>
            <a:spLocks noGrp="1" noChangeArrowheads="1"/>
          </p:cNvSpPr>
          <p:nvPr>
            <p:ph type="title"/>
          </p:nvPr>
        </p:nvSpPr>
        <p:spPr/>
        <p:txBody>
          <a:bodyPr/>
          <a:lstStyle/>
          <a:p>
            <a:r>
              <a:rPr lang="en-US" altLang="zh-CN" sz="4000" dirty="0" smtClean="0">
                <a:solidFill>
                  <a:srgbClr val="FFFFFF"/>
                </a:solidFill>
              </a:rPr>
              <a:t>3.4.1 </a:t>
            </a:r>
            <a:r>
              <a:rPr lang="zh-CN" altLang="en-US" sz="4000" dirty="0" smtClean="0">
                <a:solidFill>
                  <a:srgbClr val="FFFFFF"/>
                </a:solidFill>
              </a:rPr>
              <a:t>在物理层扩展以太网</a:t>
            </a:r>
            <a:endParaRPr lang="zh-CN" altLang="en-US" sz="4000" dirty="0">
              <a:solidFill>
                <a:srgbClr val="FFFFFF"/>
              </a:solidFill>
            </a:endParaRPr>
          </a:p>
        </p:txBody>
      </p:sp>
      <p:pic>
        <p:nvPicPr>
          <p:cNvPr id="103428"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448914">
            <a:off x="10069789" y="3053470"/>
            <a:ext cx="1593643" cy="733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03429" name="Text Box 6"/>
          <p:cNvSpPr txBox="1">
            <a:spLocks noChangeArrowheads="1"/>
          </p:cNvSpPr>
          <p:nvPr/>
        </p:nvSpPr>
        <p:spPr bwMode="auto">
          <a:xfrm>
            <a:off x="10031694" y="2421498"/>
            <a:ext cx="1335516" cy="913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lnSpc>
                <a:spcPct val="90000"/>
              </a:lnSpc>
            </a:pPr>
            <a:r>
              <a:rPr lang="zh-CN" altLang="en-US" sz="2900" dirty="0">
                <a:solidFill>
                  <a:srgbClr val="0000CC"/>
                </a:solidFill>
                <a:latin typeface="Arial" charset="0"/>
              </a:rPr>
              <a:t>以太网</a:t>
            </a:r>
          </a:p>
          <a:p>
            <a:pPr eaLnBrk="1" hangingPunct="1">
              <a:lnSpc>
                <a:spcPct val="90000"/>
              </a:lnSpc>
            </a:pPr>
            <a:r>
              <a:rPr lang="zh-CN" altLang="en-US" sz="2900" dirty="0">
                <a:solidFill>
                  <a:srgbClr val="0000CC"/>
                </a:solidFill>
                <a:latin typeface="Arial" charset="0"/>
              </a:rPr>
              <a:t>集线器</a:t>
            </a:r>
          </a:p>
        </p:txBody>
      </p:sp>
      <p:sp>
        <p:nvSpPr>
          <p:cNvPr id="103430" name="Line 7"/>
          <p:cNvSpPr>
            <a:spLocks noChangeShapeType="1"/>
          </p:cNvSpPr>
          <p:nvPr/>
        </p:nvSpPr>
        <p:spPr bwMode="auto">
          <a:xfrm>
            <a:off x="1053963" y="3528242"/>
            <a:ext cx="9415825"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103431" name="Text Box 8"/>
          <p:cNvSpPr txBox="1">
            <a:spLocks noChangeArrowheads="1"/>
          </p:cNvSpPr>
          <p:nvPr/>
        </p:nvSpPr>
        <p:spPr bwMode="auto">
          <a:xfrm>
            <a:off x="5005266" y="2983604"/>
            <a:ext cx="1066212" cy="617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lang="zh-CN" altLang="en-US" sz="3300" dirty="0">
                <a:solidFill>
                  <a:srgbClr val="0000CC"/>
                </a:solidFill>
                <a:latin typeface="Arial" charset="0"/>
              </a:rPr>
              <a:t>光纤</a:t>
            </a:r>
          </a:p>
        </p:txBody>
      </p:sp>
      <p:sp>
        <p:nvSpPr>
          <p:cNvPr id="103432" name="Text Box 9"/>
          <p:cNvSpPr txBox="1">
            <a:spLocks noChangeArrowheads="1"/>
          </p:cNvSpPr>
          <p:nvPr/>
        </p:nvSpPr>
        <p:spPr bwMode="auto">
          <a:xfrm>
            <a:off x="8401567" y="3761659"/>
            <a:ext cx="2079309" cy="913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algn="ctr" eaLnBrk="1" hangingPunct="1">
              <a:lnSpc>
                <a:spcPct val="90000"/>
              </a:lnSpc>
            </a:pPr>
            <a:r>
              <a:rPr lang="zh-CN" altLang="en-US" sz="2900" dirty="0">
                <a:solidFill>
                  <a:srgbClr val="0000CC"/>
                </a:solidFill>
                <a:latin typeface="Arial" charset="0"/>
              </a:rPr>
              <a:t>光纤</a:t>
            </a:r>
          </a:p>
          <a:p>
            <a:pPr algn="ctr" eaLnBrk="1" hangingPunct="1">
              <a:lnSpc>
                <a:spcPct val="90000"/>
              </a:lnSpc>
            </a:pPr>
            <a:r>
              <a:rPr lang="zh-CN" altLang="en-US" sz="2900" dirty="0">
                <a:solidFill>
                  <a:srgbClr val="0000CC"/>
                </a:solidFill>
                <a:latin typeface="Arial" charset="0"/>
              </a:rPr>
              <a:t>调制解调器</a:t>
            </a:r>
          </a:p>
        </p:txBody>
      </p:sp>
      <p:pic>
        <p:nvPicPr>
          <p:cNvPr id="103433" name="Picture 1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1744" y="2956609"/>
            <a:ext cx="886769" cy="725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34" name="Picture 1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07401" y="3329759"/>
            <a:ext cx="802112" cy="422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03435" name="Picture 1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0695" y="3329759"/>
            <a:ext cx="799996" cy="422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03436" name="Text Box 13"/>
          <p:cNvSpPr txBox="1">
            <a:spLocks noChangeArrowheads="1"/>
          </p:cNvSpPr>
          <p:nvPr/>
        </p:nvSpPr>
        <p:spPr bwMode="auto">
          <a:xfrm>
            <a:off x="723300" y="3718786"/>
            <a:ext cx="2079309" cy="913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algn="ctr" eaLnBrk="1" hangingPunct="1">
              <a:lnSpc>
                <a:spcPct val="90000"/>
              </a:lnSpc>
            </a:pPr>
            <a:r>
              <a:rPr lang="zh-CN" altLang="en-US" sz="2900" dirty="0">
                <a:solidFill>
                  <a:srgbClr val="0000CC"/>
                </a:solidFill>
                <a:latin typeface="Arial" charset="0"/>
              </a:rPr>
              <a:t>光纤</a:t>
            </a:r>
          </a:p>
          <a:p>
            <a:pPr algn="ctr" eaLnBrk="1" hangingPunct="1">
              <a:lnSpc>
                <a:spcPct val="90000"/>
              </a:lnSpc>
            </a:pPr>
            <a:r>
              <a:rPr lang="zh-CN" altLang="en-US" sz="2900" dirty="0">
                <a:solidFill>
                  <a:srgbClr val="0000CC"/>
                </a:solidFill>
                <a:latin typeface="Arial" charset="0"/>
              </a:rPr>
              <a:t>调制解调器</a:t>
            </a:r>
          </a:p>
        </p:txBody>
      </p:sp>
    </p:spTree>
  </p:cSld>
  <p:clrMapOvr>
    <a:masterClrMapping/>
  </p:clrMapOvr>
  <p:transition>
    <p:fade/>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Rectangle 3"/>
          <p:cNvSpPr>
            <a:spLocks noGrp="1" noChangeArrowheads="1"/>
          </p:cNvSpPr>
          <p:nvPr>
            <p:ph idx="1"/>
          </p:nvPr>
        </p:nvSpPr>
        <p:spPr/>
        <p:txBody>
          <a:bodyPr/>
          <a:lstStyle/>
          <a:p>
            <a:r>
              <a:rPr lang="zh-CN" altLang="en-US" sz="3200" b="1" kern="1200" dirty="0" smtClean="0">
                <a:solidFill>
                  <a:srgbClr val="4D4D4D"/>
                </a:solidFill>
                <a:latin typeface="微软雅黑" panose="020B0503020204020204" pitchFamily="34" charset="-122"/>
                <a:ea typeface="微软雅黑" panose="020B0503020204020204" pitchFamily="34" charset="-122"/>
              </a:rPr>
              <a:t>三个独立的以太网</a:t>
            </a:r>
            <a:endParaRPr lang="zh-CN" altLang="en-US" sz="3200" b="1" kern="1200" dirty="0">
              <a:solidFill>
                <a:srgbClr val="4D4D4D"/>
              </a:solidFill>
              <a:latin typeface="微软雅黑" panose="020B0503020204020204" pitchFamily="34" charset="-122"/>
              <a:ea typeface="微软雅黑" panose="020B0503020204020204" pitchFamily="34" charset="-122"/>
            </a:endParaRPr>
          </a:p>
        </p:txBody>
      </p:sp>
      <p:sp>
        <p:nvSpPr>
          <p:cNvPr id="104450" name="Rectangle 2"/>
          <p:cNvSpPr>
            <a:spLocks noGrp="1" noChangeArrowheads="1"/>
          </p:cNvSpPr>
          <p:nvPr>
            <p:ph type="title"/>
          </p:nvPr>
        </p:nvSpPr>
        <p:spPr/>
        <p:txBody>
          <a:bodyPr/>
          <a:lstStyle/>
          <a:p>
            <a:r>
              <a:rPr lang="en-US" altLang="zh-CN" dirty="0" smtClean="0"/>
              <a:t>3.4.1 </a:t>
            </a:r>
            <a:r>
              <a:rPr lang="zh-CN" altLang="en-US" sz="4000" dirty="0" smtClean="0">
                <a:solidFill>
                  <a:srgbClr val="FFFFFF"/>
                </a:solidFill>
              </a:rPr>
              <a:t>在物理层扩展以太网</a:t>
            </a:r>
            <a:endParaRPr lang="en-US" altLang="zh-CN" sz="4000" dirty="0">
              <a:solidFill>
                <a:srgbClr val="FFFFFF"/>
              </a:solidFill>
            </a:endParaRPr>
          </a:p>
        </p:txBody>
      </p:sp>
      <p:sp>
        <p:nvSpPr>
          <p:cNvPr id="104452" name="Rectangle 4"/>
          <p:cNvSpPr>
            <a:spLocks noChangeArrowheads="1"/>
          </p:cNvSpPr>
          <p:nvPr/>
        </p:nvSpPr>
        <p:spPr bwMode="auto">
          <a:xfrm>
            <a:off x="1390470" y="2825779"/>
            <a:ext cx="10465554" cy="657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0" tIns="54425" rIns="108850" bIns="54425"/>
          <a:lstStyle/>
          <a:p>
            <a:pPr marL="408188" indent="-408188">
              <a:spcBef>
                <a:spcPct val="20000"/>
              </a:spcBef>
              <a:buFontTx/>
              <a:buChar char="•"/>
            </a:pPr>
            <a:endParaRPr lang="zh-CN" altLang="en-US" b="1">
              <a:ea typeface="黑体" pitchFamily="49" charset="-122"/>
            </a:endParaRPr>
          </a:p>
        </p:txBody>
      </p:sp>
      <p:sp>
        <p:nvSpPr>
          <p:cNvPr id="104453" name="Text Box 5"/>
          <p:cNvSpPr txBox="1">
            <a:spLocks noChangeArrowheads="1"/>
          </p:cNvSpPr>
          <p:nvPr/>
        </p:nvSpPr>
        <p:spPr bwMode="auto">
          <a:xfrm>
            <a:off x="4439022" y="2421682"/>
            <a:ext cx="3194999" cy="556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900" dirty="0">
                <a:solidFill>
                  <a:schemeClr val="tx2"/>
                </a:solidFill>
                <a:latin typeface="Times New Roman" pitchFamily="18" charset="0"/>
              </a:rPr>
              <a:t>三个独立的碰撞域</a:t>
            </a:r>
          </a:p>
        </p:txBody>
      </p:sp>
      <p:sp>
        <p:nvSpPr>
          <p:cNvPr id="104454" name="AutoShape 6"/>
          <p:cNvSpPr>
            <a:spLocks noChangeArrowheads="1"/>
          </p:cNvSpPr>
          <p:nvPr/>
        </p:nvSpPr>
        <p:spPr bwMode="auto">
          <a:xfrm>
            <a:off x="634917" y="3265618"/>
            <a:ext cx="3413740" cy="2972488"/>
          </a:xfrm>
          <a:prstGeom prst="roundRect">
            <a:avLst>
              <a:gd name="adj" fmla="val 16667"/>
            </a:avLst>
          </a:prstGeom>
          <a:solidFill>
            <a:srgbClr val="FFCCFF"/>
          </a:solidFill>
          <a:ln>
            <a:noFill/>
          </a:ln>
          <a:extLst>
            <a:ext uri="{91240B29-F687-4F45-9708-019B960494DF}">
              <a14:hiddenLine xmlns:a14="http://schemas.microsoft.com/office/drawing/2010/main" w="9525">
                <a:solidFill>
                  <a:srgbClr val="000000"/>
                </a:solidFill>
                <a:round/>
                <a:headEnd/>
                <a:tailEnd/>
              </a14:hiddenLine>
            </a:ext>
          </a:extLst>
        </p:spPr>
        <p:txBody>
          <a:bodyPr wrap="none" lIns="108850" tIns="54425" rIns="108850" bIns="54425" anchor="ctr"/>
          <a:lstStyle/>
          <a:p>
            <a:pPr eaLnBrk="1" hangingPunct="1"/>
            <a:endParaRPr lang="zh-CN" altLang="en-US" b="1"/>
          </a:p>
        </p:txBody>
      </p:sp>
      <p:sp>
        <p:nvSpPr>
          <p:cNvPr id="104455" name="Line 7"/>
          <p:cNvSpPr>
            <a:spLocks noChangeShapeType="1"/>
          </p:cNvSpPr>
          <p:nvPr/>
        </p:nvSpPr>
        <p:spPr bwMode="auto">
          <a:xfrm flipH="1">
            <a:off x="1170365" y="4816964"/>
            <a:ext cx="852905" cy="73677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pic>
        <p:nvPicPr>
          <p:cNvPr id="104456" name="Picture 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5975" y="5364779"/>
            <a:ext cx="641266" cy="511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04457" name="Line 9"/>
          <p:cNvSpPr>
            <a:spLocks noChangeShapeType="1"/>
          </p:cNvSpPr>
          <p:nvPr/>
        </p:nvSpPr>
        <p:spPr bwMode="auto">
          <a:xfrm>
            <a:off x="2505807" y="4955109"/>
            <a:ext cx="237036" cy="57480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104458" name="Line 10"/>
          <p:cNvSpPr>
            <a:spLocks noChangeShapeType="1"/>
          </p:cNvSpPr>
          <p:nvPr/>
        </p:nvSpPr>
        <p:spPr bwMode="auto">
          <a:xfrm>
            <a:off x="2742843" y="4931292"/>
            <a:ext cx="840208" cy="57480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104459" name="Line 11"/>
          <p:cNvSpPr>
            <a:spLocks noChangeShapeType="1"/>
          </p:cNvSpPr>
          <p:nvPr/>
        </p:nvSpPr>
        <p:spPr bwMode="auto">
          <a:xfrm flipH="1">
            <a:off x="1966128" y="4828079"/>
            <a:ext cx="228570" cy="74312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pic>
        <p:nvPicPr>
          <p:cNvPr id="104460"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40205" y="5364779"/>
            <a:ext cx="639150" cy="511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04461" name="Picture 1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42316" y="5364779"/>
            <a:ext cx="639150" cy="511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04462" name="Picture 1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44428" y="5364779"/>
            <a:ext cx="641266" cy="511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04463" name="Text Box 15"/>
          <p:cNvSpPr txBox="1">
            <a:spLocks noChangeArrowheads="1"/>
          </p:cNvSpPr>
          <p:nvPr/>
        </p:nvSpPr>
        <p:spPr bwMode="auto">
          <a:xfrm>
            <a:off x="814811" y="4412058"/>
            <a:ext cx="963619" cy="556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900">
                <a:solidFill>
                  <a:schemeClr val="tx2"/>
                </a:solidFill>
                <a:latin typeface="Times New Roman" pitchFamily="18" charset="0"/>
              </a:rPr>
              <a:t>一系</a:t>
            </a:r>
          </a:p>
        </p:txBody>
      </p:sp>
      <p:pic>
        <p:nvPicPr>
          <p:cNvPr id="104464" name="Picture 1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102812">
            <a:off x="1705812" y="4456519"/>
            <a:ext cx="1477241" cy="614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04465" name="AutoShape 17"/>
          <p:cNvSpPr>
            <a:spLocks noChangeArrowheads="1"/>
          </p:cNvSpPr>
          <p:nvPr/>
        </p:nvSpPr>
        <p:spPr bwMode="auto">
          <a:xfrm>
            <a:off x="4249713" y="3265618"/>
            <a:ext cx="3411623" cy="2972488"/>
          </a:xfrm>
          <a:prstGeom prst="roundRect">
            <a:avLst>
              <a:gd name="adj" fmla="val 16667"/>
            </a:avLst>
          </a:prstGeom>
          <a:solidFill>
            <a:srgbClr val="FFFF66"/>
          </a:solidFill>
          <a:ln>
            <a:noFill/>
          </a:ln>
          <a:extLst>
            <a:ext uri="{91240B29-F687-4F45-9708-019B960494DF}">
              <a14:hiddenLine xmlns:a14="http://schemas.microsoft.com/office/drawing/2010/main" w="9525">
                <a:solidFill>
                  <a:srgbClr val="000000"/>
                </a:solidFill>
                <a:round/>
                <a:headEnd/>
                <a:tailEnd/>
              </a14:hiddenLine>
            </a:ext>
          </a:extLst>
        </p:spPr>
        <p:txBody>
          <a:bodyPr wrap="none" lIns="108850" tIns="54425" rIns="108850" bIns="54425" anchor="ctr"/>
          <a:lstStyle/>
          <a:p>
            <a:pPr eaLnBrk="1" hangingPunct="1"/>
            <a:endParaRPr lang="zh-CN" altLang="en-US" b="1"/>
          </a:p>
        </p:txBody>
      </p:sp>
      <p:sp>
        <p:nvSpPr>
          <p:cNvPr id="104466" name="Line 18"/>
          <p:cNvSpPr>
            <a:spLocks noChangeShapeType="1"/>
          </p:cNvSpPr>
          <p:nvPr/>
        </p:nvSpPr>
        <p:spPr bwMode="auto">
          <a:xfrm flipH="1">
            <a:off x="4783044" y="4816964"/>
            <a:ext cx="855022" cy="73677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pic>
        <p:nvPicPr>
          <p:cNvPr id="104467"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48655" y="5364779"/>
            <a:ext cx="641267" cy="511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04468" name="Line 20"/>
          <p:cNvSpPr>
            <a:spLocks noChangeShapeType="1"/>
          </p:cNvSpPr>
          <p:nvPr/>
        </p:nvSpPr>
        <p:spPr bwMode="auto">
          <a:xfrm>
            <a:off x="6118487" y="4955109"/>
            <a:ext cx="237036" cy="57480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104469" name="Line 21"/>
          <p:cNvSpPr>
            <a:spLocks noChangeShapeType="1"/>
          </p:cNvSpPr>
          <p:nvPr/>
        </p:nvSpPr>
        <p:spPr bwMode="auto">
          <a:xfrm>
            <a:off x="6355524" y="4931292"/>
            <a:ext cx="842324" cy="57480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104470" name="Line 22"/>
          <p:cNvSpPr>
            <a:spLocks noChangeShapeType="1"/>
          </p:cNvSpPr>
          <p:nvPr/>
        </p:nvSpPr>
        <p:spPr bwMode="auto">
          <a:xfrm flipH="1">
            <a:off x="5578807" y="4828079"/>
            <a:ext cx="230687" cy="74312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pic>
        <p:nvPicPr>
          <p:cNvPr id="104471" name="Picture 2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52884" y="5364779"/>
            <a:ext cx="639150" cy="511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04472" name="Picture 2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54996" y="5364779"/>
            <a:ext cx="639150" cy="511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04473" name="Picture 2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7108" y="5364779"/>
            <a:ext cx="641267" cy="511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04474" name="Text Box 26"/>
          <p:cNvSpPr txBox="1">
            <a:spLocks noChangeArrowheads="1"/>
          </p:cNvSpPr>
          <p:nvPr/>
        </p:nvSpPr>
        <p:spPr bwMode="auto">
          <a:xfrm>
            <a:off x="4366115" y="4412058"/>
            <a:ext cx="963619" cy="556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900">
                <a:solidFill>
                  <a:schemeClr val="tx2"/>
                </a:solidFill>
                <a:latin typeface="Times New Roman" pitchFamily="18" charset="0"/>
              </a:rPr>
              <a:t>二系</a:t>
            </a:r>
          </a:p>
        </p:txBody>
      </p:sp>
      <p:pic>
        <p:nvPicPr>
          <p:cNvPr id="104475" name="Picture 2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102812">
            <a:off x="5318492" y="4456519"/>
            <a:ext cx="1477241" cy="614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04476" name="AutoShape 28"/>
          <p:cNvSpPr>
            <a:spLocks noChangeArrowheads="1"/>
          </p:cNvSpPr>
          <p:nvPr/>
        </p:nvSpPr>
        <p:spPr bwMode="auto">
          <a:xfrm>
            <a:off x="7866626" y="3265618"/>
            <a:ext cx="3411623" cy="2972488"/>
          </a:xfrm>
          <a:prstGeom prst="roundRect">
            <a:avLst>
              <a:gd name="adj" fmla="val 16667"/>
            </a:avLst>
          </a:pr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wrap="none" lIns="108850" tIns="54425" rIns="108850" bIns="54425" anchor="ctr"/>
          <a:lstStyle/>
          <a:p>
            <a:pPr eaLnBrk="1" hangingPunct="1"/>
            <a:endParaRPr lang="zh-CN" altLang="en-US" b="1"/>
          </a:p>
        </p:txBody>
      </p:sp>
      <p:sp>
        <p:nvSpPr>
          <p:cNvPr id="104477" name="Line 29"/>
          <p:cNvSpPr>
            <a:spLocks noChangeShapeType="1"/>
          </p:cNvSpPr>
          <p:nvPr/>
        </p:nvSpPr>
        <p:spPr bwMode="auto">
          <a:xfrm flipH="1">
            <a:off x="8402074" y="4816964"/>
            <a:ext cx="852906" cy="73677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pic>
        <p:nvPicPr>
          <p:cNvPr id="104478" name="Picture 3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67684" y="5364779"/>
            <a:ext cx="639150" cy="511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04479" name="Line 31"/>
          <p:cNvSpPr>
            <a:spLocks noChangeShapeType="1"/>
          </p:cNvSpPr>
          <p:nvPr/>
        </p:nvSpPr>
        <p:spPr bwMode="auto">
          <a:xfrm>
            <a:off x="9735399" y="4955109"/>
            <a:ext cx="239153" cy="57480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104480" name="Line 32"/>
          <p:cNvSpPr>
            <a:spLocks noChangeShapeType="1"/>
          </p:cNvSpPr>
          <p:nvPr/>
        </p:nvSpPr>
        <p:spPr bwMode="auto">
          <a:xfrm>
            <a:off x="9974553" y="4931292"/>
            <a:ext cx="840207" cy="57480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104481" name="Line 33"/>
          <p:cNvSpPr>
            <a:spLocks noChangeShapeType="1"/>
          </p:cNvSpPr>
          <p:nvPr/>
        </p:nvSpPr>
        <p:spPr bwMode="auto">
          <a:xfrm flipH="1">
            <a:off x="9195721" y="4828079"/>
            <a:ext cx="230686" cy="74312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pic>
        <p:nvPicPr>
          <p:cNvPr id="104482"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869797" y="5364779"/>
            <a:ext cx="639150" cy="511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04483" name="Picture 3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71908" y="5364779"/>
            <a:ext cx="641267" cy="511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04484" name="Picture 3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76137" y="5364779"/>
            <a:ext cx="639150" cy="511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04485" name="Text Box 37"/>
          <p:cNvSpPr txBox="1">
            <a:spLocks noChangeArrowheads="1"/>
          </p:cNvSpPr>
          <p:nvPr/>
        </p:nvSpPr>
        <p:spPr bwMode="auto">
          <a:xfrm>
            <a:off x="7917420" y="4412058"/>
            <a:ext cx="963619" cy="556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900">
                <a:solidFill>
                  <a:schemeClr val="tx2"/>
                </a:solidFill>
                <a:latin typeface="Times New Roman" pitchFamily="18" charset="0"/>
              </a:rPr>
              <a:t>三系</a:t>
            </a:r>
          </a:p>
        </p:txBody>
      </p:sp>
      <p:pic>
        <p:nvPicPr>
          <p:cNvPr id="104486" name="Picture 3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102812">
            <a:off x="8937521" y="4456519"/>
            <a:ext cx="1475124" cy="614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04487" name="AutoShape 39"/>
          <p:cNvSpPr>
            <a:spLocks/>
          </p:cNvSpPr>
          <p:nvPr/>
        </p:nvSpPr>
        <p:spPr bwMode="auto">
          <a:xfrm rot="5400000" flipV="1">
            <a:off x="5821589" y="-715911"/>
            <a:ext cx="416021" cy="7585146"/>
          </a:xfrm>
          <a:prstGeom prst="leftBrace">
            <a:avLst>
              <a:gd name="adj1" fmla="val 113995"/>
              <a:gd name="adj2" fmla="val 50000"/>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lIns="108850" tIns="54425" rIns="108850" bIns="54425" anchor="ctr"/>
          <a:lstStyle/>
          <a:p>
            <a:pPr eaLnBrk="1" hangingPunct="1"/>
            <a:endParaRPr lang="zh-CN" altLang="en-US" b="1"/>
          </a:p>
        </p:txBody>
      </p:sp>
      <p:sp>
        <p:nvSpPr>
          <p:cNvPr id="104488" name="Text Box 40"/>
          <p:cNvSpPr txBox="1">
            <a:spLocks noChangeArrowheads="1"/>
          </p:cNvSpPr>
          <p:nvPr/>
        </p:nvSpPr>
        <p:spPr bwMode="auto">
          <a:xfrm>
            <a:off x="1908912" y="3809709"/>
            <a:ext cx="1335516" cy="556189"/>
          </a:xfrm>
          <a:prstGeom prst="rect">
            <a:avLst/>
          </a:prstGeom>
          <a:noFill/>
          <a:ln>
            <a:noFill/>
          </a:ln>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900" dirty="0">
                <a:solidFill>
                  <a:schemeClr val="tx2"/>
                </a:solidFill>
                <a:latin typeface="Times New Roman" pitchFamily="18" charset="0"/>
              </a:rPr>
              <a:t>集线器</a:t>
            </a:r>
          </a:p>
        </p:txBody>
      </p:sp>
      <p:sp>
        <p:nvSpPr>
          <p:cNvPr id="104489" name="Text Box 41"/>
          <p:cNvSpPr txBox="1">
            <a:spLocks noChangeArrowheads="1"/>
          </p:cNvSpPr>
          <p:nvPr/>
        </p:nvSpPr>
        <p:spPr bwMode="auto">
          <a:xfrm>
            <a:off x="5505914" y="3809709"/>
            <a:ext cx="1335516" cy="556189"/>
          </a:xfrm>
          <a:prstGeom prst="rect">
            <a:avLst/>
          </a:prstGeom>
          <a:noFill/>
          <a:ln>
            <a:noFill/>
          </a:ln>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900" dirty="0">
                <a:solidFill>
                  <a:schemeClr val="tx2"/>
                </a:solidFill>
                <a:latin typeface="Times New Roman" pitchFamily="18" charset="0"/>
              </a:rPr>
              <a:t>集线器</a:t>
            </a:r>
          </a:p>
        </p:txBody>
      </p:sp>
      <p:sp>
        <p:nvSpPr>
          <p:cNvPr id="104490" name="Text Box 42"/>
          <p:cNvSpPr txBox="1">
            <a:spLocks noChangeArrowheads="1"/>
          </p:cNvSpPr>
          <p:nvPr/>
        </p:nvSpPr>
        <p:spPr bwMode="auto">
          <a:xfrm>
            <a:off x="9108642" y="3809708"/>
            <a:ext cx="1335516" cy="556189"/>
          </a:xfrm>
          <a:prstGeom prst="rect">
            <a:avLst/>
          </a:prstGeom>
          <a:noFill/>
          <a:ln>
            <a:noFill/>
          </a:ln>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900" dirty="0">
                <a:solidFill>
                  <a:schemeClr val="tx2"/>
                </a:solidFill>
                <a:latin typeface="Times New Roman" pitchFamily="18" charset="0"/>
              </a:rPr>
              <a:t>集线器</a:t>
            </a:r>
          </a:p>
        </p:txBody>
      </p:sp>
      <p:sp>
        <p:nvSpPr>
          <p:cNvPr id="2" name="TextBox 1"/>
          <p:cNvSpPr txBox="1"/>
          <p:nvPr/>
        </p:nvSpPr>
        <p:spPr>
          <a:xfrm>
            <a:off x="5695563" y="1557585"/>
            <a:ext cx="6340197" cy="707886"/>
          </a:xfrm>
          <a:prstGeom prst="rect">
            <a:avLst/>
          </a:prstGeom>
          <a:noFill/>
        </p:spPr>
        <p:txBody>
          <a:bodyPr wrap="none" rtlCol="0">
            <a:spAutoFit/>
          </a:bodyPr>
          <a:lstStyle/>
          <a:p>
            <a:r>
              <a:rPr lang="zh-CN" altLang="en-US" sz="2000" b="1" dirty="0">
                <a:solidFill>
                  <a:srgbClr val="C00000"/>
                </a:solidFill>
                <a:latin typeface="微软雅黑" pitchFamily="34" charset="-122"/>
                <a:ea typeface="微软雅黑" pitchFamily="34" charset="-122"/>
              </a:rPr>
              <a:t>碰撞域</a:t>
            </a:r>
            <a:r>
              <a:rPr lang="zh-CN" altLang="en-US" sz="2000" b="1" dirty="0">
                <a:solidFill>
                  <a:srgbClr val="4D4D4D"/>
                </a:solidFill>
                <a:latin typeface="微软雅黑" pitchFamily="34" charset="-122"/>
                <a:ea typeface="微软雅黑" pitchFamily="34" charset="-122"/>
              </a:rPr>
              <a:t>（</a:t>
            </a:r>
            <a:r>
              <a:rPr lang="en-US" altLang="zh-CN" sz="2000" b="1" dirty="0">
                <a:solidFill>
                  <a:srgbClr val="4D4D4D"/>
                </a:solidFill>
                <a:latin typeface="微软雅黑" pitchFamily="34" charset="-122"/>
                <a:ea typeface="微软雅黑" pitchFamily="34" charset="-122"/>
              </a:rPr>
              <a:t>collision domain</a:t>
            </a:r>
            <a:r>
              <a:rPr lang="zh-CN" altLang="en-US" sz="2000" b="1" dirty="0">
                <a:solidFill>
                  <a:srgbClr val="4D4D4D"/>
                </a:solidFill>
                <a:latin typeface="微软雅黑" pitchFamily="34" charset="-122"/>
                <a:ea typeface="微软雅黑" pitchFamily="34" charset="-122"/>
              </a:rPr>
              <a:t>）又称为</a:t>
            </a:r>
            <a:r>
              <a:rPr lang="zh-CN" altLang="en-US" sz="2000" b="1" dirty="0">
                <a:solidFill>
                  <a:srgbClr val="C00000"/>
                </a:solidFill>
                <a:latin typeface="微软雅黑" pitchFamily="34" charset="-122"/>
                <a:ea typeface="微软雅黑" pitchFamily="34" charset="-122"/>
              </a:rPr>
              <a:t>冲突</a:t>
            </a:r>
            <a:r>
              <a:rPr lang="zh-CN" altLang="en-US" sz="2000" b="1" dirty="0" smtClean="0">
                <a:solidFill>
                  <a:srgbClr val="C00000"/>
                </a:solidFill>
                <a:latin typeface="微软雅黑" pitchFamily="34" charset="-122"/>
                <a:ea typeface="微软雅黑" pitchFamily="34" charset="-122"/>
              </a:rPr>
              <a:t>域</a:t>
            </a:r>
            <a:r>
              <a:rPr lang="zh-CN" altLang="en-US" sz="2000" b="1" dirty="0" smtClean="0">
                <a:solidFill>
                  <a:srgbClr val="4D4D4D"/>
                </a:solidFill>
                <a:latin typeface="微软雅黑" pitchFamily="34" charset="-122"/>
                <a:ea typeface="微软雅黑" pitchFamily="34" charset="-122"/>
              </a:rPr>
              <a:t>。</a:t>
            </a:r>
            <a:endParaRPr lang="en-US" altLang="zh-CN" sz="2000" b="1" dirty="0" smtClean="0">
              <a:solidFill>
                <a:srgbClr val="4D4D4D"/>
              </a:solidFill>
              <a:latin typeface="微软雅黑" pitchFamily="34" charset="-122"/>
              <a:ea typeface="微软雅黑" pitchFamily="34" charset="-122"/>
            </a:endParaRPr>
          </a:p>
          <a:p>
            <a:r>
              <a:rPr lang="zh-CN" altLang="en-US" sz="2000" b="1" dirty="0" smtClean="0">
                <a:solidFill>
                  <a:srgbClr val="4D4D4D"/>
                </a:solidFill>
                <a:latin typeface="微软雅黑" pitchFamily="34" charset="-122"/>
                <a:ea typeface="微软雅黑" pitchFamily="34" charset="-122"/>
              </a:rPr>
              <a:t>在任</a:t>
            </a:r>
            <a:r>
              <a:rPr lang="zh-CN" altLang="en-US" sz="2000" b="1" dirty="0">
                <a:solidFill>
                  <a:srgbClr val="4D4D4D"/>
                </a:solidFill>
                <a:latin typeface="微软雅黑" pitchFamily="34" charset="-122"/>
                <a:ea typeface="微软雅黑" pitchFamily="34" charset="-122"/>
              </a:rPr>
              <a:t>一</a:t>
            </a:r>
            <a:r>
              <a:rPr lang="zh-CN" altLang="en-US" sz="2000" b="1" dirty="0" smtClean="0">
                <a:solidFill>
                  <a:srgbClr val="4D4D4D"/>
                </a:solidFill>
                <a:latin typeface="微软雅黑" pitchFamily="34" charset="-122"/>
                <a:ea typeface="微软雅黑" pitchFamily="34" charset="-122"/>
              </a:rPr>
              <a:t>时刻，一</a:t>
            </a:r>
            <a:r>
              <a:rPr lang="zh-CN" altLang="en-US" sz="2000" b="1" dirty="0">
                <a:solidFill>
                  <a:srgbClr val="4D4D4D"/>
                </a:solidFill>
                <a:latin typeface="微软雅黑" pitchFamily="34" charset="-122"/>
                <a:ea typeface="微软雅黑" pitchFamily="34" charset="-122"/>
              </a:rPr>
              <a:t>个碰撞域中只能有一个站在发送数据</a:t>
            </a:r>
            <a:r>
              <a:rPr lang="zh-CN" altLang="en-US" sz="2000" b="1" dirty="0" smtClean="0">
                <a:solidFill>
                  <a:srgbClr val="4D4D4D"/>
                </a:solidFill>
                <a:latin typeface="微软雅黑" pitchFamily="34" charset="-122"/>
                <a:ea typeface="微软雅黑" pitchFamily="34" charset="-122"/>
              </a:rPr>
              <a:t>。</a:t>
            </a:r>
            <a:endParaRPr lang="zh-CN" altLang="en-US" sz="2000" b="1" dirty="0">
              <a:solidFill>
                <a:srgbClr val="4D4D4D"/>
              </a:solidFill>
            </a:endParaRPr>
          </a:p>
        </p:txBody>
      </p:sp>
    </p:spTree>
  </p:cSld>
  <p:clrMapOvr>
    <a:masterClrMapping/>
  </p:clrMapOvr>
  <p:transition>
    <p:fade/>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b="1" dirty="0"/>
              <a:t>一</a:t>
            </a:r>
            <a:r>
              <a:rPr lang="zh-CN" altLang="en-US" b="1" dirty="0" smtClean="0"/>
              <a:t>个扩展的以太网</a:t>
            </a:r>
            <a:endParaRPr lang="zh-CN" altLang="en-US" b="1" dirty="0"/>
          </a:p>
          <a:p>
            <a:endParaRPr lang="zh-CN" altLang="en-US" b="1" dirty="0"/>
          </a:p>
        </p:txBody>
      </p:sp>
      <p:sp>
        <p:nvSpPr>
          <p:cNvPr id="105474" name="Rectangle 2"/>
          <p:cNvSpPr>
            <a:spLocks noGrp="1" noChangeArrowheads="1"/>
          </p:cNvSpPr>
          <p:nvPr>
            <p:ph type="title"/>
          </p:nvPr>
        </p:nvSpPr>
        <p:spPr/>
        <p:txBody>
          <a:bodyPr/>
          <a:lstStyle/>
          <a:p>
            <a:r>
              <a:rPr lang="en-US" altLang="zh-CN" dirty="0" smtClean="0"/>
              <a:t>3.4.1 </a:t>
            </a:r>
            <a:r>
              <a:rPr lang="zh-CN" altLang="en-US" sz="4000" dirty="0" smtClean="0">
                <a:solidFill>
                  <a:srgbClr val="FFFFFF"/>
                </a:solidFill>
              </a:rPr>
              <a:t>在物理层扩展以太网</a:t>
            </a:r>
            <a:endParaRPr lang="zh-CN" altLang="en-US" sz="4000" dirty="0">
              <a:solidFill>
                <a:srgbClr val="FFFFFF"/>
              </a:solidFill>
            </a:endParaRPr>
          </a:p>
        </p:txBody>
      </p:sp>
      <p:sp>
        <p:nvSpPr>
          <p:cNvPr id="105475" name="AutoShape 4"/>
          <p:cNvSpPr>
            <a:spLocks noChangeArrowheads="1"/>
          </p:cNvSpPr>
          <p:nvPr/>
        </p:nvSpPr>
        <p:spPr bwMode="auto">
          <a:xfrm>
            <a:off x="65609" y="2439150"/>
            <a:ext cx="11885653" cy="3078876"/>
          </a:xfrm>
          <a:prstGeom prst="roundRect">
            <a:avLst>
              <a:gd name="adj" fmla="val 16667"/>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wrap="none" lIns="108850" tIns="54425" rIns="108850" bIns="54425" anchor="ctr"/>
          <a:lstStyle/>
          <a:p>
            <a:pPr eaLnBrk="1" hangingPunct="1"/>
            <a:endParaRPr lang="zh-CN" altLang="en-US" b="1"/>
          </a:p>
        </p:txBody>
      </p:sp>
      <p:sp>
        <p:nvSpPr>
          <p:cNvPr id="105476" name="Line 5"/>
          <p:cNvSpPr>
            <a:spLocks noChangeShapeType="1"/>
          </p:cNvSpPr>
          <p:nvPr/>
        </p:nvSpPr>
        <p:spPr bwMode="auto">
          <a:xfrm flipH="1">
            <a:off x="2628558" y="3080059"/>
            <a:ext cx="2863478" cy="96224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105477" name="Line 6"/>
          <p:cNvSpPr>
            <a:spLocks noChangeShapeType="1"/>
          </p:cNvSpPr>
          <p:nvPr/>
        </p:nvSpPr>
        <p:spPr bwMode="auto">
          <a:xfrm>
            <a:off x="6408433" y="3087998"/>
            <a:ext cx="3561887" cy="9193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105478" name="Line 7"/>
          <p:cNvSpPr>
            <a:spLocks noChangeShapeType="1"/>
          </p:cNvSpPr>
          <p:nvPr/>
        </p:nvSpPr>
        <p:spPr bwMode="auto">
          <a:xfrm>
            <a:off x="5938593" y="3135635"/>
            <a:ext cx="279364" cy="89238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105479" name="Text Box 8"/>
          <p:cNvSpPr txBox="1">
            <a:spLocks noChangeArrowheads="1"/>
          </p:cNvSpPr>
          <p:nvPr/>
        </p:nvSpPr>
        <p:spPr bwMode="auto">
          <a:xfrm>
            <a:off x="814811" y="3805715"/>
            <a:ext cx="963619" cy="556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900" dirty="0">
                <a:solidFill>
                  <a:srgbClr val="4D4D4D"/>
                </a:solidFill>
                <a:latin typeface="Times New Roman" pitchFamily="18" charset="0"/>
              </a:rPr>
              <a:t>一系</a:t>
            </a:r>
          </a:p>
        </p:txBody>
      </p:sp>
      <p:sp>
        <p:nvSpPr>
          <p:cNvPr id="105480" name="Text Box 9"/>
          <p:cNvSpPr txBox="1">
            <a:spLocks noChangeArrowheads="1"/>
          </p:cNvSpPr>
          <p:nvPr/>
        </p:nvSpPr>
        <p:spPr bwMode="auto">
          <a:xfrm>
            <a:off x="8395725" y="3805715"/>
            <a:ext cx="963619" cy="556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900" dirty="0">
                <a:solidFill>
                  <a:srgbClr val="4D4D4D"/>
                </a:solidFill>
                <a:latin typeface="Times New Roman" pitchFamily="18" charset="0"/>
              </a:rPr>
              <a:t>三系</a:t>
            </a:r>
          </a:p>
        </p:txBody>
      </p:sp>
      <p:sp>
        <p:nvSpPr>
          <p:cNvPr id="105481" name="Text Box 10"/>
          <p:cNvSpPr txBox="1">
            <a:spLocks noChangeArrowheads="1"/>
          </p:cNvSpPr>
          <p:nvPr/>
        </p:nvSpPr>
        <p:spPr bwMode="auto">
          <a:xfrm>
            <a:off x="4556591" y="3805715"/>
            <a:ext cx="963619" cy="556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900" dirty="0">
                <a:solidFill>
                  <a:srgbClr val="4D4D4D"/>
                </a:solidFill>
                <a:latin typeface="Times New Roman" pitchFamily="18" charset="0"/>
              </a:rPr>
              <a:t>二系</a:t>
            </a:r>
          </a:p>
        </p:txBody>
      </p:sp>
      <p:sp>
        <p:nvSpPr>
          <p:cNvPr id="105482" name="Text Box 11"/>
          <p:cNvSpPr txBox="1">
            <a:spLocks noChangeArrowheads="1"/>
          </p:cNvSpPr>
          <p:nvPr/>
        </p:nvSpPr>
        <p:spPr bwMode="auto">
          <a:xfrm>
            <a:off x="2954482" y="2583057"/>
            <a:ext cx="2079309" cy="556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900" dirty="0">
                <a:solidFill>
                  <a:srgbClr val="4D4D4D"/>
                </a:solidFill>
                <a:latin typeface="Times New Roman" pitchFamily="18" charset="0"/>
              </a:rPr>
              <a:t>主干集线器</a:t>
            </a:r>
          </a:p>
        </p:txBody>
      </p:sp>
      <p:sp>
        <p:nvSpPr>
          <p:cNvPr id="105484" name="Line 13"/>
          <p:cNvSpPr>
            <a:spLocks noChangeShapeType="1"/>
          </p:cNvSpPr>
          <p:nvPr/>
        </p:nvSpPr>
        <p:spPr bwMode="auto">
          <a:xfrm flipH="1">
            <a:off x="1164016" y="4175687"/>
            <a:ext cx="886769" cy="68119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pic>
        <p:nvPicPr>
          <p:cNvPr id="105485" name="Picture 1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6928" y="4682218"/>
            <a:ext cx="664547" cy="471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05486" name="Line 15"/>
          <p:cNvSpPr>
            <a:spLocks noChangeShapeType="1"/>
          </p:cNvSpPr>
          <p:nvPr/>
        </p:nvSpPr>
        <p:spPr bwMode="auto">
          <a:xfrm>
            <a:off x="2550253" y="4304305"/>
            <a:ext cx="247617" cy="53034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105487" name="Line 16"/>
          <p:cNvSpPr>
            <a:spLocks noChangeShapeType="1"/>
          </p:cNvSpPr>
          <p:nvPr/>
        </p:nvSpPr>
        <p:spPr bwMode="auto">
          <a:xfrm>
            <a:off x="2797869" y="4282075"/>
            <a:ext cx="874070" cy="53034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105488" name="Line 17"/>
          <p:cNvSpPr>
            <a:spLocks noChangeShapeType="1"/>
          </p:cNvSpPr>
          <p:nvPr/>
        </p:nvSpPr>
        <p:spPr bwMode="auto">
          <a:xfrm flipH="1">
            <a:off x="1989408" y="4186803"/>
            <a:ext cx="239153" cy="68595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pic>
        <p:nvPicPr>
          <p:cNvPr id="105489" name="Picture 1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50786" y="4682218"/>
            <a:ext cx="664547" cy="471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05490"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84644" y="4682218"/>
            <a:ext cx="664547" cy="471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05491" name="Picture 2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18502" y="4682218"/>
            <a:ext cx="664547" cy="471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05492" name="Picture 2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102812">
            <a:off x="1720627" y="3843824"/>
            <a:ext cx="1534383" cy="566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05493" name="Line 22"/>
          <p:cNvSpPr>
            <a:spLocks noChangeShapeType="1"/>
          </p:cNvSpPr>
          <p:nvPr/>
        </p:nvSpPr>
        <p:spPr bwMode="auto">
          <a:xfrm flipH="1">
            <a:off x="4918493" y="4175687"/>
            <a:ext cx="886769" cy="68119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pic>
        <p:nvPicPr>
          <p:cNvPr id="105494" name="Picture 2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1405" y="4682218"/>
            <a:ext cx="664547" cy="471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05495" name="Line 24"/>
          <p:cNvSpPr>
            <a:spLocks noChangeShapeType="1"/>
          </p:cNvSpPr>
          <p:nvPr/>
        </p:nvSpPr>
        <p:spPr bwMode="auto">
          <a:xfrm>
            <a:off x="6304731" y="4304305"/>
            <a:ext cx="247617" cy="53034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105496" name="Line 25"/>
          <p:cNvSpPr>
            <a:spLocks noChangeShapeType="1"/>
          </p:cNvSpPr>
          <p:nvPr/>
        </p:nvSpPr>
        <p:spPr bwMode="auto">
          <a:xfrm>
            <a:off x="6552347" y="4282075"/>
            <a:ext cx="871953" cy="53034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105497" name="Line 26"/>
          <p:cNvSpPr>
            <a:spLocks noChangeShapeType="1"/>
          </p:cNvSpPr>
          <p:nvPr/>
        </p:nvSpPr>
        <p:spPr bwMode="auto">
          <a:xfrm flipH="1">
            <a:off x="5743886" y="4186803"/>
            <a:ext cx="239153" cy="68595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pic>
        <p:nvPicPr>
          <p:cNvPr id="105498" name="Picture 2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05264" y="4682218"/>
            <a:ext cx="664547" cy="471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05499" name="Picture 2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39122" y="4682218"/>
            <a:ext cx="664547" cy="471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05500" name="Picture 2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72980" y="4682218"/>
            <a:ext cx="664547" cy="471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05501" name="Picture 3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102812">
            <a:off x="5475105" y="3843824"/>
            <a:ext cx="1532267" cy="566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05502" name="Line 31"/>
          <p:cNvSpPr>
            <a:spLocks noChangeShapeType="1"/>
          </p:cNvSpPr>
          <p:nvPr/>
        </p:nvSpPr>
        <p:spPr bwMode="auto">
          <a:xfrm flipH="1">
            <a:off x="8675088" y="4175687"/>
            <a:ext cx="886767" cy="68119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pic>
        <p:nvPicPr>
          <p:cNvPr id="105503" name="Picture 3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28000" y="4682218"/>
            <a:ext cx="664547" cy="471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05504" name="Line 33"/>
          <p:cNvSpPr>
            <a:spLocks noChangeShapeType="1"/>
          </p:cNvSpPr>
          <p:nvPr/>
        </p:nvSpPr>
        <p:spPr bwMode="auto">
          <a:xfrm>
            <a:off x="10061324" y="4304305"/>
            <a:ext cx="247618" cy="53034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105505" name="Line 34"/>
          <p:cNvSpPr>
            <a:spLocks noChangeShapeType="1"/>
          </p:cNvSpPr>
          <p:nvPr/>
        </p:nvSpPr>
        <p:spPr bwMode="auto">
          <a:xfrm>
            <a:off x="10308943" y="4282075"/>
            <a:ext cx="874069" cy="53034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105506" name="Line 35"/>
          <p:cNvSpPr>
            <a:spLocks noChangeShapeType="1"/>
          </p:cNvSpPr>
          <p:nvPr/>
        </p:nvSpPr>
        <p:spPr bwMode="auto">
          <a:xfrm flipH="1">
            <a:off x="9500481" y="4186803"/>
            <a:ext cx="239152" cy="68595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pic>
        <p:nvPicPr>
          <p:cNvPr id="105507" name="Picture 3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61859" y="4682218"/>
            <a:ext cx="664547" cy="471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05508" name="Picture 3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95717" y="4682218"/>
            <a:ext cx="664547" cy="471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05509" name="Picture 3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29575" y="4682218"/>
            <a:ext cx="664547" cy="471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05510" name="Picture 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102812">
            <a:off x="9231698" y="3843824"/>
            <a:ext cx="1534384" cy="566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05511" name="Picture 4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102812">
            <a:off x="5022198" y="2568765"/>
            <a:ext cx="2050782" cy="757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05512" name="Text Box 41"/>
          <p:cNvSpPr txBox="1">
            <a:spLocks noChangeArrowheads="1"/>
          </p:cNvSpPr>
          <p:nvPr/>
        </p:nvSpPr>
        <p:spPr bwMode="auto">
          <a:xfrm>
            <a:off x="8327454" y="2576705"/>
            <a:ext cx="3194999" cy="55618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900" dirty="0" smtClean="0">
                <a:solidFill>
                  <a:srgbClr val="4D4D4D"/>
                </a:solidFill>
                <a:latin typeface="Times New Roman" pitchFamily="18" charset="0"/>
              </a:rPr>
              <a:t>一个更大的碰撞</a:t>
            </a:r>
            <a:r>
              <a:rPr kumimoji="1" lang="zh-CN" altLang="en-US" sz="2900" dirty="0">
                <a:solidFill>
                  <a:srgbClr val="4D4D4D"/>
                </a:solidFill>
                <a:latin typeface="Times New Roman" pitchFamily="18" charset="0"/>
              </a:rPr>
              <a:t>域</a:t>
            </a:r>
          </a:p>
        </p:txBody>
      </p:sp>
    </p:spTree>
  </p:cSld>
  <p:clrMapOvr>
    <a:masterClrMapping/>
  </p:clrMapOvr>
  <p:transition>
    <p:fade/>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Rectangle 3"/>
          <p:cNvSpPr>
            <a:spLocks noGrp="1" noChangeArrowheads="1"/>
          </p:cNvSpPr>
          <p:nvPr>
            <p:ph idx="1"/>
          </p:nvPr>
        </p:nvSpPr>
        <p:spPr/>
        <p:txBody>
          <a:bodyPr/>
          <a:lstStyle/>
          <a:p>
            <a:r>
              <a:rPr lang="zh-CN" altLang="en-US" sz="3200" b="1" kern="1200" dirty="0">
                <a:solidFill>
                  <a:srgbClr val="4D4D4D"/>
                </a:solidFill>
              </a:rPr>
              <a:t>用集线器</a:t>
            </a:r>
            <a:r>
              <a:rPr lang="zh-CN" altLang="en-US" sz="3200" b="1" kern="1200" dirty="0" smtClean="0">
                <a:solidFill>
                  <a:srgbClr val="4D4D4D"/>
                </a:solidFill>
              </a:rPr>
              <a:t>扩展以太网的</a:t>
            </a:r>
            <a:r>
              <a:rPr lang="zh-CN" altLang="en-US" sz="3200" b="1" kern="1200" dirty="0" smtClean="0">
                <a:solidFill>
                  <a:srgbClr val="C00000"/>
                </a:solidFill>
              </a:rPr>
              <a:t>优点</a:t>
            </a:r>
            <a:endParaRPr lang="zh-CN" altLang="en-US" sz="3200" b="1" kern="1200" dirty="0">
              <a:solidFill>
                <a:srgbClr val="C00000"/>
              </a:solidFill>
            </a:endParaRPr>
          </a:p>
          <a:p>
            <a:pPr lvl="1">
              <a:defRPr/>
            </a:pPr>
            <a:r>
              <a:rPr lang="zh-CN" altLang="en-US" sz="2800" b="1" dirty="0" smtClean="0">
                <a:solidFill>
                  <a:srgbClr val="4D4D4D"/>
                </a:solidFill>
                <a:cs typeface="+mn-cs"/>
              </a:rPr>
              <a:t>使不同系的以太网上</a:t>
            </a:r>
            <a:r>
              <a:rPr lang="zh-CN" altLang="en-US" sz="2800" b="1" dirty="0">
                <a:solidFill>
                  <a:srgbClr val="4D4D4D"/>
                </a:solidFill>
                <a:cs typeface="+mn-cs"/>
              </a:rPr>
              <a:t>的计算机能够进行</a:t>
            </a:r>
            <a:r>
              <a:rPr lang="zh-CN" altLang="en-US" sz="2800" b="1" dirty="0" smtClean="0">
                <a:solidFill>
                  <a:srgbClr val="4D4D4D"/>
                </a:solidFill>
                <a:cs typeface="+mn-cs"/>
              </a:rPr>
              <a:t>跨系的</a:t>
            </a:r>
            <a:r>
              <a:rPr lang="zh-CN" altLang="en-US" sz="2800" b="1" dirty="0">
                <a:solidFill>
                  <a:srgbClr val="4D4D4D"/>
                </a:solidFill>
                <a:cs typeface="+mn-cs"/>
              </a:rPr>
              <a:t>通信。</a:t>
            </a:r>
          </a:p>
          <a:p>
            <a:pPr lvl="1">
              <a:defRPr/>
            </a:pPr>
            <a:r>
              <a:rPr lang="zh-CN" altLang="en-US" sz="2800" b="1" dirty="0">
                <a:solidFill>
                  <a:srgbClr val="4D4D4D"/>
                </a:solidFill>
                <a:cs typeface="+mn-cs"/>
              </a:rPr>
              <a:t>扩大</a:t>
            </a:r>
            <a:r>
              <a:rPr lang="zh-CN" altLang="en-US" sz="2800" b="1" dirty="0" smtClean="0">
                <a:solidFill>
                  <a:srgbClr val="4D4D4D"/>
                </a:solidFill>
                <a:cs typeface="+mn-cs"/>
              </a:rPr>
              <a:t>了以太网</a:t>
            </a:r>
            <a:r>
              <a:rPr lang="zh-CN" altLang="en-US" sz="2800" b="1" dirty="0">
                <a:solidFill>
                  <a:srgbClr val="4D4D4D"/>
                </a:solidFill>
                <a:cs typeface="+mn-cs"/>
              </a:rPr>
              <a:t>覆盖的地理范围。</a:t>
            </a:r>
          </a:p>
          <a:p>
            <a:r>
              <a:rPr lang="zh-CN" altLang="en-US" sz="3200" b="1" kern="1200" dirty="0">
                <a:solidFill>
                  <a:srgbClr val="4D4D4D"/>
                </a:solidFill>
              </a:rPr>
              <a:t>用集线器</a:t>
            </a:r>
            <a:r>
              <a:rPr lang="zh-CN" altLang="en-US" sz="3200" b="1" kern="1200" dirty="0" smtClean="0">
                <a:solidFill>
                  <a:srgbClr val="4D4D4D"/>
                </a:solidFill>
              </a:rPr>
              <a:t>扩展以太网的</a:t>
            </a:r>
            <a:r>
              <a:rPr lang="zh-CN" altLang="en-US" sz="3200" b="1" kern="1200" dirty="0" smtClean="0">
                <a:solidFill>
                  <a:schemeClr val="tx2">
                    <a:lumMod val="60000"/>
                    <a:lumOff val="40000"/>
                  </a:schemeClr>
                </a:solidFill>
              </a:rPr>
              <a:t>缺点</a:t>
            </a:r>
            <a:endParaRPr lang="zh-CN" altLang="en-US" sz="3200" b="1" kern="1200" dirty="0">
              <a:solidFill>
                <a:schemeClr val="tx2">
                  <a:lumMod val="60000"/>
                  <a:lumOff val="40000"/>
                </a:schemeClr>
              </a:solidFill>
            </a:endParaRPr>
          </a:p>
          <a:p>
            <a:pPr lvl="1">
              <a:defRPr/>
            </a:pPr>
            <a:r>
              <a:rPr lang="zh-CN" altLang="en-US" b="1" dirty="0" smtClean="0">
                <a:cs typeface="+mn-cs"/>
              </a:rPr>
              <a:t>扩展后网络的带宽</a:t>
            </a:r>
            <a:r>
              <a:rPr lang="zh-CN" altLang="en-US" sz="2800" b="1" dirty="0" smtClean="0">
                <a:solidFill>
                  <a:srgbClr val="4D4D4D"/>
                </a:solidFill>
                <a:cs typeface="+mn-cs"/>
              </a:rPr>
              <a:t>并</a:t>
            </a:r>
            <a:r>
              <a:rPr lang="zh-CN" altLang="en-US" sz="2800" b="1" dirty="0">
                <a:solidFill>
                  <a:srgbClr val="4D4D4D"/>
                </a:solidFill>
                <a:cs typeface="+mn-cs"/>
              </a:rPr>
              <a:t>未</a:t>
            </a:r>
            <a:r>
              <a:rPr lang="zh-CN" altLang="en-US" sz="2800" b="1" dirty="0" smtClean="0">
                <a:solidFill>
                  <a:srgbClr val="4D4D4D"/>
                </a:solidFill>
                <a:cs typeface="+mn-cs"/>
              </a:rPr>
              <a:t>提高，但网络中主机的数目增加，使每台主机分到的带宽降低。</a:t>
            </a:r>
            <a:endParaRPr lang="zh-CN" altLang="en-US" sz="2800" b="1" dirty="0">
              <a:solidFill>
                <a:srgbClr val="4D4D4D"/>
              </a:solidFill>
              <a:cs typeface="+mn-cs"/>
            </a:endParaRPr>
          </a:p>
          <a:p>
            <a:pPr lvl="1">
              <a:defRPr/>
            </a:pPr>
            <a:r>
              <a:rPr lang="zh-CN" altLang="en-US" sz="2800" b="1" dirty="0">
                <a:solidFill>
                  <a:srgbClr val="4D4D4D"/>
                </a:solidFill>
                <a:cs typeface="+mn-cs"/>
              </a:rPr>
              <a:t>如果</a:t>
            </a:r>
            <a:r>
              <a:rPr lang="zh-CN" altLang="en-US" sz="2800" b="1" dirty="0" smtClean="0">
                <a:solidFill>
                  <a:srgbClr val="4D4D4D"/>
                </a:solidFill>
                <a:cs typeface="+mn-cs"/>
              </a:rPr>
              <a:t>不同系的以太网使用</a:t>
            </a:r>
            <a:r>
              <a:rPr lang="zh-CN" altLang="en-US" sz="2800" b="1" dirty="0">
                <a:solidFill>
                  <a:srgbClr val="4D4D4D"/>
                </a:solidFill>
                <a:cs typeface="+mn-cs"/>
              </a:rPr>
              <a:t>不同的数据率，那么就不能用集线器将它们互连起来。</a:t>
            </a:r>
          </a:p>
        </p:txBody>
      </p:sp>
      <p:sp>
        <p:nvSpPr>
          <p:cNvPr id="106498" name="Rectangle 2"/>
          <p:cNvSpPr>
            <a:spLocks noGrp="1" noChangeArrowheads="1"/>
          </p:cNvSpPr>
          <p:nvPr>
            <p:ph type="title"/>
          </p:nvPr>
        </p:nvSpPr>
        <p:spPr/>
        <p:txBody>
          <a:bodyPr/>
          <a:lstStyle/>
          <a:p>
            <a:r>
              <a:rPr lang="en-US" altLang="zh-CN" dirty="0" smtClean="0"/>
              <a:t>3.4.1 </a:t>
            </a:r>
            <a:r>
              <a:rPr lang="zh-CN" altLang="en-US" sz="4000" dirty="0" smtClean="0">
                <a:solidFill>
                  <a:srgbClr val="FFFFFF"/>
                </a:solidFill>
              </a:rPr>
              <a:t>在物理层扩展以太网</a:t>
            </a:r>
            <a:endParaRPr lang="zh-CN" altLang="en-US" sz="4000" dirty="0">
              <a:solidFill>
                <a:srgbClr val="FFFFFF"/>
              </a:solidFill>
            </a:endParaRPr>
          </a:p>
        </p:txBody>
      </p:sp>
    </p:spTree>
  </p:cSld>
  <p:clrMapOvr>
    <a:masterClrMapping/>
  </p:clrMapOvr>
  <p:transition>
    <p:fade/>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Rectangle 2"/>
          <p:cNvSpPr>
            <a:spLocks noGrp="1" noChangeArrowheads="1"/>
          </p:cNvSpPr>
          <p:nvPr>
            <p:ph idx="1"/>
          </p:nvPr>
        </p:nvSpPr>
        <p:spPr>
          <a:xfrm>
            <a:off x="442800" y="1267198"/>
            <a:ext cx="11304000" cy="5186931"/>
          </a:xfrm>
        </p:spPr>
        <p:txBody>
          <a:bodyPr/>
          <a:lstStyle/>
          <a:p>
            <a:r>
              <a:rPr lang="zh-CN" altLang="zh-CN" sz="3200" b="1" kern="1200" dirty="0">
                <a:solidFill>
                  <a:srgbClr val="4D4D4D"/>
                </a:solidFill>
              </a:rPr>
              <a:t>扩展以太网更常用的方法</a:t>
            </a:r>
            <a:r>
              <a:rPr lang="zh-CN" altLang="zh-CN" sz="3200" b="1" kern="1200" dirty="0" smtClean="0">
                <a:solidFill>
                  <a:srgbClr val="4D4D4D"/>
                </a:solidFill>
              </a:rPr>
              <a:t>是</a:t>
            </a:r>
            <a:r>
              <a:rPr lang="zh-CN" altLang="en-US" b="1" kern="1200" dirty="0"/>
              <a:t>使用以太网</a:t>
            </a:r>
            <a:r>
              <a:rPr lang="zh-CN" altLang="en-US" b="1" kern="1200" dirty="0">
                <a:solidFill>
                  <a:srgbClr val="C00000"/>
                </a:solidFill>
              </a:rPr>
              <a:t>交换机</a:t>
            </a:r>
            <a:r>
              <a:rPr lang="zh-CN" altLang="en-US" b="1" kern="1200" dirty="0"/>
              <a:t>（</a:t>
            </a:r>
            <a:r>
              <a:rPr lang="en-US" altLang="zh-CN" b="1" kern="1200" dirty="0"/>
              <a:t>switch</a:t>
            </a:r>
            <a:r>
              <a:rPr lang="zh-CN" altLang="en-US" b="1" kern="1200" dirty="0"/>
              <a:t>）</a:t>
            </a:r>
            <a:r>
              <a:rPr lang="zh-CN" altLang="zh-CN" sz="3200" b="1" kern="1200" dirty="0" smtClean="0">
                <a:solidFill>
                  <a:srgbClr val="4D4D4D"/>
                </a:solidFill>
              </a:rPr>
              <a:t>在</a:t>
            </a:r>
            <a:r>
              <a:rPr lang="zh-CN" altLang="zh-CN" sz="3200" b="1" kern="1200" dirty="0">
                <a:solidFill>
                  <a:srgbClr val="4D4D4D"/>
                </a:solidFill>
              </a:rPr>
              <a:t>数据链路层</a:t>
            </a:r>
            <a:r>
              <a:rPr lang="zh-CN" altLang="zh-CN" sz="3200" b="1" kern="1200" dirty="0" smtClean="0">
                <a:solidFill>
                  <a:srgbClr val="4D4D4D"/>
                </a:solidFill>
              </a:rPr>
              <a:t>进行</a:t>
            </a:r>
            <a:r>
              <a:rPr lang="zh-CN" altLang="en-US" b="1" kern="1200" dirty="0"/>
              <a:t>扩展</a:t>
            </a:r>
            <a:r>
              <a:rPr lang="zh-CN" altLang="en-US" sz="3200" b="1" kern="1200" dirty="0" smtClean="0">
                <a:solidFill>
                  <a:srgbClr val="4D4D4D"/>
                </a:solidFill>
              </a:rPr>
              <a:t>。</a:t>
            </a:r>
            <a:endParaRPr lang="en-US" altLang="zh-CN" sz="3200" b="1" kern="1200" dirty="0" smtClean="0">
              <a:solidFill>
                <a:srgbClr val="4D4D4D"/>
              </a:solidFill>
            </a:endParaRPr>
          </a:p>
          <a:p>
            <a:r>
              <a:rPr lang="zh-CN" altLang="en-US" b="1" kern="1200" dirty="0"/>
              <a:t>以太网交换机的</a:t>
            </a:r>
            <a:r>
              <a:rPr lang="zh-CN" altLang="zh-CN" b="1" kern="1200" dirty="0"/>
              <a:t>每个接口都直接与</a:t>
            </a:r>
            <a:r>
              <a:rPr lang="zh-CN" altLang="zh-CN" b="1" kern="1200" dirty="0" smtClean="0"/>
              <a:t>一台</a:t>
            </a:r>
            <a:r>
              <a:rPr lang="zh-CN" altLang="zh-CN" b="1" kern="1200" dirty="0"/>
              <a:t>主机或另一个以太网交换机相连，并且一般都工作在</a:t>
            </a:r>
            <a:r>
              <a:rPr lang="zh-CN" altLang="zh-CN" b="1" kern="1200" dirty="0">
                <a:solidFill>
                  <a:srgbClr val="C00000"/>
                </a:solidFill>
              </a:rPr>
              <a:t>全双工</a:t>
            </a:r>
            <a:r>
              <a:rPr lang="zh-CN" altLang="zh-CN" b="1" kern="1200" dirty="0"/>
              <a:t>方式</a:t>
            </a:r>
            <a:r>
              <a:rPr lang="zh-CN" altLang="zh-CN" b="1" kern="1200" dirty="0" smtClean="0"/>
              <a:t>。</a:t>
            </a:r>
            <a:endParaRPr lang="en-US" altLang="zh-CN" b="1" kern="1200" dirty="0" smtClean="0"/>
          </a:p>
          <a:p>
            <a:r>
              <a:rPr lang="zh-CN" altLang="zh-CN" b="1" kern="1200" dirty="0"/>
              <a:t>以太网交换机具有</a:t>
            </a:r>
            <a:r>
              <a:rPr lang="zh-CN" altLang="zh-CN" b="1" kern="1200" dirty="0" smtClean="0"/>
              <a:t>并行性</a:t>
            </a:r>
            <a:r>
              <a:rPr lang="zh-CN" altLang="en-US" b="1" kern="1200" dirty="0" smtClean="0"/>
              <a:t>，</a:t>
            </a:r>
            <a:r>
              <a:rPr lang="zh-CN" altLang="zh-CN" b="1" dirty="0" smtClean="0"/>
              <a:t>能</a:t>
            </a:r>
            <a:r>
              <a:rPr lang="zh-CN" altLang="zh-CN" b="1" dirty="0"/>
              <a:t>同时连通多</a:t>
            </a:r>
            <a:r>
              <a:rPr lang="zh-CN" altLang="zh-CN" b="1" dirty="0">
                <a:solidFill>
                  <a:srgbClr val="C00000"/>
                </a:solidFill>
              </a:rPr>
              <a:t>对</a:t>
            </a:r>
            <a:r>
              <a:rPr lang="zh-CN" altLang="zh-CN" b="1" dirty="0"/>
              <a:t>接口，使多对主机能</a:t>
            </a:r>
            <a:r>
              <a:rPr lang="zh-CN" altLang="zh-CN" b="1" dirty="0">
                <a:solidFill>
                  <a:srgbClr val="C00000"/>
                </a:solidFill>
              </a:rPr>
              <a:t>同时</a:t>
            </a:r>
            <a:r>
              <a:rPr lang="zh-CN" altLang="zh-CN" b="1" dirty="0"/>
              <a:t>通信</a:t>
            </a:r>
            <a:r>
              <a:rPr lang="zh-CN" altLang="en-US" b="1" dirty="0" smtClean="0"/>
              <a:t>。</a:t>
            </a:r>
            <a:r>
              <a:rPr lang="zh-CN" altLang="zh-CN" b="1" kern="1200" dirty="0"/>
              <a:t>相互通信的主机都是独占传输媒体，无碰撞地传输数据</a:t>
            </a:r>
            <a:r>
              <a:rPr lang="zh-CN" altLang="en-US" b="1" kern="1200" dirty="0" smtClean="0"/>
              <a:t>，同时不再使用 </a:t>
            </a:r>
            <a:r>
              <a:rPr lang="en-US" altLang="zh-CN" b="1" kern="1200" dirty="0"/>
              <a:t>CSMA/CD </a:t>
            </a:r>
            <a:r>
              <a:rPr lang="zh-CN" altLang="en-US" b="1" kern="1200" dirty="0"/>
              <a:t>协议</a:t>
            </a:r>
            <a:r>
              <a:rPr lang="zh-CN" altLang="zh-CN" b="1" kern="1200" dirty="0"/>
              <a:t>。</a:t>
            </a:r>
            <a:endParaRPr lang="en-US" altLang="zh-CN" b="1" kern="1200" dirty="0"/>
          </a:p>
          <a:p>
            <a:endParaRPr lang="en-US" altLang="zh-CN" b="1" kern="1200" dirty="0"/>
          </a:p>
          <a:p>
            <a:endParaRPr lang="en-US" altLang="zh-CN" sz="3200" b="1" kern="1200" dirty="0">
              <a:solidFill>
                <a:srgbClr val="4D4D4D"/>
              </a:solidFill>
            </a:endParaRPr>
          </a:p>
        </p:txBody>
      </p:sp>
      <p:sp>
        <p:nvSpPr>
          <p:cNvPr id="107522" name="Rectangle 3"/>
          <p:cNvSpPr>
            <a:spLocks noGrp="1" noChangeArrowheads="1"/>
          </p:cNvSpPr>
          <p:nvPr>
            <p:ph type="title"/>
          </p:nvPr>
        </p:nvSpPr>
        <p:spPr/>
        <p:txBody>
          <a:bodyPr/>
          <a:lstStyle/>
          <a:p>
            <a:r>
              <a:rPr lang="en-US" altLang="zh-CN" sz="4000" dirty="0" smtClean="0">
                <a:solidFill>
                  <a:srgbClr val="FFFFFF"/>
                </a:solidFill>
              </a:rPr>
              <a:t>3.4.2 </a:t>
            </a:r>
            <a:r>
              <a:rPr lang="zh-CN" altLang="en-US" sz="4000" dirty="0" smtClean="0">
                <a:solidFill>
                  <a:srgbClr val="FFFFFF"/>
                </a:solidFill>
              </a:rPr>
              <a:t>在</a:t>
            </a:r>
            <a:r>
              <a:rPr lang="zh-CN" altLang="en-US" sz="4000" dirty="0">
                <a:solidFill>
                  <a:srgbClr val="FFFFFF"/>
                </a:solidFill>
              </a:rPr>
              <a:t>数据链路层扩展以太网 </a:t>
            </a:r>
          </a:p>
        </p:txBody>
      </p:sp>
    </p:spTree>
  </p:cSld>
  <p:clrMapOvr>
    <a:masterClrMapping/>
  </p:clrMapOvr>
  <p:transition>
    <p:fade/>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5" name="Rectangle 3"/>
          <p:cNvSpPr>
            <a:spLocks noGrp="1" noChangeArrowheads="1"/>
          </p:cNvSpPr>
          <p:nvPr>
            <p:ph idx="1"/>
          </p:nvPr>
        </p:nvSpPr>
        <p:spPr/>
        <p:txBody>
          <a:bodyPr/>
          <a:lstStyle/>
          <a:p>
            <a:r>
              <a:rPr lang="zh-CN" altLang="en-US" sz="3200" b="1" kern="1200" dirty="0" smtClean="0">
                <a:solidFill>
                  <a:srgbClr val="4D4D4D"/>
                </a:solidFill>
              </a:rPr>
              <a:t>对于传统的 </a:t>
            </a:r>
            <a:r>
              <a:rPr lang="en-US" altLang="zh-CN" sz="3200" b="1" kern="1200" dirty="0">
                <a:solidFill>
                  <a:srgbClr val="4D4D4D"/>
                </a:solidFill>
              </a:rPr>
              <a:t>10 </a:t>
            </a:r>
            <a:r>
              <a:rPr lang="en-US" altLang="zh-CN" sz="3200" b="1" kern="1200" dirty="0" smtClean="0">
                <a:solidFill>
                  <a:srgbClr val="4D4D4D"/>
                </a:solidFill>
              </a:rPr>
              <a:t>Mbit/s </a:t>
            </a:r>
            <a:r>
              <a:rPr lang="zh-CN" altLang="en-US" sz="3200" b="1" kern="1200" dirty="0">
                <a:solidFill>
                  <a:srgbClr val="4D4D4D"/>
                </a:solidFill>
              </a:rPr>
              <a:t>的</a:t>
            </a:r>
            <a:r>
              <a:rPr lang="zh-CN" altLang="en-US" sz="3200" b="1" kern="1200" dirty="0">
                <a:solidFill>
                  <a:srgbClr val="C00000"/>
                </a:solidFill>
              </a:rPr>
              <a:t>共享式</a:t>
            </a:r>
            <a:r>
              <a:rPr lang="zh-CN" altLang="en-US" sz="3200" b="1" kern="1200" dirty="0">
                <a:solidFill>
                  <a:srgbClr val="4D4D4D"/>
                </a:solidFill>
              </a:rPr>
              <a:t>以太网，若共有 </a:t>
            </a:r>
            <a:r>
              <a:rPr lang="en-US" altLang="zh-CN" sz="3200" b="1" kern="1200" dirty="0">
                <a:solidFill>
                  <a:srgbClr val="4D4D4D"/>
                </a:solidFill>
              </a:rPr>
              <a:t>N </a:t>
            </a:r>
            <a:r>
              <a:rPr lang="zh-CN" altLang="en-US" sz="3200" b="1" kern="1200" dirty="0">
                <a:solidFill>
                  <a:srgbClr val="4D4D4D"/>
                </a:solidFill>
              </a:rPr>
              <a:t>个用户，则每个用户占有的平均带宽只有总</a:t>
            </a:r>
            <a:r>
              <a:rPr lang="zh-CN" altLang="en-US" sz="3200" b="1" kern="1200" dirty="0" smtClean="0">
                <a:solidFill>
                  <a:srgbClr val="4D4D4D"/>
                </a:solidFill>
              </a:rPr>
              <a:t>带宽的 </a:t>
            </a:r>
            <a:r>
              <a:rPr lang="en-US" altLang="zh-CN" sz="3200" b="1" kern="1200" dirty="0" smtClean="0">
                <a:solidFill>
                  <a:srgbClr val="4D4D4D"/>
                </a:solidFill>
              </a:rPr>
              <a:t>1</a:t>
            </a:r>
            <a:r>
              <a:rPr lang="en-US" altLang="zh-CN" b="1" kern="1200" dirty="0"/>
              <a:t>/</a:t>
            </a:r>
            <a:r>
              <a:rPr lang="en-US" altLang="zh-CN" sz="3200" b="1" kern="1200" dirty="0" smtClean="0">
                <a:solidFill>
                  <a:srgbClr val="4D4D4D"/>
                </a:solidFill>
              </a:rPr>
              <a:t>N </a:t>
            </a:r>
            <a:r>
              <a:rPr lang="zh-CN" altLang="en-US" sz="3200" b="1" kern="1200" dirty="0" smtClean="0">
                <a:solidFill>
                  <a:srgbClr val="4D4D4D"/>
                </a:solidFill>
              </a:rPr>
              <a:t>。</a:t>
            </a:r>
            <a:endParaRPr lang="zh-CN" altLang="en-US" sz="3200" b="1" kern="1200" dirty="0">
              <a:solidFill>
                <a:srgbClr val="4D4D4D"/>
              </a:solidFill>
            </a:endParaRPr>
          </a:p>
          <a:p>
            <a:r>
              <a:rPr lang="zh-CN" altLang="en-US" sz="3200" b="1" kern="1200" dirty="0">
                <a:solidFill>
                  <a:srgbClr val="4D4D4D"/>
                </a:solidFill>
              </a:rPr>
              <a:t>使用以太网交换机时</a:t>
            </a:r>
            <a:r>
              <a:rPr lang="zh-CN" altLang="en-US" sz="3200" b="1" kern="1200" dirty="0" smtClean="0">
                <a:solidFill>
                  <a:srgbClr val="4D4D4D"/>
                </a:solidFill>
              </a:rPr>
              <a:t>，</a:t>
            </a:r>
            <a:r>
              <a:rPr lang="zh-CN" altLang="en-US" b="1" kern="1200" dirty="0" smtClean="0"/>
              <a:t>假如</a:t>
            </a:r>
            <a:r>
              <a:rPr lang="zh-CN" altLang="en-US" sz="3200" b="1" kern="1200" dirty="0" smtClean="0">
                <a:solidFill>
                  <a:srgbClr val="4D4D4D"/>
                </a:solidFill>
              </a:rPr>
              <a:t>每个</a:t>
            </a:r>
            <a:r>
              <a:rPr lang="zh-CN" altLang="en-US" sz="3200" b="1" kern="1200" dirty="0">
                <a:solidFill>
                  <a:srgbClr val="4D4D4D"/>
                </a:solidFill>
              </a:rPr>
              <a:t>接口到主机的带宽还是 </a:t>
            </a:r>
            <a:r>
              <a:rPr lang="en-US" altLang="zh-CN" sz="3200" b="1" kern="1200" dirty="0" smtClean="0">
                <a:solidFill>
                  <a:srgbClr val="4D4D4D"/>
                </a:solidFill>
              </a:rPr>
              <a:t>10 Mbit/s</a:t>
            </a:r>
            <a:r>
              <a:rPr lang="zh-CN" altLang="en-US" sz="3200" b="1" kern="1200" dirty="0" smtClean="0">
                <a:solidFill>
                  <a:srgbClr val="4D4D4D"/>
                </a:solidFill>
              </a:rPr>
              <a:t>，由于每一</a:t>
            </a:r>
            <a:r>
              <a:rPr lang="zh-CN" altLang="en-US" sz="3200" b="1" kern="1200" dirty="0">
                <a:solidFill>
                  <a:srgbClr val="4D4D4D"/>
                </a:solidFill>
              </a:rPr>
              <a:t>个用户在通信时是独占而不是和其他网络用户共享传输媒体的带宽，</a:t>
            </a:r>
            <a:r>
              <a:rPr lang="zh-CN" altLang="en-US" sz="3200" b="1" kern="1200" dirty="0" smtClean="0">
                <a:solidFill>
                  <a:srgbClr val="4D4D4D"/>
                </a:solidFill>
              </a:rPr>
              <a:t>因此每个用户的带宽还是 </a:t>
            </a:r>
            <a:r>
              <a:rPr lang="en-US" altLang="zh-CN" sz="3200" b="1" kern="1200" dirty="0" smtClean="0">
                <a:solidFill>
                  <a:srgbClr val="4D4D4D"/>
                </a:solidFill>
              </a:rPr>
              <a:t>10 Mbit/s</a:t>
            </a:r>
            <a:r>
              <a:rPr lang="zh-CN" altLang="en-US" sz="3200" b="1" kern="1200" dirty="0">
                <a:solidFill>
                  <a:srgbClr val="4D4D4D"/>
                </a:solidFill>
              </a:rPr>
              <a:t>。这正是交换机的最大优点</a:t>
            </a:r>
            <a:r>
              <a:rPr lang="zh-CN" altLang="en-US" sz="3200" b="1" kern="1200" dirty="0" smtClean="0">
                <a:solidFill>
                  <a:srgbClr val="4D4D4D"/>
                </a:solidFill>
              </a:rPr>
              <a:t>。</a:t>
            </a:r>
            <a:endParaRPr lang="en-US" altLang="zh-CN" sz="3200" b="1" kern="1200" dirty="0" smtClean="0">
              <a:solidFill>
                <a:srgbClr val="4D4D4D"/>
              </a:solidFill>
            </a:endParaRPr>
          </a:p>
          <a:p>
            <a:r>
              <a:rPr lang="zh-CN" altLang="en-US" b="1" kern="1200" dirty="0" smtClean="0"/>
              <a:t>使用交换机的以太网又称为</a:t>
            </a:r>
            <a:r>
              <a:rPr lang="zh-CN" altLang="en-US" b="1" kern="1200" dirty="0" smtClean="0">
                <a:solidFill>
                  <a:srgbClr val="C00000"/>
                </a:solidFill>
              </a:rPr>
              <a:t>交换式</a:t>
            </a:r>
            <a:r>
              <a:rPr lang="zh-CN" altLang="en-US" b="1" kern="1200" dirty="0" smtClean="0"/>
              <a:t>以太网。</a:t>
            </a:r>
            <a:endParaRPr lang="zh-CN" altLang="en-US" sz="3200" b="1" kern="1200" dirty="0">
              <a:solidFill>
                <a:srgbClr val="4D4D4D"/>
              </a:solidFill>
            </a:endParaRPr>
          </a:p>
        </p:txBody>
      </p:sp>
      <p:sp>
        <p:nvSpPr>
          <p:cNvPr id="120834" name="Rectangle 2"/>
          <p:cNvSpPr>
            <a:spLocks noGrp="1" noChangeArrowheads="1"/>
          </p:cNvSpPr>
          <p:nvPr>
            <p:ph type="title"/>
          </p:nvPr>
        </p:nvSpPr>
        <p:spPr/>
        <p:txBody>
          <a:bodyPr/>
          <a:lstStyle/>
          <a:p>
            <a:r>
              <a:rPr lang="en-US" altLang="zh-CN" dirty="0"/>
              <a:t>3.4.2 </a:t>
            </a:r>
            <a:r>
              <a:rPr lang="zh-CN" altLang="en-US" dirty="0"/>
              <a:t>在数据链路层扩展以太网 </a:t>
            </a:r>
            <a:endParaRPr lang="zh-CN" altLang="en-US" sz="4000" dirty="0">
              <a:solidFill>
                <a:srgbClr val="FFFFFF"/>
              </a:solidFill>
            </a:endParaRPr>
          </a:p>
        </p:txBody>
      </p:sp>
    </p:spTree>
  </p:cSld>
  <p:clrMapOvr>
    <a:masterClrMapping/>
  </p:clrMapOvr>
  <p:transition>
    <p:fade/>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r>
              <a:rPr lang="en-US" altLang="zh-CN" dirty="0"/>
              <a:t>3.4.2 </a:t>
            </a:r>
            <a:r>
              <a:rPr lang="zh-CN" altLang="en-US" dirty="0"/>
              <a:t>在数据链路层扩展以太网 </a:t>
            </a:r>
            <a:endParaRPr lang="zh-CN" altLang="en-US" sz="4000" dirty="0">
              <a:solidFill>
                <a:srgbClr val="FFFFFF"/>
              </a:solidFill>
            </a:endParaRPr>
          </a:p>
        </p:txBody>
      </p:sp>
      <p:grpSp>
        <p:nvGrpSpPr>
          <p:cNvPr id="2" name="组合 1"/>
          <p:cNvGrpSpPr/>
          <p:nvPr/>
        </p:nvGrpSpPr>
        <p:grpSpPr>
          <a:xfrm>
            <a:off x="502920" y="1537427"/>
            <a:ext cx="10416822" cy="4268631"/>
            <a:chOff x="502920" y="1127323"/>
            <a:chExt cx="8129015" cy="2540439"/>
          </a:xfrm>
        </p:grpSpPr>
        <p:sp>
          <p:nvSpPr>
            <p:cNvPr id="6" name="圆角矩形 5"/>
            <p:cNvSpPr/>
            <p:nvPr/>
          </p:nvSpPr>
          <p:spPr>
            <a:xfrm>
              <a:off x="502920" y="1127323"/>
              <a:ext cx="8129015" cy="2540439"/>
            </a:xfrm>
            <a:prstGeom prst="roundRect">
              <a:avLst>
                <a:gd name="adj" fmla="val 12392"/>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p>
          </p:txBody>
        </p:sp>
        <p:sp>
          <p:nvSpPr>
            <p:cNvPr id="7" name="Text Box 49"/>
            <p:cNvSpPr txBox="1">
              <a:spLocks noChangeArrowheads="1"/>
            </p:cNvSpPr>
            <p:nvPr/>
          </p:nvSpPr>
          <p:spPr bwMode="auto">
            <a:xfrm>
              <a:off x="3697878" y="1168841"/>
              <a:ext cx="1554806" cy="567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2800" b="1" dirty="0" smtClean="0">
                  <a:solidFill>
                    <a:srgbClr val="111111"/>
                  </a:solidFill>
                  <a:latin typeface="微软雅黑" pitchFamily="34" charset="-122"/>
                  <a:ea typeface="微软雅黑" pitchFamily="34" charset="-122"/>
                </a:rPr>
                <a:t>以太网交换机</a:t>
              </a:r>
              <a:endParaRPr kumimoji="1" lang="zh-CN" altLang="en-US" sz="2800" b="1" dirty="0">
                <a:solidFill>
                  <a:srgbClr val="111111"/>
                </a:solidFill>
                <a:latin typeface="微软雅黑" pitchFamily="34" charset="-122"/>
                <a:ea typeface="微软雅黑" pitchFamily="34" charset="-122"/>
              </a:endParaRPr>
            </a:p>
          </p:txBody>
        </p:sp>
        <p:sp>
          <p:nvSpPr>
            <p:cNvPr id="8" name="泪滴形 7"/>
            <p:cNvSpPr/>
            <p:nvPr/>
          </p:nvSpPr>
          <p:spPr>
            <a:xfrm rot="476968">
              <a:off x="1677666" y="1769625"/>
              <a:ext cx="1942249" cy="1303283"/>
            </a:xfrm>
            <a:prstGeom prst="teardrop">
              <a:avLst>
                <a:gd name="adj" fmla="val 163728"/>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p>
          </p:txBody>
        </p:sp>
        <p:sp>
          <p:nvSpPr>
            <p:cNvPr id="9" name="泪滴形 8"/>
            <p:cNvSpPr/>
            <p:nvPr/>
          </p:nvSpPr>
          <p:spPr>
            <a:xfrm rot="21033367" flipH="1">
              <a:off x="5319737" y="1694299"/>
              <a:ext cx="2096174" cy="1350439"/>
            </a:xfrm>
            <a:prstGeom prst="teardrop">
              <a:avLst>
                <a:gd name="adj" fmla="val 151929"/>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p>
          </p:txBody>
        </p:sp>
        <p:grpSp>
          <p:nvGrpSpPr>
            <p:cNvPr id="10" name="组合 9"/>
            <p:cNvGrpSpPr/>
            <p:nvPr/>
          </p:nvGrpSpPr>
          <p:grpSpPr>
            <a:xfrm>
              <a:off x="4684572" y="1626846"/>
              <a:ext cx="2296209" cy="1191418"/>
              <a:chOff x="4668477" y="2337063"/>
              <a:chExt cx="2296209" cy="1191418"/>
            </a:xfrm>
          </p:grpSpPr>
          <p:sp>
            <p:nvSpPr>
              <p:cNvPr id="11" name="Line 44"/>
              <p:cNvSpPr>
                <a:spLocks noChangeShapeType="1"/>
              </p:cNvSpPr>
              <p:nvPr/>
            </p:nvSpPr>
            <p:spPr bwMode="auto">
              <a:xfrm>
                <a:off x="4668477" y="2337063"/>
                <a:ext cx="1375569" cy="70629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12" name="Line 69"/>
              <p:cNvSpPr>
                <a:spLocks noChangeShapeType="1"/>
              </p:cNvSpPr>
              <p:nvPr/>
            </p:nvSpPr>
            <p:spPr bwMode="auto">
              <a:xfrm flipH="1">
                <a:off x="5712245" y="3044330"/>
                <a:ext cx="305115" cy="2842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13" name="Line 71"/>
              <p:cNvSpPr>
                <a:spLocks noChangeShapeType="1"/>
              </p:cNvSpPr>
              <p:nvPr/>
            </p:nvSpPr>
            <p:spPr bwMode="auto">
              <a:xfrm>
                <a:off x="6189215" y="3098000"/>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14" name="Line 72"/>
              <p:cNvSpPr>
                <a:spLocks noChangeShapeType="1"/>
              </p:cNvSpPr>
              <p:nvPr/>
            </p:nvSpPr>
            <p:spPr bwMode="auto">
              <a:xfrm>
                <a:off x="6274415" y="3088723"/>
                <a:ext cx="300746"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15" name="Line 73"/>
              <p:cNvSpPr>
                <a:spLocks noChangeShapeType="1"/>
              </p:cNvSpPr>
              <p:nvPr/>
            </p:nvSpPr>
            <p:spPr bwMode="auto">
              <a:xfrm flipH="1">
                <a:off x="5996243" y="3048967"/>
                <a:ext cx="82286" cy="286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pic>
            <p:nvPicPr>
              <p:cNvPr id="16" name="Picture 7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5903761" y="2905847"/>
                <a:ext cx="527945"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25381" y="325835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03534" y="325835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1566" y="325835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9598" y="3258352"/>
                <a:ext cx="270129" cy="270129"/>
              </a:xfrm>
              <a:prstGeom prst="rect">
                <a:avLst/>
              </a:prstGeom>
              <a:noFill/>
              <a:extLst>
                <a:ext uri="{909E8E84-426E-40DD-AFC4-6F175D3DCCD1}">
                  <a14:hiddenFill xmlns:a14="http://schemas.microsoft.com/office/drawing/2010/main">
                    <a:solidFill>
                      <a:srgbClr val="FFFFFF"/>
                    </a:solidFill>
                  </a14:hiddenFill>
                </a:ext>
              </a:extLst>
            </p:spPr>
          </p:pic>
          <p:sp>
            <p:nvSpPr>
              <p:cNvPr id="21" name="Text Box 49"/>
              <p:cNvSpPr txBox="1">
                <a:spLocks noChangeArrowheads="1"/>
              </p:cNvSpPr>
              <p:nvPr/>
            </p:nvSpPr>
            <p:spPr bwMode="auto">
              <a:xfrm>
                <a:off x="5693796" y="2620926"/>
                <a:ext cx="1270890" cy="31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2800" b="1" dirty="0" smtClean="0">
                    <a:solidFill>
                      <a:srgbClr val="111111"/>
                    </a:solidFill>
                    <a:latin typeface="微软雅黑" pitchFamily="34" charset="-122"/>
                    <a:ea typeface="微软雅黑" pitchFamily="34" charset="-122"/>
                  </a:rPr>
                  <a:t>集线器</a:t>
                </a:r>
                <a:endParaRPr kumimoji="1" lang="zh-CN" altLang="en-US" sz="2800" b="1" dirty="0">
                  <a:solidFill>
                    <a:srgbClr val="111111"/>
                  </a:solidFill>
                  <a:latin typeface="微软雅黑" pitchFamily="34" charset="-122"/>
                  <a:ea typeface="微软雅黑" pitchFamily="34" charset="-122"/>
                </a:endParaRPr>
              </a:p>
            </p:txBody>
          </p:sp>
        </p:grpSp>
        <p:sp>
          <p:nvSpPr>
            <p:cNvPr id="22" name="泪滴形 21"/>
            <p:cNvSpPr/>
            <p:nvPr/>
          </p:nvSpPr>
          <p:spPr>
            <a:xfrm rot="18339832">
              <a:off x="3651177" y="2071927"/>
              <a:ext cx="1508481" cy="1317546"/>
            </a:xfrm>
            <a:prstGeom prst="teardrop">
              <a:avLst>
                <a:gd name="adj" fmla="val 117943"/>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p>
          </p:txBody>
        </p:sp>
        <p:grpSp>
          <p:nvGrpSpPr>
            <p:cNvPr id="23" name="组合 22"/>
            <p:cNvGrpSpPr/>
            <p:nvPr/>
          </p:nvGrpSpPr>
          <p:grpSpPr>
            <a:xfrm>
              <a:off x="2282108" y="1658376"/>
              <a:ext cx="1922322" cy="1159888"/>
              <a:chOff x="2266013" y="2368593"/>
              <a:chExt cx="1922322" cy="1159888"/>
            </a:xfrm>
          </p:grpSpPr>
          <p:grpSp>
            <p:nvGrpSpPr>
              <p:cNvPr id="24" name="组合 23"/>
              <p:cNvGrpSpPr/>
              <p:nvPr/>
            </p:nvGrpSpPr>
            <p:grpSpPr>
              <a:xfrm>
                <a:off x="2336727" y="2368593"/>
                <a:ext cx="1851608" cy="1159888"/>
                <a:chOff x="2336727" y="2368593"/>
                <a:chExt cx="1851608" cy="1159888"/>
              </a:xfrm>
            </p:grpSpPr>
            <p:sp>
              <p:nvSpPr>
                <p:cNvPr id="26" name="Line 43"/>
                <p:cNvSpPr>
                  <a:spLocks noChangeShapeType="1"/>
                </p:cNvSpPr>
                <p:nvPr/>
              </p:nvSpPr>
              <p:spPr bwMode="auto">
                <a:xfrm flipH="1">
                  <a:off x="3030003" y="2368593"/>
                  <a:ext cx="1158332" cy="64109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27" name="Line 51"/>
                <p:cNvSpPr>
                  <a:spLocks noChangeShapeType="1"/>
                </p:cNvSpPr>
                <p:nvPr/>
              </p:nvSpPr>
              <p:spPr bwMode="auto">
                <a:xfrm flipH="1">
                  <a:off x="2452519" y="3044330"/>
                  <a:ext cx="305116" cy="2842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28" name="Line 53"/>
                <p:cNvSpPr>
                  <a:spLocks noChangeShapeType="1"/>
                </p:cNvSpPr>
                <p:nvPr/>
              </p:nvSpPr>
              <p:spPr bwMode="auto">
                <a:xfrm>
                  <a:off x="2929490" y="3098000"/>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29" name="Line 54"/>
                <p:cNvSpPr>
                  <a:spLocks noChangeShapeType="1"/>
                </p:cNvSpPr>
                <p:nvPr/>
              </p:nvSpPr>
              <p:spPr bwMode="auto">
                <a:xfrm>
                  <a:off x="3014689" y="3088723"/>
                  <a:ext cx="300747"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30" name="Line 55"/>
                <p:cNvSpPr>
                  <a:spLocks noChangeShapeType="1"/>
                </p:cNvSpPr>
                <p:nvPr/>
              </p:nvSpPr>
              <p:spPr bwMode="auto">
                <a:xfrm flipH="1">
                  <a:off x="2736517" y="3048967"/>
                  <a:ext cx="82287" cy="286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pic>
              <p:nvPicPr>
                <p:cNvPr id="31" name="Picture 5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2644036" y="2905847"/>
                  <a:ext cx="527944"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36727" y="325835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14880" y="325835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02912" y="325835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90944" y="3258352"/>
                  <a:ext cx="270129" cy="270129"/>
                </a:xfrm>
                <a:prstGeom prst="rect">
                  <a:avLst/>
                </a:prstGeom>
                <a:noFill/>
                <a:extLst>
                  <a:ext uri="{909E8E84-426E-40DD-AFC4-6F175D3DCCD1}">
                    <a14:hiddenFill xmlns:a14="http://schemas.microsoft.com/office/drawing/2010/main">
                      <a:solidFill>
                        <a:srgbClr val="FFFFFF"/>
                      </a:solidFill>
                    </a14:hiddenFill>
                  </a:ext>
                </a:extLst>
              </p:spPr>
            </p:pic>
          </p:grpSp>
          <p:sp>
            <p:nvSpPr>
              <p:cNvPr id="25" name="Text Box 49"/>
              <p:cNvSpPr txBox="1">
                <a:spLocks noChangeArrowheads="1"/>
              </p:cNvSpPr>
              <p:nvPr/>
            </p:nvSpPr>
            <p:spPr bwMode="auto">
              <a:xfrm>
                <a:off x="2266013" y="2620926"/>
                <a:ext cx="1075275" cy="31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2800" b="1" dirty="0" smtClean="0">
                    <a:solidFill>
                      <a:srgbClr val="111111"/>
                    </a:solidFill>
                    <a:latin typeface="微软雅黑" pitchFamily="34" charset="-122"/>
                    <a:ea typeface="微软雅黑" pitchFamily="34" charset="-122"/>
                  </a:rPr>
                  <a:t>集线器</a:t>
                </a:r>
                <a:endParaRPr kumimoji="1" lang="zh-CN" altLang="en-US" sz="2800" b="1" dirty="0">
                  <a:solidFill>
                    <a:srgbClr val="111111"/>
                  </a:solidFill>
                  <a:latin typeface="微软雅黑" pitchFamily="34" charset="-122"/>
                  <a:ea typeface="微软雅黑" pitchFamily="34" charset="-122"/>
                </a:endParaRPr>
              </a:p>
            </p:txBody>
          </p:sp>
        </p:grpSp>
        <p:grpSp>
          <p:nvGrpSpPr>
            <p:cNvPr id="36" name="组合 35"/>
            <p:cNvGrpSpPr/>
            <p:nvPr/>
          </p:nvGrpSpPr>
          <p:grpSpPr>
            <a:xfrm>
              <a:off x="3911710" y="1637355"/>
              <a:ext cx="1284781" cy="1307029"/>
              <a:chOff x="3895615" y="2347572"/>
              <a:chExt cx="1284781" cy="1307029"/>
            </a:xfrm>
          </p:grpSpPr>
          <p:grpSp>
            <p:nvGrpSpPr>
              <p:cNvPr id="37" name="组合 36"/>
              <p:cNvGrpSpPr/>
              <p:nvPr/>
            </p:nvGrpSpPr>
            <p:grpSpPr>
              <a:xfrm>
                <a:off x="3895615" y="2347572"/>
                <a:ext cx="1124346" cy="1307029"/>
                <a:chOff x="3895615" y="2347572"/>
                <a:chExt cx="1124346" cy="1307029"/>
              </a:xfrm>
            </p:grpSpPr>
            <p:sp>
              <p:nvSpPr>
                <p:cNvPr id="39" name="Line 45"/>
                <p:cNvSpPr>
                  <a:spLocks noChangeShapeType="1"/>
                </p:cNvSpPr>
                <p:nvPr/>
              </p:nvSpPr>
              <p:spPr bwMode="auto">
                <a:xfrm>
                  <a:off x="4436440" y="2347572"/>
                  <a:ext cx="109446" cy="75042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40" name="Line 60"/>
                <p:cNvSpPr>
                  <a:spLocks noChangeShapeType="1"/>
                </p:cNvSpPr>
                <p:nvPr/>
              </p:nvSpPr>
              <p:spPr bwMode="auto">
                <a:xfrm flipH="1">
                  <a:off x="4030678" y="3170451"/>
                  <a:ext cx="344592" cy="22296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41" name="Line 62"/>
                <p:cNvSpPr>
                  <a:spLocks noChangeShapeType="1"/>
                </p:cNvSpPr>
                <p:nvPr/>
              </p:nvSpPr>
              <p:spPr bwMode="auto">
                <a:xfrm>
                  <a:off x="4547125" y="3224120"/>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42" name="Line 63"/>
                <p:cNvSpPr>
                  <a:spLocks noChangeShapeType="1"/>
                </p:cNvSpPr>
                <p:nvPr/>
              </p:nvSpPr>
              <p:spPr bwMode="auto">
                <a:xfrm>
                  <a:off x="4632325" y="3214843"/>
                  <a:ext cx="300018"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43" name="Line 64"/>
                <p:cNvSpPr>
                  <a:spLocks noChangeShapeType="1"/>
                </p:cNvSpPr>
                <p:nvPr/>
              </p:nvSpPr>
              <p:spPr bwMode="auto">
                <a:xfrm flipH="1">
                  <a:off x="4308832" y="3175087"/>
                  <a:ext cx="127608" cy="21833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pic>
              <p:nvPicPr>
                <p:cNvPr id="44" name="Picture 6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4261672" y="3031967"/>
                  <a:ext cx="527216"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95615" y="338447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3768" y="338447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61800" y="338447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49832" y="3384472"/>
                  <a:ext cx="270129" cy="270129"/>
                </a:xfrm>
                <a:prstGeom prst="rect">
                  <a:avLst/>
                </a:prstGeom>
                <a:noFill/>
                <a:extLst>
                  <a:ext uri="{909E8E84-426E-40DD-AFC4-6F175D3DCCD1}">
                    <a14:hiddenFill xmlns:a14="http://schemas.microsoft.com/office/drawing/2010/main">
                      <a:solidFill>
                        <a:srgbClr val="FFFFFF"/>
                      </a:solidFill>
                    </a14:hiddenFill>
                  </a:ext>
                </a:extLst>
              </p:spPr>
            </p:pic>
          </p:grpSp>
          <p:sp>
            <p:nvSpPr>
              <p:cNvPr id="38" name="Text Box 49"/>
              <p:cNvSpPr txBox="1">
                <a:spLocks noChangeArrowheads="1"/>
              </p:cNvSpPr>
              <p:nvPr/>
            </p:nvSpPr>
            <p:spPr bwMode="auto">
              <a:xfrm>
                <a:off x="4120388" y="2749491"/>
                <a:ext cx="1060008" cy="31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2800" b="1" dirty="0" smtClean="0">
                    <a:solidFill>
                      <a:srgbClr val="111111"/>
                    </a:solidFill>
                    <a:latin typeface="微软雅黑" pitchFamily="34" charset="-122"/>
                    <a:ea typeface="微软雅黑" pitchFamily="34" charset="-122"/>
                  </a:rPr>
                  <a:t>集线器</a:t>
                </a:r>
                <a:endParaRPr kumimoji="1" lang="zh-CN" altLang="en-US" sz="2800" b="1" dirty="0">
                  <a:solidFill>
                    <a:srgbClr val="111111"/>
                  </a:solidFill>
                  <a:latin typeface="微软雅黑" pitchFamily="34" charset="-122"/>
                  <a:ea typeface="微软雅黑" pitchFamily="34" charset="-122"/>
                </a:endParaRPr>
              </a:p>
            </p:txBody>
          </p:sp>
        </p:grpSp>
        <p:sp>
          <p:nvSpPr>
            <p:cNvPr id="49" name="Text Box 50"/>
            <p:cNvSpPr txBox="1">
              <a:spLocks noChangeArrowheads="1"/>
            </p:cNvSpPr>
            <p:nvPr/>
          </p:nvSpPr>
          <p:spPr bwMode="auto">
            <a:xfrm>
              <a:off x="6467137" y="2199289"/>
              <a:ext cx="984742" cy="31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800" b="1" dirty="0" smtClean="0">
                  <a:solidFill>
                    <a:srgbClr val="CC00CC"/>
                  </a:solidFill>
                  <a:latin typeface="微软雅黑" pitchFamily="34" charset="-122"/>
                  <a:ea typeface="微软雅黑" pitchFamily="34" charset="-122"/>
                </a:rPr>
                <a:t>碰撞</a:t>
              </a:r>
              <a:r>
                <a:rPr kumimoji="1" lang="zh-CN" altLang="en-US" sz="2800" b="1" dirty="0">
                  <a:solidFill>
                    <a:srgbClr val="CC00CC"/>
                  </a:solidFill>
                  <a:latin typeface="微软雅黑" pitchFamily="34" charset="-122"/>
                  <a:ea typeface="微软雅黑" pitchFamily="34" charset="-122"/>
                </a:rPr>
                <a:t>域</a:t>
              </a:r>
            </a:p>
          </p:txBody>
        </p:sp>
        <p:sp>
          <p:nvSpPr>
            <p:cNvPr id="50" name="Text Box 50"/>
            <p:cNvSpPr txBox="1">
              <a:spLocks noChangeArrowheads="1"/>
            </p:cNvSpPr>
            <p:nvPr/>
          </p:nvSpPr>
          <p:spPr bwMode="auto">
            <a:xfrm>
              <a:off x="1634525" y="2194637"/>
              <a:ext cx="984742" cy="31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800" b="1" dirty="0" smtClean="0">
                  <a:solidFill>
                    <a:srgbClr val="CC00CC"/>
                  </a:solidFill>
                  <a:latin typeface="微软雅黑" pitchFamily="34" charset="-122"/>
                  <a:ea typeface="微软雅黑" pitchFamily="34" charset="-122"/>
                </a:rPr>
                <a:t>碰撞</a:t>
              </a:r>
              <a:r>
                <a:rPr kumimoji="1" lang="zh-CN" altLang="en-US" sz="2800" b="1" dirty="0">
                  <a:solidFill>
                    <a:srgbClr val="CC00CC"/>
                  </a:solidFill>
                  <a:latin typeface="微软雅黑" pitchFamily="34" charset="-122"/>
                  <a:ea typeface="微软雅黑" pitchFamily="34" charset="-122"/>
                </a:rPr>
                <a:t>域</a:t>
              </a:r>
            </a:p>
          </p:txBody>
        </p:sp>
        <p:sp>
          <p:nvSpPr>
            <p:cNvPr id="51" name="Text Box 50"/>
            <p:cNvSpPr txBox="1">
              <a:spLocks noChangeArrowheads="1"/>
            </p:cNvSpPr>
            <p:nvPr/>
          </p:nvSpPr>
          <p:spPr bwMode="auto">
            <a:xfrm>
              <a:off x="3679234" y="3024938"/>
              <a:ext cx="984742" cy="31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800" b="1" dirty="0" smtClean="0">
                  <a:solidFill>
                    <a:srgbClr val="CC00CC"/>
                  </a:solidFill>
                  <a:latin typeface="微软雅黑" pitchFamily="34" charset="-122"/>
                  <a:ea typeface="微软雅黑" pitchFamily="34" charset="-122"/>
                </a:rPr>
                <a:t>碰撞</a:t>
              </a:r>
              <a:r>
                <a:rPr kumimoji="1" lang="zh-CN" altLang="en-US" sz="2800" b="1" dirty="0">
                  <a:solidFill>
                    <a:srgbClr val="CC00CC"/>
                  </a:solidFill>
                  <a:latin typeface="微软雅黑" pitchFamily="34" charset="-122"/>
                  <a:ea typeface="微软雅黑" pitchFamily="34" charset="-122"/>
                </a:rPr>
                <a:t>域</a:t>
              </a:r>
            </a:p>
          </p:txBody>
        </p:sp>
        <p:sp>
          <p:nvSpPr>
            <p:cNvPr id="52" name="modem"/>
            <p:cNvSpPr>
              <a:spLocks noEditPoints="1" noChangeArrowheads="1"/>
            </p:cNvSpPr>
            <p:nvPr/>
          </p:nvSpPr>
          <p:spPr bwMode="auto">
            <a:xfrm>
              <a:off x="3973041" y="1435777"/>
              <a:ext cx="990656" cy="250365"/>
            </a:xfrm>
            <a:custGeom>
              <a:avLst/>
              <a:gdLst>
                <a:gd name="T0" fmla="*/ 0 w 21600"/>
                <a:gd name="T1" fmla="*/ 5152 h 21600"/>
                <a:gd name="T2" fmla="*/ 2941 w 21600"/>
                <a:gd name="T3" fmla="*/ 0 h 21600"/>
                <a:gd name="T4" fmla="*/ 18625 w 21600"/>
                <a:gd name="T5" fmla="*/ 0 h 21600"/>
                <a:gd name="T6" fmla="*/ 21600 w 21600"/>
                <a:gd name="T7" fmla="*/ 5152 h 21600"/>
                <a:gd name="T8" fmla="*/ 21600 w 21600"/>
                <a:gd name="T9" fmla="*/ 21600 h 21600"/>
                <a:gd name="T10" fmla="*/ 0 w 21600"/>
                <a:gd name="T11" fmla="*/ 21600 h 21600"/>
                <a:gd name="T12" fmla="*/ 10800 w 21600"/>
                <a:gd name="T13" fmla="*/ 0 h 21600"/>
                <a:gd name="T14" fmla="*/ 10800 w 21600"/>
                <a:gd name="T15" fmla="*/ 21600 h 21600"/>
                <a:gd name="T16" fmla="*/ 0 w 21600"/>
                <a:gd name="T17" fmla="*/ 13376 h 21600"/>
                <a:gd name="T18" fmla="*/ 21600 w 21600"/>
                <a:gd name="T19" fmla="*/ 13376 h 21600"/>
                <a:gd name="T20" fmla="*/ 400 w 21600"/>
                <a:gd name="T21" fmla="*/ 22400 h 21600"/>
                <a:gd name="T22" fmla="*/ 21200 w 21600"/>
                <a:gd name="T23" fmla="*/ 30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5152"/>
                  </a:moveTo>
                  <a:lnTo>
                    <a:pt x="2941" y="0"/>
                  </a:lnTo>
                  <a:lnTo>
                    <a:pt x="18625" y="0"/>
                  </a:lnTo>
                  <a:lnTo>
                    <a:pt x="21600" y="5152"/>
                  </a:lnTo>
                  <a:lnTo>
                    <a:pt x="21600" y="21600"/>
                  </a:lnTo>
                  <a:lnTo>
                    <a:pt x="0" y="21600"/>
                  </a:lnTo>
                  <a:lnTo>
                    <a:pt x="0" y="5152"/>
                  </a:lnTo>
                  <a:close/>
                </a:path>
                <a:path w="21600" h="21600" extrusionOk="0">
                  <a:moveTo>
                    <a:pt x="0" y="5251"/>
                  </a:moveTo>
                  <a:lnTo>
                    <a:pt x="21600" y="5251"/>
                  </a:lnTo>
                  <a:moveTo>
                    <a:pt x="1961" y="11791"/>
                  </a:moveTo>
                  <a:lnTo>
                    <a:pt x="1961" y="14268"/>
                  </a:lnTo>
                  <a:lnTo>
                    <a:pt x="2806" y="14268"/>
                  </a:lnTo>
                  <a:lnTo>
                    <a:pt x="2806" y="11791"/>
                  </a:lnTo>
                  <a:lnTo>
                    <a:pt x="1961" y="11791"/>
                  </a:lnTo>
                  <a:close/>
                </a:path>
                <a:path w="21600" h="21600" extrusionOk="0">
                  <a:moveTo>
                    <a:pt x="3685" y="11791"/>
                  </a:moveTo>
                  <a:lnTo>
                    <a:pt x="3685" y="14268"/>
                  </a:lnTo>
                  <a:lnTo>
                    <a:pt x="4530" y="14268"/>
                  </a:lnTo>
                  <a:lnTo>
                    <a:pt x="4530" y="11791"/>
                  </a:lnTo>
                  <a:lnTo>
                    <a:pt x="3685" y="11791"/>
                  </a:lnTo>
                  <a:close/>
                </a:path>
                <a:path w="21600" h="21600" extrusionOk="0">
                  <a:moveTo>
                    <a:pt x="5408" y="11791"/>
                  </a:moveTo>
                  <a:lnTo>
                    <a:pt x="5408" y="14268"/>
                  </a:lnTo>
                  <a:lnTo>
                    <a:pt x="6254" y="14268"/>
                  </a:lnTo>
                  <a:lnTo>
                    <a:pt x="6254" y="11791"/>
                  </a:lnTo>
                  <a:lnTo>
                    <a:pt x="5408" y="11791"/>
                  </a:lnTo>
                  <a:close/>
                </a:path>
                <a:path w="21600" h="21600" extrusionOk="0">
                  <a:moveTo>
                    <a:pt x="7132" y="11791"/>
                  </a:moveTo>
                  <a:lnTo>
                    <a:pt x="7132" y="14268"/>
                  </a:lnTo>
                  <a:lnTo>
                    <a:pt x="7977" y="14268"/>
                  </a:lnTo>
                  <a:lnTo>
                    <a:pt x="7977" y="11791"/>
                  </a:lnTo>
                  <a:lnTo>
                    <a:pt x="7132" y="11791"/>
                  </a:lnTo>
                  <a:close/>
                </a:path>
              </a:pathLst>
            </a:custGeom>
            <a:solidFill>
              <a:schemeClr val="bg1">
                <a:lumMod val="65000"/>
              </a:scheme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400" b="1" dirty="0"/>
            </a:p>
          </p:txBody>
        </p:sp>
      </p:grpSp>
      <p:sp>
        <p:nvSpPr>
          <p:cNvPr id="53" name="Rectangle 6"/>
          <p:cNvSpPr>
            <a:spLocks noChangeArrowheads="1"/>
          </p:cNvSpPr>
          <p:nvPr/>
        </p:nvSpPr>
        <p:spPr bwMode="auto">
          <a:xfrm>
            <a:off x="2062758" y="5950074"/>
            <a:ext cx="756084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zh-CN" altLang="en-US" sz="3200" b="1" dirty="0" smtClean="0">
                <a:solidFill>
                  <a:srgbClr val="111111"/>
                </a:solidFill>
                <a:latin typeface="微软雅黑" pitchFamily="34" charset="-122"/>
                <a:ea typeface="微软雅黑" pitchFamily="34" charset="-122"/>
              </a:rPr>
              <a:t>以太网</a:t>
            </a:r>
            <a:r>
              <a:rPr lang="zh-CN" altLang="en-US" sz="3200" b="1" dirty="0">
                <a:solidFill>
                  <a:srgbClr val="111111"/>
                </a:solidFill>
                <a:latin typeface="微软雅黑" pitchFamily="34" charset="-122"/>
                <a:ea typeface="微软雅黑" pitchFamily="34" charset="-122"/>
              </a:rPr>
              <a:t>交换机</a:t>
            </a:r>
            <a:r>
              <a:rPr lang="zh-CN" altLang="en-US" sz="3200" b="1" dirty="0" smtClean="0">
                <a:solidFill>
                  <a:srgbClr val="111111"/>
                </a:solidFill>
                <a:latin typeface="微软雅黑" pitchFamily="34" charset="-122"/>
                <a:ea typeface="微软雅黑" pitchFamily="34" charset="-122"/>
              </a:rPr>
              <a:t>的每个接口都是一个碰撞域</a:t>
            </a:r>
            <a:endParaRPr lang="fr-FR" altLang="zh-CN" sz="3200" b="1" dirty="0">
              <a:solidFill>
                <a:srgbClr val="111111"/>
              </a:solidFill>
              <a:latin typeface="微软雅黑" pitchFamily="34" charset="-122"/>
              <a:ea typeface="微软雅黑" pitchFamily="34" charset="-122"/>
            </a:endParaRPr>
          </a:p>
        </p:txBody>
      </p:sp>
    </p:spTree>
    <p:extLst>
      <p:ext uri="{BB962C8B-B14F-4D97-AF65-F5344CB8AC3E}">
        <p14:creationId xmlns:p14="http://schemas.microsoft.com/office/powerpoint/2010/main" val="165758047"/>
      </p:ext>
    </p:extLst>
  </p:cSld>
  <p:clrMapOvr>
    <a:masterClrMapping/>
  </p:clrMapOvr>
  <p:transition>
    <p:fade/>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内容占位符 2"/>
          <p:cNvSpPr>
            <a:spLocks noGrp="1" noChangeArrowheads="1"/>
          </p:cNvSpPr>
          <p:nvPr>
            <p:ph idx="1"/>
          </p:nvPr>
        </p:nvSpPr>
        <p:spPr/>
        <p:txBody>
          <a:bodyPr/>
          <a:lstStyle/>
          <a:p>
            <a:r>
              <a:rPr lang="zh-CN" altLang="zh-CN" b="1" kern="1200" dirty="0"/>
              <a:t>以太网交换机是一种即插即用设备，其内部的帧</a:t>
            </a:r>
            <a:r>
              <a:rPr lang="zh-CN" altLang="zh-CN" b="1" kern="1200" dirty="0">
                <a:solidFill>
                  <a:srgbClr val="C00000"/>
                </a:solidFill>
              </a:rPr>
              <a:t>交换表</a:t>
            </a:r>
            <a:r>
              <a:rPr lang="zh-CN" altLang="zh-CN" b="1" kern="1200" dirty="0"/>
              <a:t>（又</a:t>
            </a:r>
            <a:r>
              <a:rPr lang="zh-CN" altLang="en-US" b="1" kern="1200" dirty="0"/>
              <a:t>叫</a:t>
            </a:r>
            <a:r>
              <a:rPr lang="zh-CN" altLang="zh-CN" b="1" kern="1200" dirty="0">
                <a:solidFill>
                  <a:srgbClr val="C00000"/>
                </a:solidFill>
              </a:rPr>
              <a:t>地址表</a:t>
            </a:r>
            <a:r>
              <a:rPr lang="zh-CN" altLang="zh-CN" b="1" kern="1200" dirty="0"/>
              <a:t>）是通过</a:t>
            </a:r>
            <a:r>
              <a:rPr lang="zh-CN" altLang="zh-CN" b="1" kern="1200" dirty="0">
                <a:solidFill>
                  <a:srgbClr val="C00000"/>
                </a:solidFill>
              </a:rPr>
              <a:t>自学习</a:t>
            </a:r>
            <a:r>
              <a:rPr lang="zh-CN" altLang="zh-CN" b="1" kern="1200" dirty="0"/>
              <a:t>算法自动地逐渐建立起来的。</a:t>
            </a:r>
            <a:endParaRPr lang="en-US" altLang="zh-CN" b="1" kern="1200" dirty="0"/>
          </a:p>
          <a:p>
            <a:r>
              <a:rPr lang="zh-CN" altLang="zh-CN" sz="3200" b="1" kern="1200" dirty="0" smtClean="0">
                <a:solidFill>
                  <a:srgbClr val="4D4D4D"/>
                </a:solidFill>
              </a:rPr>
              <a:t>开始</a:t>
            </a:r>
            <a:r>
              <a:rPr lang="zh-CN" altLang="en-US" sz="3200" b="1" kern="1200" dirty="0">
                <a:solidFill>
                  <a:srgbClr val="4D4D4D"/>
                </a:solidFill>
              </a:rPr>
              <a:t>时</a:t>
            </a:r>
            <a:r>
              <a:rPr lang="zh-CN" altLang="zh-CN" sz="3200" b="1" kern="1200" dirty="0">
                <a:solidFill>
                  <a:srgbClr val="4D4D4D"/>
                </a:solidFill>
              </a:rPr>
              <a:t>，以太网交换机里面的交换表是空的</a:t>
            </a:r>
            <a:r>
              <a:rPr lang="zh-CN" altLang="en-US" sz="3200" b="1" kern="1200" dirty="0">
                <a:solidFill>
                  <a:srgbClr val="4D4D4D"/>
                </a:solidFill>
              </a:rPr>
              <a:t>。</a:t>
            </a:r>
          </a:p>
        </p:txBody>
      </p:sp>
      <p:sp>
        <p:nvSpPr>
          <p:cNvPr id="112642" name="标题 1"/>
          <p:cNvSpPr>
            <a:spLocks noGrp="1" noChangeArrowheads="1"/>
          </p:cNvSpPr>
          <p:nvPr>
            <p:ph type="title"/>
          </p:nvPr>
        </p:nvSpPr>
        <p:spPr/>
        <p:txBody>
          <a:bodyPr/>
          <a:lstStyle/>
          <a:p>
            <a:r>
              <a:rPr lang="en-US" altLang="zh-CN" dirty="0"/>
              <a:t>3.4.2 </a:t>
            </a:r>
            <a:r>
              <a:rPr lang="zh-CN" altLang="en-US" dirty="0"/>
              <a:t>在数据链路层扩展以太网 </a:t>
            </a:r>
            <a:endParaRPr lang="zh-CN" altLang="en-US" sz="4000" dirty="0">
              <a:solidFill>
                <a:srgbClr val="FFFFFF"/>
              </a:solidFill>
            </a:endParaRPr>
          </a:p>
        </p:txBody>
      </p:sp>
      <p:grpSp>
        <p:nvGrpSpPr>
          <p:cNvPr id="112644" name="组合 40"/>
          <p:cNvGrpSpPr>
            <a:grpSpLocks/>
          </p:cNvGrpSpPr>
          <p:nvPr/>
        </p:nvGrpSpPr>
        <p:grpSpPr bwMode="auto">
          <a:xfrm>
            <a:off x="2497133" y="3501802"/>
            <a:ext cx="5974337" cy="3024336"/>
            <a:chOff x="2431625" y="2384921"/>
            <a:chExt cx="4853404" cy="3275663"/>
          </a:xfrm>
        </p:grpSpPr>
        <p:sp>
          <p:nvSpPr>
            <p:cNvPr id="4" name="矩形 3">
              <a:extLst>
                <a:ext uri="{FF2B5EF4-FFF2-40B4-BE49-F238E27FC236}">
                  <a16:creationId xmlns="" xmlns:a16="http://schemas.microsoft.com/office/drawing/2014/main" id="{75376152-D5A3-4EA9-8E70-20D890AAAFDF}"/>
                </a:ext>
              </a:extLst>
            </p:cNvPr>
            <p:cNvSpPr/>
            <p:nvPr/>
          </p:nvSpPr>
          <p:spPr>
            <a:xfrm>
              <a:off x="3453062" y="2996579"/>
              <a:ext cx="2867799" cy="2664005"/>
            </a:xfrm>
            <a:prstGeom prst="rect">
              <a:avLst/>
            </a:prstGeom>
            <a:solidFill>
              <a:srgbClr val="FF99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b="1" dirty="0">
                  <a:solidFill>
                    <a:srgbClr val="111111"/>
                  </a:solidFill>
                </a:rPr>
                <a:t> </a:t>
              </a:r>
              <a:endParaRPr lang="zh-CN" altLang="en-US" b="1" dirty="0">
                <a:solidFill>
                  <a:srgbClr val="111111"/>
                </a:solidFill>
              </a:endParaRPr>
            </a:p>
          </p:txBody>
        </p:sp>
        <p:sp>
          <p:nvSpPr>
            <p:cNvPr id="5" name="Rectangle 44">
              <a:extLst>
                <a:ext uri="{FF2B5EF4-FFF2-40B4-BE49-F238E27FC236}">
                  <a16:creationId xmlns="" xmlns:a16="http://schemas.microsoft.com/office/drawing/2014/main" id="{D30897C2-7A52-4126-A6D1-E6D5FEE27E88}"/>
                </a:ext>
              </a:extLst>
            </p:cNvPr>
            <p:cNvSpPr>
              <a:spLocks noChangeArrowheads="1"/>
            </p:cNvSpPr>
            <p:nvPr/>
          </p:nvSpPr>
          <p:spPr bwMode="auto">
            <a:xfrm>
              <a:off x="3575133" y="4150580"/>
              <a:ext cx="2601306" cy="1439491"/>
            </a:xfrm>
            <a:prstGeom prst="rect">
              <a:avLst/>
            </a:prstGeom>
            <a:solidFill>
              <a:schemeClr val="bg1"/>
            </a:solidFill>
            <a:ln w="9525">
              <a:solidFill>
                <a:schemeClr val="tx1"/>
              </a:solidFill>
              <a:miter lim="800000"/>
              <a:headEnd/>
              <a:tailEnd/>
            </a:ln>
          </p:spPr>
          <p:txBody>
            <a:bodyPr wrap="none" anchor="ctr"/>
            <a:lstStyle/>
            <a:p>
              <a:pPr>
                <a:defRPr/>
              </a:pPr>
              <a:endParaRPr lang="zh-CN" altLang="en-US" b="1">
                <a:solidFill>
                  <a:srgbClr val="111111"/>
                </a:solidFill>
                <a:latin typeface="+mn-lt"/>
                <a:ea typeface="黑体" pitchFamily="2" charset="-122"/>
              </a:endParaRPr>
            </a:p>
          </p:txBody>
        </p:sp>
        <p:cxnSp>
          <p:nvCxnSpPr>
            <p:cNvPr id="6" name="直接连接符 5">
              <a:extLst>
                <a:ext uri="{FF2B5EF4-FFF2-40B4-BE49-F238E27FC236}">
                  <a16:creationId xmlns="" xmlns:a16="http://schemas.microsoft.com/office/drawing/2014/main" id="{99336F5B-62DF-45C5-B25E-D597F9DBEB72}"/>
                </a:ext>
              </a:extLst>
            </p:cNvPr>
            <p:cNvCxnSpPr>
              <a:stCxn id="27" idx="3"/>
            </p:cNvCxnSpPr>
            <p:nvPr/>
          </p:nvCxnSpPr>
          <p:spPr>
            <a:xfrm>
              <a:off x="6265838" y="3630023"/>
              <a:ext cx="488288" cy="1387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 xmlns:a16="http://schemas.microsoft.com/office/drawing/2014/main" id="{D4EFC492-FFBA-48BA-8611-FDE069492EAD}"/>
                </a:ext>
              </a:extLst>
            </p:cNvPr>
            <p:cNvCxnSpPr>
              <a:endCxn id="24" idx="1"/>
            </p:cNvCxnSpPr>
            <p:nvPr/>
          </p:nvCxnSpPr>
          <p:spPr>
            <a:xfrm flipV="1">
              <a:off x="2947586" y="3630023"/>
              <a:ext cx="505480" cy="1387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 xmlns:a16="http://schemas.microsoft.com/office/drawing/2014/main" id="{20C38DFC-D269-4FE7-A6A4-A7C74EDB2A0D}"/>
                </a:ext>
              </a:extLst>
            </p:cNvPr>
            <p:cNvCxnSpPr>
              <a:stCxn id="30" idx="3"/>
            </p:cNvCxnSpPr>
            <p:nvPr/>
          </p:nvCxnSpPr>
          <p:spPr>
            <a:xfrm flipV="1">
              <a:off x="6265838" y="3120412"/>
              <a:ext cx="558780" cy="1226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 xmlns:a16="http://schemas.microsoft.com/office/drawing/2014/main" id="{E8BA9F5A-44A1-4BAC-BE3E-A7BA282DAAFD}"/>
                </a:ext>
              </a:extLst>
            </p:cNvPr>
            <p:cNvCxnSpPr>
              <a:endCxn id="21" idx="1"/>
            </p:cNvCxnSpPr>
            <p:nvPr/>
          </p:nvCxnSpPr>
          <p:spPr>
            <a:xfrm>
              <a:off x="3019797" y="3120411"/>
              <a:ext cx="433269" cy="1226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49">
              <a:extLst>
                <a:ext uri="{FF2B5EF4-FFF2-40B4-BE49-F238E27FC236}">
                  <a16:creationId xmlns="" xmlns:a16="http://schemas.microsoft.com/office/drawing/2014/main" id="{CFDC6F69-9D0B-4C99-9107-E5942DD24B84}"/>
                </a:ext>
              </a:extLst>
            </p:cNvPr>
            <p:cNvSpPr>
              <a:spLocks noChangeArrowheads="1"/>
            </p:cNvSpPr>
            <p:nvPr/>
          </p:nvSpPr>
          <p:spPr bwMode="auto">
            <a:xfrm>
              <a:off x="3523554" y="4116191"/>
              <a:ext cx="2652885" cy="741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83527" tIns="41031" rIns="83527" bIns="41031">
              <a:spAutoFit/>
            </a:bodyPr>
            <a:lstStyle/>
            <a:p>
              <a:pPr defTabSz="837330">
                <a:lnSpc>
                  <a:spcPct val="115000"/>
                </a:lnSpc>
                <a:defRPr/>
              </a:pPr>
              <a:r>
                <a:rPr kumimoji="1" lang="en-US" altLang="zh-CN" sz="1600" b="1" dirty="0" smtClean="0">
                  <a:solidFill>
                    <a:srgbClr val="111111"/>
                  </a:solidFill>
                  <a:latin typeface="+mn-lt"/>
                  <a:ea typeface="黑体" pitchFamily="2" charset="-122"/>
                </a:rPr>
                <a:t>  MAC</a:t>
              </a:r>
              <a:r>
                <a:rPr kumimoji="1" lang="zh-CN" altLang="en-US" sz="1600" b="1" dirty="0">
                  <a:solidFill>
                    <a:srgbClr val="111111"/>
                  </a:solidFill>
                  <a:latin typeface="+mn-lt"/>
                  <a:ea typeface="黑体" pitchFamily="2" charset="-122"/>
                </a:rPr>
                <a:t>地址   </a:t>
              </a:r>
              <a:r>
                <a:rPr kumimoji="1" lang="zh-CN" altLang="en-US" sz="1600" b="1" dirty="0" smtClean="0">
                  <a:solidFill>
                    <a:srgbClr val="111111"/>
                  </a:solidFill>
                  <a:latin typeface="+mn-lt"/>
                  <a:ea typeface="黑体" pitchFamily="2" charset="-122"/>
                </a:rPr>
                <a:t> 接口    </a:t>
              </a:r>
              <a:r>
                <a:rPr kumimoji="1" lang="zh-CN" altLang="en-US" sz="1600" b="1" dirty="0">
                  <a:solidFill>
                    <a:srgbClr val="111111"/>
                  </a:solidFill>
                  <a:latin typeface="+mn-lt"/>
                  <a:ea typeface="黑体" pitchFamily="2" charset="-122"/>
                </a:rPr>
                <a:t>有效时间</a:t>
              </a:r>
            </a:p>
            <a:p>
              <a:pPr defTabSz="837330">
                <a:lnSpc>
                  <a:spcPct val="115000"/>
                </a:lnSpc>
                <a:defRPr/>
              </a:pPr>
              <a:r>
                <a:rPr kumimoji="1" lang="zh-CN" altLang="en-US" b="1" dirty="0">
                  <a:solidFill>
                    <a:srgbClr val="111111"/>
                  </a:solidFill>
                  <a:latin typeface="+mn-lt"/>
                  <a:ea typeface="黑体" pitchFamily="2" charset="-122"/>
                </a:rPr>
                <a:t>   </a:t>
              </a:r>
              <a:endParaRPr kumimoji="1" lang="en-US" altLang="zh-CN" b="1" baseline="-25000" dirty="0">
                <a:solidFill>
                  <a:srgbClr val="111111"/>
                </a:solidFill>
                <a:latin typeface="+mn-lt"/>
                <a:ea typeface="黑体" pitchFamily="2" charset="-122"/>
              </a:endParaRPr>
            </a:p>
          </p:txBody>
        </p:sp>
        <p:sp>
          <p:nvSpPr>
            <p:cNvPr id="11" name="Rectangle 24">
              <a:extLst>
                <a:ext uri="{FF2B5EF4-FFF2-40B4-BE49-F238E27FC236}">
                  <a16:creationId xmlns="" xmlns:a16="http://schemas.microsoft.com/office/drawing/2014/main" id="{E05F90BB-4E7E-485A-AFA9-14BC8463F542}"/>
                </a:ext>
              </a:extLst>
            </p:cNvPr>
            <p:cNvSpPr>
              <a:spLocks noChangeArrowheads="1"/>
            </p:cNvSpPr>
            <p:nvPr/>
          </p:nvSpPr>
          <p:spPr bwMode="auto">
            <a:xfrm>
              <a:off x="3944783" y="2384921"/>
              <a:ext cx="1770045" cy="52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zh-CN" altLang="en-US" sz="2600" b="1" dirty="0">
                  <a:solidFill>
                    <a:srgbClr val="111111"/>
                  </a:solidFill>
                  <a:latin typeface="黑体" pitchFamily="2" charset="-122"/>
                  <a:ea typeface="黑体" pitchFamily="2" charset="-122"/>
                </a:rPr>
                <a:t>以太网交换机</a:t>
              </a:r>
              <a:endParaRPr kumimoji="1" lang="en-US" altLang="zh-CN" sz="2600" b="1" dirty="0">
                <a:solidFill>
                  <a:srgbClr val="111111"/>
                </a:solidFill>
                <a:latin typeface="黑体" pitchFamily="2" charset="-122"/>
                <a:ea typeface="黑体" pitchFamily="2" charset="-122"/>
              </a:endParaRPr>
            </a:p>
          </p:txBody>
        </p:sp>
        <p:pic>
          <p:nvPicPr>
            <p:cNvPr id="112653"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0741" y="2852973"/>
              <a:ext cx="468313"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34">
              <a:extLst>
                <a:ext uri="{FF2B5EF4-FFF2-40B4-BE49-F238E27FC236}">
                  <a16:creationId xmlns="" xmlns:a16="http://schemas.microsoft.com/office/drawing/2014/main" id="{C049225C-990A-4198-B6DA-872A0339C6C3}"/>
                </a:ext>
              </a:extLst>
            </p:cNvPr>
            <p:cNvSpPr>
              <a:spLocks noChangeArrowheads="1"/>
            </p:cNvSpPr>
            <p:nvPr/>
          </p:nvSpPr>
          <p:spPr bwMode="auto">
            <a:xfrm>
              <a:off x="2431625" y="2805679"/>
              <a:ext cx="232100" cy="389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b="1" dirty="0">
                  <a:solidFill>
                    <a:srgbClr val="111111"/>
                  </a:solidFill>
                  <a:latin typeface="+mn-lt"/>
                  <a:ea typeface="黑体" pitchFamily="2" charset="-122"/>
                </a:rPr>
                <a:t>A</a:t>
              </a:r>
              <a:endParaRPr kumimoji="1" lang="en-US" altLang="zh-CN" b="1" baseline="-25000" dirty="0">
                <a:solidFill>
                  <a:srgbClr val="111111"/>
                </a:solidFill>
                <a:latin typeface="+mn-lt"/>
                <a:ea typeface="黑体" pitchFamily="2" charset="-122"/>
              </a:endParaRPr>
            </a:p>
          </p:txBody>
        </p:sp>
        <p:sp>
          <p:nvSpPr>
            <p:cNvPr id="17" name="Line 50">
              <a:extLst>
                <a:ext uri="{FF2B5EF4-FFF2-40B4-BE49-F238E27FC236}">
                  <a16:creationId xmlns="" xmlns:a16="http://schemas.microsoft.com/office/drawing/2014/main" id="{B7B38B2C-0F71-428E-AE47-44AD78F3AB66}"/>
                </a:ext>
              </a:extLst>
            </p:cNvPr>
            <p:cNvSpPr>
              <a:spLocks noChangeShapeType="1"/>
            </p:cNvSpPr>
            <p:nvPr/>
          </p:nvSpPr>
          <p:spPr bwMode="auto">
            <a:xfrm>
              <a:off x="4510434" y="4150580"/>
              <a:ext cx="0" cy="14394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solidFill>
                  <a:srgbClr val="111111"/>
                </a:solidFill>
                <a:latin typeface="+mn-lt"/>
                <a:ea typeface="黑体" pitchFamily="2" charset="-122"/>
              </a:endParaRPr>
            </a:p>
          </p:txBody>
        </p:sp>
        <p:grpSp>
          <p:nvGrpSpPr>
            <p:cNvPr id="112656" name="组合 36"/>
            <p:cNvGrpSpPr>
              <a:grpSpLocks/>
            </p:cNvGrpSpPr>
            <p:nvPr/>
          </p:nvGrpSpPr>
          <p:grpSpPr bwMode="auto">
            <a:xfrm>
              <a:off x="3575141" y="4437298"/>
              <a:ext cx="2601995" cy="863600"/>
              <a:chOff x="3575141" y="4437298"/>
              <a:chExt cx="1439863" cy="863600"/>
            </a:xfrm>
          </p:grpSpPr>
          <p:sp>
            <p:nvSpPr>
              <p:cNvPr id="14" name="Line 45">
                <a:extLst>
                  <a:ext uri="{FF2B5EF4-FFF2-40B4-BE49-F238E27FC236}">
                    <a16:creationId xmlns="" xmlns:a16="http://schemas.microsoft.com/office/drawing/2014/main" id="{E846830E-FF7B-4DEF-8E08-48A47E80FE54}"/>
                  </a:ext>
                </a:extLst>
              </p:cNvPr>
              <p:cNvSpPr>
                <a:spLocks noChangeShapeType="1"/>
              </p:cNvSpPr>
              <p:nvPr/>
            </p:nvSpPr>
            <p:spPr bwMode="auto">
              <a:xfrm>
                <a:off x="3575137" y="4437790"/>
                <a:ext cx="143948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solidFill>
                    <a:srgbClr val="111111"/>
                  </a:solidFill>
                  <a:latin typeface="+mn-lt"/>
                  <a:ea typeface="黑体" pitchFamily="2" charset="-122"/>
                </a:endParaRPr>
              </a:p>
            </p:txBody>
          </p:sp>
          <p:sp>
            <p:nvSpPr>
              <p:cNvPr id="15" name="Line 46">
                <a:extLst>
                  <a:ext uri="{FF2B5EF4-FFF2-40B4-BE49-F238E27FC236}">
                    <a16:creationId xmlns="" xmlns:a16="http://schemas.microsoft.com/office/drawing/2014/main" id="{CFFC83DE-97B7-40E1-B851-A43E2B077E04}"/>
                  </a:ext>
                </a:extLst>
              </p:cNvPr>
              <p:cNvSpPr>
                <a:spLocks noChangeShapeType="1"/>
              </p:cNvSpPr>
              <p:nvPr/>
            </p:nvSpPr>
            <p:spPr bwMode="auto">
              <a:xfrm>
                <a:off x="3575137" y="4725001"/>
                <a:ext cx="143948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solidFill>
                    <a:srgbClr val="111111"/>
                  </a:solidFill>
                  <a:latin typeface="+mn-lt"/>
                  <a:ea typeface="黑体" pitchFamily="2" charset="-122"/>
                </a:endParaRPr>
              </a:p>
            </p:txBody>
          </p:sp>
          <p:sp>
            <p:nvSpPr>
              <p:cNvPr id="16" name="Line 47">
                <a:extLst>
                  <a:ext uri="{FF2B5EF4-FFF2-40B4-BE49-F238E27FC236}">
                    <a16:creationId xmlns="" xmlns:a16="http://schemas.microsoft.com/office/drawing/2014/main" id="{C4034CFB-21FE-42DD-9A0D-70EF1BB9EDB8}"/>
                  </a:ext>
                </a:extLst>
              </p:cNvPr>
              <p:cNvSpPr>
                <a:spLocks noChangeShapeType="1"/>
              </p:cNvSpPr>
              <p:nvPr/>
            </p:nvSpPr>
            <p:spPr bwMode="auto">
              <a:xfrm>
                <a:off x="3575137" y="5012211"/>
                <a:ext cx="1439482" cy="17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solidFill>
                    <a:srgbClr val="111111"/>
                  </a:solidFill>
                  <a:latin typeface="+mn-lt"/>
                  <a:ea typeface="黑体" pitchFamily="2" charset="-122"/>
                </a:endParaRPr>
              </a:p>
            </p:txBody>
          </p:sp>
          <p:sp>
            <p:nvSpPr>
              <p:cNvPr id="18" name="Line 66">
                <a:extLst>
                  <a:ext uri="{FF2B5EF4-FFF2-40B4-BE49-F238E27FC236}">
                    <a16:creationId xmlns="" xmlns:a16="http://schemas.microsoft.com/office/drawing/2014/main" id="{593E88B8-B945-457C-8310-EC72F6DC55B5}"/>
                  </a:ext>
                </a:extLst>
              </p:cNvPr>
              <p:cNvSpPr>
                <a:spLocks noChangeShapeType="1"/>
              </p:cNvSpPr>
              <p:nvPr/>
            </p:nvSpPr>
            <p:spPr bwMode="auto">
              <a:xfrm>
                <a:off x="3575137" y="5299421"/>
                <a:ext cx="1439482" cy="17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solidFill>
                    <a:srgbClr val="111111"/>
                  </a:solidFill>
                  <a:latin typeface="+mn-lt"/>
                  <a:ea typeface="黑体" pitchFamily="2" charset="-122"/>
                </a:endParaRPr>
              </a:p>
            </p:txBody>
          </p:sp>
        </p:grpSp>
        <p:grpSp>
          <p:nvGrpSpPr>
            <p:cNvPr id="112657" name="组合 57"/>
            <p:cNvGrpSpPr>
              <a:grpSpLocks/>
            </p:cNvGrpSpPr>
            <p:nvPr/>
          </p:nvGrpSpPr>
          <p:grpSpPr bwMode="auto">
            <a:xfrm>
              <a:off x="3453066" y="3048177"/>
              <a:ext cx="287125" cy="389767"/>
              <a:chOff x="2267903" y="1248064"/>
              <a:chExt cx="287819" cy="389767"/>
            </a:xfrm>
          </p:grpSpPr>
          <p:sp>
            <p:nvSpPr>
              <p:cNvPr id="20" name="矩形 19">
                <a:extLst>
                  <a:ext uri="{FF2B5EF4-FFF2-40B4-BE49-F238E27FC236}">
                    <a16:creationId xmlns="" xmlns:a16="http://schemas.microsoft.com/office/drawing/2014/main" id="{E4491A80-9707-43D0-A50A-20EBD085BD03}"/>
                  </a:ext>
                </a:extLst>
              </p:cNvPr>
              <p:cNvSpPr/>
              <p:nvPr/>
            </p:nvSpPr>
            <p:spPr>
              <a:xfrm>
                <a:off x="2267903" y="1339212"/>
                <a:ext cx="287819" cy="216698"/>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dirty="0">
                  <a:ln>
                    <a:prstDash val="solid"/>
                  </a:ln>
                  <a:solidFill>
                    <a:srgbClr val="111111"/>
                  </a:solidFill>
                  <a:effectLst>
                    <a:outerShdw blurRad="88000" dist="50800" dir="5040000" algn="tl">
                      <a:schemeClr val="accent4">
                        <a:tint val="80000"/>
                        <a:satMod val="250000"/>
                        <a:alpha val="45000"/>
                      </a:schemeClr>
                    </a:outerShdw>
                  </a:effectLst>
                </a:endParaRPr>
              </a:p>
            </p:txBody>
          </p:sp>
          <p:sp>
            <p:nvSpPr>
              <p:cNvPr id="21" name="Rectangle 40">
                <a:extLst>
                  <a:ext uri="{FF2B5EF4-FFF2-40B4-BE49-F238E27FC236}">
                    <a16:creationId xmlns="" xmlns:a16="http://schemas.microsoft.com/office/drawing/2014/main" id="{B7109654-27E9-4CF4-B142-70EBC5065378}"/>
                  </a:ext>
                </a:extLst>
              </p:cNvPr>
              <p:cNvSpPr>
                <a:spLocks noChangeArrowheads="1"/>
              </p:cNvSpPr>
              <p:nvPr/>
            </p:nvSpPr>
            <p:spPr bwMode="auto">
              <a:xfrm>
                <a:off x="2267903" y="1248064"/>
                <a:ext cx="232661" cy="389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b="1" dirty="0">
                    <a:solidFill>
                      <a:srgbClr val="111111"/>
                    </a:solidFill>
                    <a:latin typeface="+mn-lt"/>
                    <a:ea typeface="黑体" pitchFamily="2" charset="-122"/>
                  </a:rPr>
                  <a:t>1</a:t>
                </a:r>
                <a:endParaRPr kumimoji="1" lang="en-US" altLang="zh-CN" b="1" baseline="-25000" dirty="0">
                  <a:solidFill>
                    <a:srgbClr val="111111"/>
                  </a:solidFill>
                  <a:latin typeface="+mn-lt"/>
                  <a:ea typeface="黑体" pitchFamily="2" charset="-122"/>
                </a:endParaRPr>
              </a:p>
            </p:txBody>
          </p:sp>
        </p:grpSp>
        <p:grpSp>
          <p:nvGrpSpPr>
            <p:cNvPr id="112658" name="组合 58"/>
            <p:cNvGrpSpPr>
              <a:grpSpLocks/>
            </p:cNvGrpSpPr>
            <p:nvPr/>
          </p:nvGrpSpPr>
          <p:grpSpPr bwMode="auto">
            <a:xfrm>
              <a:off x="3453066" y="3435140"/>
              <a:ext cx="287125" cy="389767"/>
              <a:chOff x="2267903" y="1247611"/>
              <a:chExt cx="287819" cy="390962"/>
            </a:xfrm>
          </p:grpSpPr>
          <p:sp>
            <p:nvSpPr>
              <p:cNvPr id="23" name="矩形 22">
                <a:extLst>
                  <a:ext uri="{FF2B5EF4-FFF2-40B4-BE49-F238E27FC236}">
                    <a16:creationId xmlns="" xmlns:a16="http://schemas.microsoft.com/office/drawing/2014/main" id="{46004D0D-5A1B-4597-B260-BA311534D835}"/>
                  </a:ext>
                </a:extLst>
              </p:cNvPr>
              <p:cNvSpPr/>
              <p:nvPr/>
            </p:nvSpPr>
            <p:spPr>
              <a:xfrm>
                <a:off x="2267903" y="1340761"/>
                <a:ext cx="287819" cy="2173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dirty="0">
                  <a:ln>
                    <a:prstDash val="solid"/>
                  </a:ln>
                  <a:solidFill>
                    <a:srgbClr val="111111"/>
                  </a:solidFill>
                  <a:effectLst>
                    <a:outerShdw blurRad="88000" dist="50800" dir="5040000" algn="tl">
                      <a:schemeClr val="accent4">
                        <a:tint val="80000"/>
                        <a:satMod val="250000"/>
                        <a:alpha val="45000"/>
                      </a:schemeClr>
                    </a:outerShdw>
                  </a:effectLst>
                </a:endParaRPr>
              </a:p>
            </p:txBody>
          </p:sp>
          <p:sp>
            <p:nvSpPr>
              <p:cNvPr id="24" name="Rectangle 40">
                <a:extLst>
                  <a:ext uri="{FF2B5EF4-FFF2-40B4-BE49-F238E27FC236}">
                    <a16:creationId xmlns="" xmlns:a16="http://schemas.microsoft.com/office/drawing/2014/main" id="{86C5E918-7D9C-4540-8578-A86BBD568BF2}"/>
                  </a:ext>
                </a:extLst>
              </p:cNvPr>
              <p:cNvSpPr>
                <a:spLocks noChangeArrowheads="1"/>
              </p:cNvSpPr>
              <p:nvPr/>
            </p:nvSpPr>
            <p:spPr bwMode="auto">
              <a:xfrm>
                <a:off x="2267903" y="1247611"/>
                <a:ext cx="232661" cy="390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b="1" dirty="0">
                    <a:solidFill>
                      <a:srgbClr val="111111"/>
                    </a:solidFill>
                    <a:latin typeface="+mn-lt"/>
                    <a:ea typeface="黑体" pitchFamily="2" charset="-122"/>
                  </a:rPr>
                  <a:t>2</a:t>
                </a:r>
                <a:endParaRPr kumimoji="1" lang="en-US" altLang="zh-CN" b="1" baseline="-25000" dirty="0">
                  <a:solidFill>
                    <a:srgbClr val="111111"/>
                  </a:solidFill>
                  <a:latin typeface="+mn-lt"/>
                  <a:ea typeface="黑体" pitchFamily="2" charset="-122"/>
                </a:endParaRPr>
              </a:p>
            </p:txBody>
          </p:sp>
        </p:grpSp>
        <p:grpSp>
          <p:nvGrpSpPr>
            <p:cNvPr id="112659" name="组合 61"/>
            <p:cNvGrpSpPr>
              <a:grpSpLocks/>
            </p:cNvGrpSpPr>
            <p:nvPr/>
          </p:nvGrpSpPr>
          <p:grpSpPr bwMode="auto">
            <a:xfrm>
              <a:off x="6033739" y="3435140"/>
              <a:ext cx="288843" cy="389767"/>
              <a:chOff x="2268359" y="1247611"/>
              <a:chExt cx="287950" cy="390962"/>
            </a:xfrm>
          </p:grpSpPr>
          <p:sp>
            <p:nvSpPr>
              <p:cNvPr id="26" name="矩形 25">
                <a:extLst>
                  <a:ext uri="{FF2B5EF4-FFF2-40B4-BE49-F238E27FC236}">
                    <a16:creationId xmlns="" xmlns:a16="http://schemas.microsoft.com/office/drawing/2014/main" id="{5FA3AA04-381F-49FB-B9B4-371C143CAD7A}"/>
                  </a:ext>
                </a:extLst>
              </p:cNvPr>
              <p:cNvSpPr/>
              <p:nvPr/>
            </p:nvSpPr>
            <p:spPr>
              <a:xfrm>
                <a:off x="2268359" y="1340761"/>
                <a:ext cx="287950" cy="2173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dirty="0">
                  <a:ln>
                    <a:prstDash val="solid"/>
                  </a:ln>
                  <a:solidFill>
                    <a:srgbClr val="111111"/>
                  </a:solidFill>
                  <a:effectLst>
                    <a:outerShdw blurRad="88000" dist="50800" dir="5040000" algn="tl">
                      <a:schemeClr val="accent4">
                        <a:tint val="80000"/>
                        <a:satMod val="250000"/>
                        <a:alpha val="45000"/>
                      </a:schemeClr>
                    </a:outerShdw>
                  </a:effectLst>
                </a:endParaRPr>
              </a:p>
            </p:txBody>
          </p:sp>
          <p:sp>
            <p:nvSpPr>
              <p:cNvPr id="27" name="Rectangle 40">
                <a:extLst>
                  <a:ext uri="{FF2B5EF4-FFF2-40B4-BE49-F238E27FC236}">
                    <a16:creationId xmlns="" xmlns:a16="http://schemas.microsoft.com/office/drawing/2014/main" id="{51A75097-ACE2-43A7-B1DF-6E21DF4B94D5}"/>
                  </a:ext>
                </a:extLst>
              </p:cNvPr>
              <p:cNvSpPr>
                <a:spLocks noChangeArrowheads="1"/>
              </p:cNvSpPr>
              <p:nvPr/>
            </p:nvSpPr>
            <p:spPr bwMode="auto">
              <a:xfrm>
                <a:off x="2268359" y="1247611"/>
                <a:ext cx="231382" cy="390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b="1" dirty="0">
                    <a:solidFill>
                      <a:srgbClr val="111111"/>
                    </a:solidFill>
                    <a:latin typeface="+mn-lt"/>
                    <a:ea typeface="黑体" pitchFamily="2" charset="-122"/>
                  </a:rPr>
                  <a:t>4</a:t>
                </a:r>
                <a:endParaRPr kumimoji="1" lang="en-US" altLang="zh-CN" b="1" baseline="-25000" dirty="0">
                  <a:solidFill>
                    <a:srgbClr val="111111"/>
                  </a:solidFill>
                  <a:latin typeface="+mn-lt"/>
                  <a:ea typeface="黑体" pitchFamily="2" charset="-122"/>
                </a:endParaRPr>
              </a:p>
            </p:txBody>
          </p:sp>
        </p:grpSp>
        <p:grpSp>
          <p:nvGrpSpPr>
            <p:cNvPr id="112660" name="组合 64"/>
            <p:cNvGrpSpPr>
              <a:grpSpLocks/>
            </p:cNvGrpSpPr>
            <p:nvPr/>
          </p:nvGrpSpPr>
          <p:grpSpPr bwMode="auto">
            <a:xfrm>
              <a:off x="6033739" y="3048180"/>
              <a:ext cx="288843" cy="389767"/>
              <a:chOff x="2268359" y="1248100"/>
              <a:chExt cx="287950" cy="389117"/>
            </a:xfrm>
          </p:grpSpPr>
          <p:sp>
            <p:nvSpPr>
              <p:cNvPr id="29" name="矩形 28">
                <a:extLst>
                  <a:ext uri="{FF2B5EF4-FFF2-40B4-BE49-F238E27FC236}">
                    <a16:creationId xmlns="" xmlns:a16="http://schemas.microsoft.com/office/drawing/2014/main" id="{8C3C37F3-03B6-4193-8027-1CC81008D63F}"/>
                  </a:ext>
                </a:extLst>
              </p:cNvPr>
              <p:cNvSpPr/>
              <p:nvPr/>
            </p:nvSpPr>
            <p:spPr>
              <a:xfrm>
                <a:off x="2268359" y="1339094"/>
                <a:ext cx="287950" cy="218053"/>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dirty="0">
                  <a:ln>
                    <a:prstDash val="solid"/>
                  </a:ln>
                  <a:solidFill>
                    <a:srgbClr val="111111"/>
                  </a:solidFill>
                  <a:effectLst>
                    <a:outerShdw blurRad="88000" dist="50800" dir="5040000" algn="tl">
                      <a:schemeClr val="accent4">
                        <a:tint val="80000"/>
                        <a:satMod val="250000"/>
                        <a:alpha val="45000"/>
                      </a:schemeClr>
                    </a:outerShdw>
                  </a:effectLst>
                </a:endParaRPr>
              </a:p>
            </p:txBody>
          </p:sp>
          <p:sp>
            <p:nvSpPr>
              <p:cNvPr id="30" name="Rectangle 40">
                <a:extLst>
                  <a:ext uri="{FF2B5EF4-FFF2-40B4-BE49-F238E27FC236}">
                    <a16:creationId xmlns="" xmlns:a16="http://schemas.microsoft.com/office/drawing/2014/main" id="{485A14DB-6CCB-4216-AD54-C7A64AE1730D}"/>
                  </a:ext>
                </a:extLst>
              </p:cNvPr>
              <p:cNvSpPr>
                <a:spLocks noChangeArrowheads="1"/>
              </p:cNvSpPr>
              <p:nvPr/>
            </p:nvSpPr>
            <p:spPr bwMode="auto">
              <a:xfrm>
                <a:off x="2268359" y="1248100"/>
                <a:ext cx="231382" cy="389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b="1" dirty="0">
                    <a:solidFill>
                      <a:srgbClr val="111111"/>
                    </a:solidFill>
                    <a:latin typeface="+mn-lt"/>
                    <a:ea typeface="黑体" pitchFamily="2" charset="-122"/>
                  </a:rPr>
                  <a:t>3</a:t>
                </a:r>
                <a:endParaRPr kumimoji="1" lang="en-US" altLang="zh-CN" b="1" baseline="-25000" dirty="0">
                  <a:solidFill>
                    <a:srgbClr val="111111"/>
                  </a:solidFill>
                  <a:latin typeface="+mn-lt"/>
                  <a:ea typeface="黑体" pitchFamily="2" charset="-122"/>
                </a:endParaRPr>
              </a:p>
            </p:txBody>
          </p:sp>
        </p:grpSp>
        <p:sp>
          <p:nvSpPr>
            <p:cNvPr id="31" name="Rectangle 24">
              <a:extLst>
                <a:ext uri="{FF2B5EF4-FFF2-40B4-BE49-F238E27FC236}">
                  <a16:creationId xmlns="" xmlns:a16="http://schemas.microsoft.com/office/drawing/2014/main" id="{5EA18E48-086F-461E-9D8A-8B40788041EE}"/>
                </a:ext>
              </a:extLst>
            </p:cNvPr>
            <p:cNvSpPr>
              <a:spLocks noChangeArrowheads="1"/>
            </p:cNvSpPr>
            <p:nvPr/>
          </p:nvSpPr>
          <p:spPr bwMode="auto">
            <a:xfrm>
              <a:off x="4586084" y="3710785"/>
              <a:ext cx="703511" cy="389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zh-CN" altLang="en-US" b="1" dirty="0">
                  <a:solidFill>
                    <a:srgbClr val="111111"/>
                  </a:solidFill>
                  <a:latin typeface="+mn-lt"/>
                  <a:ea typeface="黑体" pitchFamily="2" charset="-122"/>
                </a:rPr>
                <a:t>交换表</a:t>
              </a:r>
              <a:endParaRPr kumimoji="1" lang="en-US" altLang="zh-CN" b="1" dirty="0">
                <a:solidFill>
                  <a:srgbClr val="111111"/>
                </a:solidFill>
                <a:latin typeface="+mn-lt"/>
                <a:ea typeface="黑体" pitchFamily="2" charset="-122"/>
              </a:endParaRPr>
            </a:p>
          </p:txBody>
        </p:sp>
        <p:pic>
          <p:nvPicPr>
            <p:cNvPr id="112662"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09383" y="3500673"/>
              <a:ext cx="4683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Rectangle 34">
              <a:extLst>
                <a:ext uri="{FF2B5EF4-FFF2-40B4-BE49-F238E27FC236}">
                  <a16:creationId xmlns="" xmlns:a16="http://schemas.microsoft.com/office/drawing/2014/main" id="{01B25F47-6671-4837-813E-DA2AD64C9B11}"/>
                </a:ext>
              </a:extLst>
            </p:cNvPr>
            <p:cNvSpPr>
              <a:spLocks noChangeArrowheads="1"/>
            </p:cNvSpPr>
            <p:nvPr/>
          </p:nvSpPr>
          <p:spPr bwMode="auto">
            <a:xfrm>
              <a:off x="7052929" y="3452332"/>
              <a:ext cx="232100" cy="389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b="1" dirty="0">
                  <a:solidFill>
                    <a:srgbClr val="111111"/>
                  </a:solidFill>
                  <a:latin typeface="+mn-lt"/>
                  <a:ea typeface="黑体" pitchFamily="2" charset="-122"/>
                </a:rPr>
                <a:t>D</a:t>
              </a:r>
              <a:endParaRPr kumimoji="1" lang="en-US" altLang="zh-CN" b="1" baseline="-25000" dirty="0">
                <a:solidFill>
                  <a:srgbClr val="111111"/>
                </a:solidFill>
                <a:latin typeface="+mn-lt"/>
                <a:ea typeface="黑体" pitchFamily="2" charset="-122"/>
              </a:endParaRPr>
            </a:p>
          </p:txBody>
        </p:sp>
        <p:pic>
          <p:nvPicPr>
            <p:cNvPr id="112664"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0741" y="3500673"/>
              <a:ext cx="468313"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65"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09383" y="2852973"/>
              <a:ext cx="4683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Rectangle 34">
              <a:extLst>
                <a:ext uri="{FF2B5EF4-FFF2-40B4-BE49-F238E27FC236}">
                  <a16:creationId xmlns="" xmlns:a16="http://schemas.microsoft.com/office/drawing/2014/main" id="{C99B8EC0-DF7C-47C0-804E-591FE5196462}"/>
                </a:ext>
              </a:extLst>
            </p:cNvPr>
            <p:cNvSpPr>
              <a:spLocks noChangeArrowheads="1"/>
            </p:cNvSpPr>
            <p:nvPr/>
          </p:nvSpPr>
          <p:spPr bwMode="auto">
            <a:xfrm>
              <a:off x="7052929" y="2805679"/>
              <a:ext cx="232100" cy="389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b="1" dirty="0">
                  <a:solidFill>
                    <a:srgbClr val="111111"/>
                  </a:solidFill>
                  <a:latin typeface="+mn-lt"/>
                  <a:ea typeface="黑体" pitchFamily="2" charset="-122"/>
                </a:rPr>
                <a:t>B</a:t>
              </a:r>
              <a:endParaRPr kumimoji="1" lang="en-US" altLang="zh-CN" b="1" baseline="-25000" dirty="0">
                <a:solidFill>
                  <a:srgbClr val="111111"/>
                </a:solidFill>
                <a:latin typeface="+mn-lt"/>
                <a:ea typeface="黑体" pitchFamily="2" charset="-122"/>
              </a:endParaRPr>
            </a:p>
          </p:txBody>
        </p:sp>
        <p:sp>
          <p:nvSpPr>
            <p:cNvPr id="38" name="Line 50">
              <a:extLst>
                <a:ext uri="{FF2B5EF4-FFF2-40B4-BE49-F238E27FC236}">
                  <a16:creationId xmlns="" xmlns:a16="http://schemas.microsoft.com/office/drawing/2014/main" id="{7E7640E3-0339-4447-90DE-5B301140C182}"/>
                </a:ext>
              </a:extLst>
            </p:cNvPr>
            <p:cNvSpPr>
              <a:spLocks noChangeShapeType="1"/>
            </p:cNvSpPr>
            <p:nvPr/>
          </p:nvSpPr>
          <p:spPr bwMode="auto">
            <a:xfrm>
              <a:off x="5179118" y="4150580"/>
              <a:ext cx="0" cy="14394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solidFill>
                  <a:srgbClr val="111111"/>
                </a:solidFill>
                <a:latin typeface="+mn-lt"/>
                <a:ea typeface="黑体" pitchFamily="2" charset="-122"/>
              </a:endParaRPr>
            </a:p>
          </p:txBody>
        </p:sp>
        <p:sp>
          <p:nvSpPr>
            <p:cNvPr id="39" name="Rectangle 34">
              <a:extLst>
                <a:ext uri="{FF2B5EF4-FFF2-40B4-BE49-F238E27FC236}">
                  <a16:creationId xmlns="" xmlns:a16="http://schemas.microsoft.com/office/drawing/2014/main" id="{4DA09049-660C-4FC7-9C83-BEBFE09E4728}"/>
                </a:ext>
              </a:extLst>
            </p:cNvPr>
            <p:cNvSpPr>
              <a:spLocks noChangeArrowheads="1"/>
            </p:cNvSpPr>
            <p:nvPr/>
          </p:nvSpPr>
          <p:spPr bwMode="auto">
            <a:xfrm>
              <a:off x="2431625" y="3500487"/>
              <a:ext cx="232100" cy="389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b="1" dirty="0">
                  <a:solidFill>
                    <a:srgbClr val="111111"/>
                  </a:solidFill>
                  <a:latin typeface="+mn-lt"/>
                  <a:ea typeface="黑体" pitchFamily="2" charset="-122"/>
                </a:rPr>
                <a:t>C</a:t>
              </a:r>
              <a:endParaRPr kumimoji="1" lang="en-US" altLang="zh-CN" b="1" baseline="-25000" dirty="0">
                <a:solidFill>
                  <a:srgbClr val="111111"/>
                </a:solidFill>
                <a:latin typeface="+mn-lt"/>
                <a:ea typeface="黑体" pitchFamily="2" charset="-122"/>
              </a:endParaRPr>
            </a:p>
          </p:txBody>
        </p:sp>
      </p:grpSp>
    </p:spTree>
  </p:cSld>
  <p:clrMapOvr>
    <a:masterClrMapping/>
  </p:clrMapOvr>
  <p:transition>
    <p:fade/>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243" name="Rectangle 3">
            <a:extLst>
              <a:ext uri="{FF2B5EF4-FFF2-40B4-BE49-F238E27FC236}">
                <a16:creationId xmlns="" xmlns:a16="http://schemas.microsoft.com/office/drawing/2014/main" id="{089B0ADF-89E9-4CA2-87C7-3F272D0A4645}"/>
              </a:ext>
            </a:extLst>
          </p:cNvPr>
          <p:cNvSpPr>
            <a:spLocks noGrp="1" noChangeArrowheads="1"/>
          </p:cNvSpPr>
          <p:nvPr>
            <p:ph idx="1"/>
          </p:nvPr>
        </p:nvSpPr>
        <p:spPr>
          <a:xfrm>
            <a:off x="442800" y="1267199"/>
            <a:ext cx="11269030" cy="4896000"/>
          </a:xfrm>
        </p:spPr>
        <p:txBody>
          <a:bodyPr/>
          <a:lstStyle/>
          <a:p>
            <a:r>
              <a:rPr lang="zh-CN" altLang="en-US" b="1" dirty="0"/>
              <a:t>交换机</a:t>
            </a:r>
            <a:r>
              <a:rPr lang="zh-CN" altLang="en-US" b="1" dirty="0" smtClean="0"/>
              <a:t>收到一个帧</a:t>
            </a:r>
            <a:r>
              <a:rPr lang="zh-CN" altLang="en-US" b="1" dirty="0"/>
              <a:t>后先进行</a:t>
            </a:r>
            <a:r>
              <a:rPr lang="zh-CN" altLang="en-US" b="1" dirty="0" smtClean="0"/>
              <a:t>自学习：查找</a:t>
            </a:r>
            <a:r>
              <a:rPr lang="zh-CN" altLang="en-US" b="1" dirty="0"/>
              <a:t>交换表</a:t>
            </a:r>
            <a:r>
              <a:rPr lang="zh-CN" altLang="en-US" b="1" dirty="0" smtClean="0"/>
              <a:t>中有没有与收到的帧</a:t>
            </a:r>
            <a:r>
              <a:rPr lang="zh-CN" altLang="en-US" b="1" dirty="0"/>
              <a:t>的</a:t>
            </a:r>
            <a:r>
              <a:rPr lang="zh-CN" altLang="en-US" b="1" dirty="0" smtClean="0"/>
              <a:t>源地址相</a:t>
            </a:r>
            <a:r>
              <a:rPr lang="zh-CN" altLang="en-US" b="1" dirty="0"/>
              <a:t>匹配的项目。</a:t>
            </a:r>
            <a:endParaRPr lang="en-US" altLang="zh-CN" b="1" dirty="0"/>
          </a:p>
          <a:p>
            <a:pPr lvl="1"/>
            <a:r>
              <a:rPr lang="zh-CN" altLang="en-US" b="1" dirty="0"/>
              <a:t>如没有，就在交换表中增加一</a:t>
            </a:r>
            <a:r>
              <a:rPr lang="zh-CN" altLang="en-US" b="1" dirty="0" smtClean="0"/>
              <a:t>个新项目：将源地址写入 </a:t>
            </a:r>
            <a:r>
              <a:rPr lang="en-US" altLang="zh-CN" b="1" dirty="0" smtClean="0"/>
              <a:t>MAC </a:t>
            </a:r>
            <a:r>
              <a:rPr lang="zh-CN" altLang="en-US" b="1" dirty="0" smtClean="0"/>
              <a:t>地址列，将进入</a:t>
            </a:r>
            <a:r>
              <a:rPr lang="zh-CN" altLang="en-US" b="1" dirty="0"/>
              <a:t>的</a:t>
            </a:r>
            <a:r>
              <a:rPr lang="zh-CN" altLang="en-US" b="1" dirty="0" smtClean="0"/>
              <a:t>接口写入接口列，并设置有效时间。</a:t>
            </a:r>
            <a:endParaRPr lang="en-US" altLang="zh-CN" b="1" dirty="0"/>
          </a:p>
          <a:p>
            <a:pPr lvl="1"/>
            <a:r>
              <a:rPr lang="zh-CN" altLang="en-US" b="1" dirty="0"/>
              <a:t>如有，则把原有的项目进行更新</a:t>
            </a:r>
            <a:r>
              <a:rPr lang="zh-CN" altLang="en-US" b="1" dirty="0" smtClean="0"/>
              <a:t>（接口</a:t>
            </a:r>
            <a:r>
              <a:rPr lang="zh-CN" altLang="en-US" b="1" dirty="0"/>
              <a:t>和</a:t>
            </a:r>
            <a:r>
              <a:rPr lang="zh-CN" altLang="en-US" b="1" dirty="0" smtClean="0"/>
              <a:t>有效时间</a:t>
            </a:r>
            <a:r>
              <a:rPr lang="zh-CN" altLang="en-US" b="1" dirty="0"/>
              <a:t>）</a:t>
            </a:r>
            <a:r>
              <a:rPr lang="zh-CN" altLang="en-US" b="1" dirty="0" smtClean="0"/>
              <a:t>。</a:t>
            </a:r>
            <a:endParaRPr lang="zh-CN" altLang="en-US" b="1" dirty="0"/>
          </a:p>
        </p:txBody>
      </p:sp>
      <p:sp>
        <p:nvSpPr>
          <p:cNvPr id="114690" name="Rectangle 2"/>
          <p:cNvSpPr>
            <a:spLocks noGrp="1" noChangeArrowheads="1"/>
          </p:cNvSpPr>
          <p:nvPr>
            <p:ph type="title"/>
          </p:nvPr>
        </p:nvSpPr>
        <p:spPr/>
        <p:txBody>
          <a:bodyPr/>
          <a:lstStyle/>
          <a:p>
            <a:r>
              <a:rPr lang="en-US" altLang="zh-CN" dirty="0"/>
              <a:t>3.4.2 </a:t>
            </a:r>
            <a:r>
              <a:rPr lang="zh-CN" altLang="en-US" dirty="0"/>
              <a:t>在数据链路层扩展以太网 </a:t>
            </a:r>
            <a:endParaRPr lang="zh-CN" altLang="en-US" sz="4000" dirty="0">
              <a:solidFill>
                <a:srgbClr val="FFFFFF"/>
              </a:solidFill>
            </a:endParaRPr>
          </a:p>
        </p:txBody>
      </p:sp>
    </p:spTree>
  </p:cSld>
  <p:clrMapOvr>
    <a:masterClrMapping/>
  </p:clrMapOvr>
  <p:transition>
    <p:fade/>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243" name="Rectangle 3">
            <a:extLst>
              <a:ext uri="{FF2B5EF4-FFF2-40B4-BE49-F238E27FC236}">
                <a16:creationId xmlns="" xmlns:a16="http://schemas.microsoft.com/office/drawing/2014/main" id="{089B0ADF-89E9-4CA2-87C7-3F272D0A4645}"/>
              </a:ext>
            </a:extLst>
          </p:cNvPr>
          <p:cNvSpPr>
            <a:spLocks noGrp="1" noChangeArrowheads="1"/>
          </p:cNvSpPr>
          <p:nvPr>
            <p:ph idx="1"/>
          </p:nvPr>
        </p:nvSpPr>
        <p:spPr>
          <a:xfrm>
            <a:off x="442800" y="1267199"/>
            <a:ext cx="11269030" cy="4896000"/>
          </a:xfrm>
        </p:spPr>
        <p:txBody>
          <a:bodyPr/>
          <a:lstStyle/>
          <a:p>
            <a:r>
              <a:rPr lang="zh-CN" altLang="en-US" b="1" dirty="0" smtClean="0"/>
              <a:t>然后转发这个帧：查找交换表中有没有与收到的帧的目的地址相匹配的项目。</a:t>
            </a:r>
          </a:p>
          <a:p>
            <a:pPr lvl="1"/>
            <a:r>
              <a:rPr lang="zh-CN" altLang="en-US" b="1" dirty="0" smtClean="0"/>
              <a:t>如</a:t>
            </a:r>
            <a:r>
              <a:rPr lang="zh-CN" altLang="en-US" b="1" dirty="0"/>
              <a:t>没有，则</a:t>
            </a:r>
            <a:r>
              <a:rPr lang="zh-CN" altLang="en-US" b="1" dirty="0" smtClean="0"/>
              <a:t>向</a:t>
            </a:r>
            <a:r>
              <a:rPr lang="zh-CN" altLang="en-US" b="1" dirty="0">
                <a:solidFill>
                  <a:srgbClr val="C00000"/>
                </a:solidFill>
              </a:rPr>
              <a:t>除</a:t>
            </a:r>
            <a:r>
              <a:rPr lang="zh-CN" altLang="en-US" b="1" dirty="0" smtClean="0">
                <a:solidFill>
                  <a:srgbClr val="C00000"/>
                </a:solidFill>
              </a:rPr>
              <a:t>进入接口外</a:t>
            </a:r>
            <a:r>
              <a:rPr lang="zh-CN" altLang="en-US" b="1" dirty="0" smtClean="0"/>
              <a:t>的所有</a:t>
            </a:r>
            <a:r>
              <a:rPr lang="zh-CN" altLang="en-US" b="1" dirty="0"/>
              <a:t>其他</a:t>
            </a:r>
            <a:r>
              <a:rPr lang="zh-CN" altLang="en-US" b="1" dirty="0" smtClean="0"/>
              <a:t>接口转发这个帧。</a:t>
            </a:r>
            <a:endParaRPr lang="zh-CN" altLang="en-US" b="1" dirty="0"/>
          </a:p>
          <a:p>
            <a:pPr lvl="1"/>
            <a:r>
              <a:rPr lang="zh-CN" altLang="en-US" b="1" dirty="0"/>
              <a:t>如有</a:t>
            </a:r>
            <a:r>
              <a:rPr lang="zh-CN" altLang="en-US" b="1" dirty="0" smtClean="0"/>
              <a:t>，则还要判断项目中给出的接口是否是该帧进入交换机的接口。如果不是，则按项目中</a:t>
            </a:r>
            <a:r>
              <a:rPr lang="zh-CN" altLang="en-US" b="1" dirty="0"/>
              <a:t>给出的接口进行</a:t>
            </a:r>
            <a:r>
              <a:rPr lang="zh-CN" altLang="en-US" b="1" dirty="0" smtClean="0"/>
              <a:t>转发；若是，则应丢弃</a:t>
            </a:r>
            <a:r>
              <a:rPr lang="zh-CN" altLang="en-US" b="1" dirty="0"/>
              <a:t>这个帧（因为这时不</a:t>
            </a:r>
            <a:r>
              <a:rPr lang="zh-CN" altLang="en-US" b="1" dirty="0" smtClean="0"/>
              <a:t>需要交换机转发）。</a:t>
            </a:r>
            <a:endParaRPr lang="zh-CN" altLang="en-US" b="1" dirty="0"/>
          </a:p>
        </p:txBody>
      </p:sp>
      <p:sp>
        <p:nvSpPr>
          <p:cNvPr id="114690" name="Rectangle 2"/>
          <p:cNvSpPr>
            <a:spLocks noGrp="1" noChangeArrowheads="1"/>
          </p:cNvSpPr>
          <p:nvPr>
            <p:ph type="title"/>
          </p:nvPr>
        </p:nvSpPr>
        <p:spPr/>
        <p:txBody>
          <a:bodyPr/>
          <a:lstStyle/>
          <a:p>
            <a:r>
              <a:rPr lang="en-US" altLang="zh-CN" dirty="0"/>
              <a:t>3.4.2 </a:t>
            </a:r>
            <a:r>
              <a:rPr lang="zh-CN" altLang="en-US" dirty="0"/>
              <a:t>在数据链路层扩展以太网 </a:t>
            </a:r>
            <a:endParaRPr lang="zh-CN" altLang="en-US" sz="4000" dirty="0">
              <a:solidFill>
                <a:srgbClr val="FFFFFF"/>
              </a:solidFill>
            </a:endParaRPr>
          </a:p>
        </p:txBody>
      </p:sp>
    </p:spTree>
    <p:extLst>
      <p:ext uri="{BB962C8B-B14F-4D97-AF65-F5344CB8AC3E}">
        <p14:creationId xmlns:p14="http://schemas.microsoft.com/office/powerpoint/2010/main" val="4062964466"/>
      </p:ext>
    </p:extLst>
  </p:cSld>
  <p:clrMapOvr>
    <a:masterClrMapping/>
  </p:clrMapOvr>
  <p:transition>
    <p:fade/>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r>
              <a:rPr lang="en-US" altLang="zh-CN" dirty="0"/>
              <a:t>3.4.2 </a:t>
            </a:r>
            <a:r>
              <a:rPr lang="zh-CN" altLang="en-US" dirty="0"/>
              <a:t>在数据链路层扩展以太网 </a:t>
            </a:r>
            <a:endParaRPr lang="zh-CN" altLang="en-US" sz="4000" dirty="0">
              <a:solidFill>
                <a:srgbClr val="FFFFFF"/>
              </a:solidFill>
            </a:endParaRPr>
          </a:p>
        </p:txBody>
      </p:sp>
      <p:sp>
        <p:nvSpPr>
          <p:cNvPr id="5" name="AutoShape 5"/>
          <p:cNvSpPr>
            <a:spLocks noChangeArrowheads="1"/>
          </p:cNvSpPr>
          <p:nvPr/>
        </p:nvSpPr>
        <p:spPr bwMode="auto">
          <a:xfrm>
            <a:off x="1710607" y="143666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
          <p:cNvSpPr>
            <a:spLocks noChangeArrowheads="1"/>
          </p:cNvSpPr>
          <p:nvPr/>
        </p:nvSpPr>
        <p:spPr bwMode="auto">
          <a:xfrm>
            <a:off x="3758825" y="1413570"/>
            <a:ext cx="403187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交换机自学习和转发帧的步骤归纳</a:t>
            </a:r>
            <a:endParaRPr lang="fr-FR" altLang="zh-CN" sz="2000" b="1" dirty="0">
              <a:solidFill>
                <a:schemeClr val="bg1"/>
              </a:solidFill>
              <a:latin typeface="微软雅黑" pitchFamily="34" charset="-122"/>
              <a:ea typeface="微软雅黑" pitchFamily="34" charset="-122"/>
            </a:endParaRPr>
          </a:p>
        </p:txBody>
      </p:sp>
      <p:grpSp>
        <p:nvGrpSpPr>
          <p:cNvPr id="7" name="组合 6"/>
          <p:cNvGrpSpPr/>
          <p:nvPr/>
        </p:nvGrpSpPr>
        <p:grpSpPr>
          <a:xfrm>
            <a:off x="1551352" y="1955864"/>
            <a:ext cx="8720318" cy="4354250"/>
            <a:chOff x="453492" y="1003987"/>
            <a:chExt cx="8509771" cy="3666867"/>
          </a:xfrm>
        </p:grpSpPr>
        <p:sp>
          <p:nvSpPr>
            <p:cNvPr id="8" name="矩形 7"/>
            <p:cNvSpPr/>
            <p:nvPr/>
          </p:nvSpPr>
          <p:spPr>
            <a:xfrm>
              <a:off x="2658520" y="1300549"/>
              <a:ext cx="1503099" cy="407773"/>
            </a:xfrm>
            <a:prstGeom prst="rect">
              <a:avLst/>
            </a:prstGeom>
            <a:solidFill>
              <a:srgbClr val="99FFCC"/>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rgbClr val="111111"/>
                  </a:solidFill>
                  <a:latin typeface="微软雅黑" pitchFamily="34" charset="-122"/>
                  <a:ea typeface="微软雅黑" pitchFamily="34" charset="-122"/>
                </a:rPr>
                <a:t>从接收的帧中取出源地址</a:t>
              </a:r>
              <a:endParaRPr lang="zh-CN" altLang="en-US" sz="1400" b="1" dirty="0">
                <a:solidFill>
                  <a:srgbClr val="111111"/>
                </a:solidFill>
                <a:latin typeface="微软雅黑" pitchFamily="34" charset="-122"/>
                <a:ea typeface="微软雅黑" pitchFamily="34" charset="-122"/>
              </a:endParaRPr>
            </a:p>
          </p:txBody>
        </p:sp>
        <p:sp>
          <p:nvSpPr>
            <p:cNvPr id="9" name="流程图: 决策 8"/>
            <p:cNvSpPr/>
            <p:nvPr/>
          </p:nvSpPr>
          <p:spPr>
            <a:xfrm>
              <a:off x="2440064" y="2236572"/>
              <a:ext cx="1940010" cy="469556"/>
            </a:xfrm>
            <a:prstGeom prst="flowChartDecision">
              <a:avLst/>
            </a:prstGeom>
            <a:solidFill>
              <a:srgbClr val="99CC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solidFill>
                    <a:srgbClr val="111111"/>
                  </a:solidFill>
                  <a:latin typeface="微软雅黑" pitchFamily="34" charset="-122"/>
                  <a:ea typeface="微软雅黑" pitchFamily="34" charset="-122"/>
                </a:rPr>
                <a:t>交换表中有该地址吗？</a:t>
              </a:r>
              <a:endParaRPr lang="zh-CN" altLang="en-US" sz="1200" b="1" dirty="0">
                <a:solidFill>
                  <a:srgbClr val="111111"/>
                </a:solidFill>
                <a:latin typeface="微软雅黑" pitchFamily="34" charset="-122"/>
                <a:ea typeface="微软雅黑" pitchFamily="34" charset="-122"/>
              </a:endParaRPr>
            </a:p>
          </p:txBody>
        </p:sp>
        <p:sp>
          <p:nvSpPr>
            <p:cNvPr id="10" name="矩形 9"/>
            <p:cNvSpPr/>
            <p:nvPr/>
          </p:nvSpPr>
          <p:spPr>
            <a:xfrm>
              <a:off x="2658519" y="3212748"/>
              <a:ext cx="1503100" cy="642552"/>
            </a:xfrm>
            <a:prstGeom prst="rect">
              <a:avLst/>
            </a:prstGeom>
            <a:solidFill>
              <a:srgbClr val="00FF9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rgbClr val="C00000"/>
                  </a:solidFill>
                  <a:latin typeface="微软雅黑" pitchFamily="34" charset="-122"/>
                  <a:ea typeface="微软雅黑" pitchFamily="34" charset="-122"/>
                </a:rPr>
                <a:t>更新</a:t>
              </a:r>
              <a:r>
                <a:rPr lang="zh-CN" altLang="en-US" sz="1400" b="1" dirty="0" smtClean="0">
                  <a:solidFill>
                    <a:srgbClr val="111111"/>
                  </a:solidFill>
                  <a:latin typeface="微软雅黑" pitchFamily="34" charset="-122"/>
                  <a:ea typeface="微软雅黑" pitchFamily="34" charset="-122"/>
                </a:rPr>
                <a:t>交换表中的该地址项（接口和有效时间</a:t>
              </a:r>
              <a:r>
                <a:rPr lang="zh-CN" altLang="en-US" sz="1400" b="1" dirty="0">
                  <a:solidFill>
                    <a:srgbClr val="111111"/>
                  </a:solidFill>
                  <a:latin typeface="微软雅黑" pitchFamily="34" charset="-122"/>
                  <a:ea typeface="微软雅黑" pitchFamily="34" charset="-122"/>
                </a:rPr>
                <a:t>）</a:t>
              </a:r>
            </a:p>
          </p:txBody>
        </p:sp>
        <p:sp>
          <p:nvSpPr>
            <p:cNvPr id="11" name="矩形 10"/>
            <p:cNvSpPr/>
            <p:nvPr/>
          </p:nvSpPr>
          <p:spPr>
            <a:xfrm>
              <a:off x="453492" y="2125362"/>
              <a:ext cx="1560658" cy="691977"/>
            </a:xfrm>
            <a:prstGeom prst="rect">
              <a:avLst/>
            </a:prstGeom>
            <a:solidFill>
              <a:srgbClr val="00FF9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rgbClr val="111111"/>
                  </a:solidFill>
                  <a:latin typeface="微软雅黑" pitchFamily="34" charset="-122"/>
                  <a:ea typeface="微软雅黑" pitchFamily="34" charset="-122"/>
                </a:rPr>
                <a:t>将该地址</a:t>
              </a:r>
              <a:r>
                <a:rPr lang="zh-CN" altLang="en-US" sz="1400" b="1" dirty="0" smtClean="0">
                  <a:solidFill>
                    <a:srgbClr val="C00000"/>
                  </a:solidFill>
                  <a:latin typeface="微软雅黑" pitchFamily="34" charset="-122"/>
                  <a:ea typeface="微软雅黑" pitchFamily="34" charset="-122"/>
                </a:rPr>
                <a:t>加入</a:t>
              </a:r>
              <a:r>
                <a:rPr lang="zh-CN" altLang="en-US" sz="1400" b="1" dirty="0" smtClean="0">
                  <a:solidFill>
                    <a:srgbClr val="111111"/>
                  </a:solidFill>
                  <a:latin typeface="微软雅黑" pitchFamily="34" charset="-122"/>
                  <a:ea typeface="微软雅黑" pitchFamily="34" charset="-122"/>
                </a:rPr>
                <a:t>交换表（地址、接口和有效时间</a:t>
              </a:r>
              <a:r>
                <a:rPr lang="zh-CN" altLang="en-US" sz="1400" b="1" dirty="0">
                  <a:solidFill>
                    <a:srgbClr val="111111"/>
                  </a:solidFill>
                  <a:latin typeface="微软雅黑" pitchFamily="34" charset="-122"/>
                  <a:ea typeface="微软雅黑" pitchFamily="34" charset="-122"/>
                </a:rPr>
                <a:t>）</a:t>
              </a:r>
            </a:p>
          </p:txBody>
        </p:sp>
        <p:sp>
          <p:nvSpPr>
            <p:cNvPr id="12" name="矩形 11"/>
            <p:cNvSpPr/>
            <p:nvPr/>
          </p:nvSpPr>
          <p:spPr>
            <a:xfrm>
              <a:off x="5124992" y="1303640"/>
              <a:ext cx="1503099" cy="407773"/>
            </a:xfrm>
            <a:prstGeom prst="rect">
              <a:avLst/>
            </a:prstGeom>
            <a:solidFill>
              <a:srgbClr val="CC00CC"/>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bg1"/>
                  </a:solidFill>
                  <a:latin typeface="微软雅黑" pitchFamily="34" charset="-122"/>
                  <a:ea typeface="微软雅黑" pitchFamily="34" charset="-122"/>
                </a:rPr>
                <a:t>从接收的帧中取出目的地址</a:t>
              </a:r>
              <a:endParaRPr lang="zh-CN" altLang="en-US" sz="1400" b="1" dirty="0">
                <a:solidFill>
                  <a:schemeClr val="bg1"/>
                </a:solidFill>
                <a:latin typeface="微软雅黑" pitchFamily="34" charset="-122"/>
                <a:ea typeface="微软雅黑" pitchFamily="34" charset="-122"/>
              </a:endParaRPr>
            </a:p>
          </p:txBody>
        </p:sp>
        <p:sp>
          <p:nvSpPr>
            <p:cNvPr id="13" name="流程图: 决策 12"/>
            <p:cNvSpPr/>
            <p:nvPr/>
          </p:nvSpPr>
          <p:spPr>
            <a:xfrm>
              <a:off x="4906536" y="1952367"/>
              <a:ext cx="1940010" cy="469556"/>
            </a:xfrm>
            <a:prstGeom prst="flowChartDecision">
              <a:avLst/>
            </a:prstGeom>
            <a:solidFill>
              <a:srgbClr val="99CC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solidFill>
                    <a:srgbClr val="111111"/>
                  </a:solidFill>
                  <a:latin typeface="微软雅黑" pitchFamily="34" charset="-122"/>
                  <a:ea typeface="微软雅黑" pitchFamily="34" charset="-122"/>
                </a:rPr>
                <a:t>交换表中有该地址吗？</a:t>
              </a:r>
              <a:endParaRPr lang="zh-CN" altLang="en-US" sz="1200" b="1" dirty="0">
                <a:solidFill>
                  <a:srgbClr val="111111"/>
                </a:solidFill>
                <a:latin typeface="微软雅黑" pitchFamily="34" charset="-122"/>
                <a:ea typeface="微软雅黑" pitchFamily="34" charset="-122"/>
              </a:endParaRPr>
            </a:p>
          </p:txBody>
        </p:sp>
        <p:sp>
          <p:nvSpPr>
            <p:cNvPr id="14" name="矩形 13"/>
            <p:cNvSpPr/>
            <p:nvPr/>
          </p:nvSpPr>
          <p:spPr>
            <a:xfrm>
              <a:off x="7217256" y="2916192"/>
              <a:ext cx="890988" cy="407773"/>
            </a:xfrm>
            <a:prstGeom prst="rect">
              <a:avLst/>
            </a:prstGeom>
            <a:solidFill>
              <a:srgbClr val="00FF9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rgbClr val="111111"/>
                  </a:solidFill>
                  <a:latin typeface="微软雅黑" pitchFamily="34" charset="-122"/>
                  <a:ea typeface="微软雅黑" pitchFamily="34" charset="-122"/>
                </a:rPr>
                <a:t>向指定接口转发</a:t>
              </a:r>
              <a:endParaRPr lang="zh-CN" altLang="en-US" sz="1400" b="1" dirty="0">
                <a:solidFill>
                  <a:srgbClr val="111111"/>
                </a:solidFill>
                <a:latin typeface="微软雅黑" pitchFamily="34" charset="-122"/>
                <a:ea typeface="微软雅黑" pitchFamily="34" charset="-122"/>
              </a:endParaRPr>
            </a:p>
          </p:txBody>
        </p:sp>
        <p:sp>
          <p:nvSpPr>
            <p:cNvPr id="15" name="矩形 14"/>
            <p:cNvSpPr/>
            <p:nvPr/>
          </p:nvSpPr>
          <p:spPr>
            <a:xfrm>
              <a:off x="7217256" y="1983259"/>
              <a:ext cx="1746007" cy="407773"/>
            </a:xfrm>
            <a:prstGeom prst="rect">
              <a:avLst/>
            </a:prstGeom>
            <a:solidFill>
              <a:srgbClr val="00FF9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rgbClr val="111111"/>
                  </a:solidFill>
                  <a:latin typeface="微软雅黑" pitchFamily="34" charset="-122"/>
                  <a:ea typeface="微软雅黑" pitchFamily="34" charset="-122"/>
                </a:rPr>
                <a:t>向</a:t>
              </a:r>
              <a:r>
                <a:rPr lang="zh-CN" altLang="en-US" sz="1400" b="1" dirty="0">
                  <a:solidFill>
                    <a:srgbClr val="111111"/>
                  </a:solidFill>
                  <a:latin typeface="微软雅黑" pitchFamily="34" charset="-122"/>
                  <a:ea typeface="微软雅黑" pitchFamily="34" charset="-122"/>
                </a:rPr>
                <a:t>所有其他</a:t>
              </a:r>
              <a:r>
                <a:rPr lang="zh-CN" altLang="en-US" sz="1400" b="1" dirty="0" smtClean="0">
                  <a:solidFill>
                    <a:srgbClr val="111111"/>
                  </a:solidFill>
                  <a:latin typeface="微软雅黑" pitchFamily="34" charset="-122"/>
                  <a:ea typeface="微软雅黑" pitchFamily="34" charset="-122"/>
                </a:rPr>
                <a:t>接口</a:t>
              </a:r>
              <a:r>
                <a:rPr lang="zh-CN" altLang="en-US" sz="1400" b="1" dirty="0">
                  <a:solidFill>
                    <a:srgbClr val="111111"/>
                  </a:solidFill>
                  <a:latin typeface="微软雅黑" pitchFamily="34" charset="-122"/>
                  <a:ea typeface="微软雅黑" pitchFamily="34" charset="-122"/>
                </a:rPr>
                <a:t>转发</a:t>
              </a:r>
              <a:r>
                <a:rPr lang="zh-CN" altLang="en-US" sz="1400" b="1" dirty="0" smtClean="0">
                  <a:solidFill>
                    <a:srgbClr val="111111"/>
                  </a:solidFill>
                  <a:latin typeface="微软雅黑" pitchFamily="34" charset="-122"/>
                  <a:ea typeface="微软雅黑" pitchFamily="34" charset="-122"/>
                </a:rPr>
                <a:t>（</a:t>
              </a:r>
              <a:r>
                <a:rPr lang="zh-CN" altLang="en-US" sz="1400" b="1" dirty="0">
                  <a:solidFill>
                    <a:srgbClr val="111111"/>
                  </a:solidFill>
                  <a:latin typeface="微软雅黑" pitchFamily="34" charset="-122"/>
                  <a:ea typeface="微软雅黑" pitchFamily="34" charset="-122"/>
                </a:rPr>
                <a:t>进入的接口除外</a:t>
              </a:r>
              <a:r>
                <a:rPr lang="zh-CN" altLang="en-US" sz="1400" b="1" dirty="0" smtClean="0">
                  <a:solidFill>
                    <a:srgbClr val="111111"/>
                  </a:solidFill>
                  <a:latin typeface="微软雅黑" pitchFamily="34" charset="-122"/>
                  <a:ea typeface="微软雅黑" pitchFamily="34" charset="-122"/>
                </a:rPr>
                <a:t>）</a:t>
              </a:r>
              <a:endParaRPr lang="zh-CN" altLang="en-US" sz="1400" b="1" dirty="0">
                <a:solidFill>
                  <a:srgbClr val="111111"/>
                </a:solidFill>
                <a:latin typeface="微软雅黑" pitchFamily="34" charset="-122"/>
                <a:ea typeface="微软雅黑" pitchFamily="34" charset="-122"/>
              </a:endParaRPr>
            </a:p>
          </p:txBody>
        </p:sp>
        <p:sp>
          <p:nvSpPr>
            <p:cNvPr id="16" name="流程图: 决策 15"/>
            <p:cNvSpPr/>
            <p:nvPr/>
          </p:nvSpPr>
          <p:spPr>
            <a:xfrm>
              <a:off x="4906536" y="2755553"/>
              <a:ext cx="1940010" cy="729050"/>
            </a:xfrm>
            <a:prstGeom prst="flowChartDecision">
              <a:avLst/>
            </a:prstGeom>
            <a:solidFill>
              <a:srgbClr val="99CC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solidFill>
                    <a:srgbClr val="111111"/>
                  </a:solidFill>
                  <a:latin typeface="微软雅黑" pitchFamily="34" charset="-122"/>
                  <a:ea typeface="微软雅黑" pitchFamily="34" charset="-122"/>
                </a:rPr>
                <a:t>其接口与帧进入的接口相同吗？</a:t>
              </a:r>
              <a:endParaRPr lang="zh-CN" altLang="en-US" sz="1200" b="1" dirty="0">
                <a:solidFill>
                  <a:srgbClr val="111111"/>
                </a:solidFill>
                <a:latin typeface="微软雅黑" pitchFamily="34" charset="-122"/>
                <a:ea typeface="微软雅黑" pitchFamily="34" charset="-122"/>
              </a:endParaRPr>
            </a:p>
          </p:txBody>
        </p:sp>
        <p:sp>
          <p:nvSpPr>
            <p:cNvPr id="17" name="矩形 16"/>
            <p:cNvSpPr/>
            <p:nvPr/>
          </p:nvSpPr>
          <p:spPr>
            <a:xfrm>
              <a:off x="5124991" y="3781162"/>
              <a:ext cx="1503100" cy="407773"/>
            </a:xfrm>
            <a:prstGeom prst="rect">
              <a:avLst/>
            </a:prstGeom>
            <a:solidFill>
              <a:srgbClr val="00B05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bg1"/>
                  </a:solidFill>
                  <a:latin typeface="微软雅黑" pitchFamily="34" charset="-122"/>
                  <a:ea typeface="微软雅黑" pitchFamily="34" charset="-122"/>
                </a:rPr>
                <a:t>丢弃</a:t>
              </a:r>
              <a:endParaRPr lang="zh-CN" altLang="en-US" sz="1400" b="1" dirty="0">
                <a:solidFill>
                  <a:schemeClr val="bg1"/>
                </a:solidFill>
                <a:latin typeface="微软雅黑" pitchFamily="34" charset="-122"/>
                <a:ea typeface="微软雅黑" pitchFamily="34" charset="-122"/>
              </a:endParaRPr>
            </a:p>
          </p:txBody>
        </p:sp>
        <p:sp>
          <p:nvSpPr>
            <p:cNvPr id="18" name="圆角矩形 17"/>
            <p:cNvSpPr/>
            <p:nvPr/>
          </p:nvSpPr>
          <p:spPr>
            <a:xfrm>
              <a:off x="887834" y="1300549"/>
              <a:ext cx="914400" cy="407773"/>
            </a:xfrm>
            <a:prstGeom prst="roundRect">
              <a:avLst/>
            </a:prstGeom>
            <a:solidFill>
              <a:srgbClr val="33CC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111111"/>
                  </a:solidFill>
                  <a:latin typeface="微软雅黑" pitchFamily="34" charset="-122"/>
                  <a:ea typeface="微软雅黑" pitchFamily="34" charset="-122"/>
                </a:rPr>
                <a:t>开始</a:t>
              </a:r>
              <a:endParaRPr lang="zh-CN" altLang="en-US" sz="2000" b="1" dirty="0">
                <a:solidFill>
                  <a:srgbClr val="111111"/>
                </a:solidFill>
                <a:latin typeface="微软雅黑" pitchFamily="34" charset="-122"/>
                <a:ea typeface="微软雅黑" pitchFamily="34" charset="-122"/>
              </a:endParaRPr>
            </a:p>
          </p:txBody>
        </p:sp>
        <p:sp>
          <p:nvSpPr>
            <p:cNvPr id="19" name="圆角矩形 18"/>
            <p:cNvSpPr/>
            <p:nvPr/>
          </p:nvSpPr>
          <p:spPr>
            <a:xfrm>
              <a:off x="8048863" y="4263081"/>
              <a:ext cx="914400" cy="407773"/>
            </a:xfrm>
            <a:prstGeom prst="roundRect">
              <a:avLst/>
            </a:prstGeom>
            <a:solidFill>
              <a:srgbClr val="33CC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111111"/>
                  </a:solidFill>
                  <a:latin typeface="微软雅黑" pitchFamily="34" charset="-122"/>
                  <a:ea typeface="微软雅黑" pitchFamily="34" charset="-122"/>
                </a:rPr>
                <a:t>结束</a:t>
              </a:r>
              <a:endParaRPr lang="zh-CN" altLang="en-US" sz="2000" b="1" dirty="0">
                <a:solidFill>
                  <a:srgbClr val="111111"/>
                </a:solidFill>
                <a:latin typeface="微软雅黑" pitchFamily="34" charset="-122"/>
                <a:ea typeface="微软雅黑" pitchFamily="34" charset="-122"/>
              </a:endParaRPr>
            </a:p>
          </p:txBody>
        </p:sp>
        <p:cxnSp>
          <p:nvCxnSpPr>
            <p:cNvPr id="20" name="直接箭头连接符 19"/>
            <p:cNvCxnSpPr>
              <a:stCxn id="8" idx="2"/>
              <a:endCxn id="9" idx="0"/>
            </p:cNvCxnSpPr>
            <p:nvPr/>
          </p:nvCxnSpPr>
          <p:spPr>
            <a:xfrm flipH="1">
              <a:off x="3410069" y="1708322"/>
              <a:ext cx="1" cy="528250"/>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9" idx="2"/>
              <a:endCxn id="10" idx="0"/>
            </p:cNvCxnSpPr>
            <p:nvPr/>
          </p:nvCxnSpPr>
          <p:spPr>
            <a:xfrm>
              <a:off x="3410069" y="2706128"/>
              <a:ext cx="0" cy="506620"/>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12" idx="2"/>
              <a:endCxn id="13" idx="0"/>
            </p:cNvCxnSpPr>
            <p:nvPr/>
          </p:nvCxnSpPr>
          <p:spPr>
            <a:xfrm flipH="1">
              <a:off x="5876541" y="1711413"/>
              <a:ext cx="1" cy="240954"/>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13" idx="2"/>
              <a:endCxn id="16" idx="0"/>
            </p:cNvCxnSpPr>
            <p:nvPr/>
          </p:nvCxnSpPr>
          <p:spPr>
            <a:xfrm>
              <a:off x="5876541" y="2421923"/>
              <a:ext cx="0" cy="333630"/>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16" idx="2"/>
              <a:endCxn id="17" idx="0"/>
            </p:cNvCxnSpPr>
            <p:nvPr/>
          </p:nvCxnSpPr>
          <p:spPr>
            <a:xfrm>
              <a:off x="5876541" y="3484603"/>
              <a:ext cx="0" cy="296559"/>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9" idx="1"/>
              <a:endCxn id="11" idx="3"/>
            </p:cNvCxnSpPr>
            <p:nvPr/>
          </p:nvCxnSpPr>
          <p:spPr>
            <a:xfrm flipH="1">
              <a:off x="2014150" y="2471350"/>
              <a:ext cx="425914" cy="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13" idx="3"/>
              <a:endCxn id="15" idx="1"/>
            </p:cNvCxnSpPr>
            <p:nvPr/>
          </p:nvCxnSpPr>
          <p:spPr>
            <a:xfrm>
              <a:off x="6846545" y="2187145"/>
              <a:ext cx="370711" cy="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16" idx="3"/>
              <a:endCxn id="14" idx="1"/>
            </p:cNvCxnSpPr>
            <p:nvPr/>
          </p:nvCxnSpPr>
          <p:spPr>
            <a:xfrm>
              <a:off x="6846546" y="3120078"/>
              <a:ext cx="370710" cy="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stCxn id="18" idx="3"/>
              <a:endCxn id="8" idx="1"/>
            </p:cNvCxnSpPr>
            <p:nvPr/>
          </p:nvCxnSpPr>
          <p:spPr>
            <a:xfrm>
              <a:off x="1802234" y="1504436"/>
              <a:ext cx="856286" cy="0"/>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10" idx="2"/>
            </p:cNvCxnSpPr>
            <p:nvPr/>
          </p:nvCxnSpPr>
          <p:spPr>
            <a:xfrm>
              <a:off x="3410069" y="3855300"/>
              <a:ext cx="0" cy="40778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11" idx="2"/>
            </p:cNvCxnSpPr>
            <p:nvPr/>
          </p:nvCxnSpPr>
          <p:spPr>
            <a:xfrm>
              <a:off x="1233821" y="2817339"/>
              <a:ext cx="0" cy="1445742"/>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1221464" y="4263081"/>
              <a:ext cx="3321249" cy="0"/>
            </a:xfrm>
            <a:prstGeom prst="line">
              <a:avLst/>
            </a:prstGeom>
            <a:ln w="19050">
              <a:solidFill>
                <a:srgbClr val="3333FF"/>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V="1">
              <a:off x="4542713" y="1013253"/>
              <a:ext cx="0" cy="3249829"/>
            </a:xfrm>
            <a:prstGeom prst="line">
              <a:avLst/>
            </a:prstGeom>
            <a:ln w="19050">
              <a:solidFill>
                <a:srgbClr val="3333FF"/>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4542713" y="1013253"/>
              <a:ext cx="1333830" cy="0"/>
            </a:xfrm>
            <a:prstGeom prst="line">
              <a:avLst/>
            </a:prstGeom>
            <a:ln w="19050">
              <a:solidFill>
                <a:srgbClr val="3333FF"/>
              </a:solidFill>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endCxn id="12" idx="0"/>
            </p:cNvCxnSpPr>
            <p:nvPr/>
          </p:nvCxnSpPr>
          <p:spPr>
            <a:xfrm flipH="1">
              <a:off x="5876542" y="1003987"/>
              <a:ext cx="1" cy="299653"/>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8516025" y="2391032"/>
              <a:ext cx="0" cy="1872049"/>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a:off x="6641355" y="3985047"/>
              <a:ext cx="1874670" cy="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a:off x="8120601" y="3120079"/>
              <a:ext cx="395424" cy="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38" name="Rectangle 24"/>
            <p:cNvSpPr>
              <a:spLocks noChangeArrowheads="1"/>
            </p:cNvSpPr>
            <p:nvPr/>
          </p:nvSpPr>
          <p:spPr bwMode="auto">
            <a:xfrm>
              <a:off x="2944272" y="2718477"/>
              <a:ext cx="428620" cy="334787"/>
            </a:xfrm>
            <a:prstGeom prst="rect">
              <a:avLst/>
            </a:prstGeom>
            <a:solidFill>
              <a:srgbClr val="3333FF"/>
            </a:solidFill>
            <a:ln w="6350">
              <a:solidFill>
                <a:srgbClr val="000000"/>
              </a:solidFill>
              <a:miter lim="800000"/>
              <a:headEnd/>
              <a:tailEnd/>
            </a:ln>
            <a:extLst/>
          </p:spPr>
          <p:txBody>
            <a:bodyPr wrap="none" lIns="90488" tIns="44450" rIns="90488" bIns="44450">
              <a:spAutoFit/>
            </a:bodyPr>
            <a:lstStyle/>
            <a:p>
              <a:pPr algn="ctr" defTabSz="762000" eaLnBrk="0" hangingPunct="0"/>
              <a:r>
                <a:rPr kumimoji="1" lang="zh-CN" altLang="en-US" sz="2000" b="1" dirty="0">
                  <a:solidFill>
                    <a:schemeClr val="bg1"/>
                  </a:solidFill>
                  <a:latin typeface="微软雅黑" pitchFamily="34" charset="-122"/>
                  <a:ea typeface="微软雅黑" pitchFamily="34" charset="-122"/>
                </a:rPr>
                <a:t>有</a:t>
              </a:r>
              <a:endParaRPr kumimoji="1" lang="en-US" altLang="zh-CN" sz="2000" b="1" dirty="0">
                <a:solidFill>
                  <a:schemeClr val="bg1"/>
                </a:solidFill>
                <a:latin typeface="微软雅黑" pitchFamily="34" charset="-122"/>
                <a:ea typeface="微软雅黑" pitchFamily="34" charset="-122"/>
              </a:endParaRPr>
            </a:p>
          </p:txBody>
        </p:sp>
        <p:sp>
          <p:nvSpPr>
            <p:cNvPr id="39" name="Rectangle 24"/>
            <p:cNvSpPr>
              <a:spLocks noChangeArrowheads="1"/>
            </p:cNvSpPr>
            <p:nvPr/>
          </p:nvSpPr>
          <p:spPr bwMode="auto">
            <a:xfrm>
              <a:off x="2097855" y="2104968"/>
              <a:ext cx="428620" cy="334787"/>
            </a:xfrm>
            <a:prstGeom prst="rect">
              <a:avLst/>
            </a:prstGeom>
            <a:solidFill>
              <a:srgbClr val="FFFF00"/>
            </a:solidFill>
            <a:ln w="6350">
              <a:solidFill>
                <a:srgbClr val="000000"/>
              </a:solidFill>
              <a:miter lim="800000"/>
              <a:headEnd/>
              <a:tailEnd/>
            </a:ln>
            <a:extLst/>
          </p:spPr>
          <p:txBody>
            <a:bodyPr wrap="none" lIns="90488" tIns="44450" rIns="90488" bIns="44450">
              <a:spAutoFit/>
            </a:bodyPr>
            <a:lstStyle/>
            <a:p>
              <a:pPr algn="ctr" defTabSz="762000" eaLnBrk="0" hangingPunct="0"/>
              <a:r>
                <a:rPr kumimoji="1" lang="zh-CN" altLang="en-US" sz="2000" b="1" dirty="0" smtClean="0">
                  <a:solidFill>
                    <a:srgbClr val="111111"/>
                  </a:solidFill>
                  <a:latin typeface="微软雅黑" pitchFamily="34" charset="-122"/>
                  <a:ea typeface="微软雅黑" pitchFamily="34" charset="-122"/>
                </a:rPr>
                <a:t>无</a:t>
              </a:r>
              <a:endParaRPr kumimoji="1" lang="en-US" altLang="zh-CN" sz="2000" b="1" dirty="0">
                <a:solidFill>
                  <a:srgbClr val="111111"/>
                </a:solidFill>
                <a:latin typeface="微软雅黑" pitchFamily="34" charset="-122"/>
                <a:ea typeface="微软雅黑" pitchFamily="34" charset="-122"/>
              </a:endParaRPr>
            </a:p>
          </p:txBody>
        </p:sp>
        <p:sp>
          <p:nvSpPr>
            <p:cNvPr id="40" name="Rectangle 24"/>
            <p:cNvSpPr>
              <a:spLocks noChangeArrowheads="1"/>
            </p:cNvSpPr>
            <p:nvPr/>
          </p:nvSpPr>
          <p:spPr bwMode="auto">
            <a:xfrm>
              <a:off x="6723596" y="1784176"/>
              <a:ext cx="428620" cy="334787"/>
            </a:xfrm>
            <a:prstGeom prst="rect">
              <a:avLst/>
            </a:prstGeom>
            <a:solidFill>
              <a:srgbClr val="FFFF00"/>
            </a:solidFill>
            <a:ln w="6350">
              <a:solidFill>
                <a:srgbClr val="000000"/>
              </a:solidFill>
              <a:miter lim="800000"/>
              <a:headEnd/>
              <a:tailEnd/>
            </a:ln>
            <a:extLst/>
          </p:spPr>
          <p:txBody>
            <a:bodyPr wrap="none" lIns="90488" tIns="44450" rIns="90488" bIns="44450">
              <a:spAutoFit/>
            </a:bodyPr>
            <a:lstStyle/>
            <a:p>
              <a:pPr algn="ctr" defTabSz="762000" eaLnBrk="0" hangingPunct="0"/>
              <a:r>
                <a:rPr kumimoji="1" lang="zh-CN" altLang="en-US" sz="2000" b="1" dirty="0" smtClean="0">
                  <a:solidFill>
                    <a:srgbClr val="111111"/>
                  </a:solidFill>
                  <a:latin typeface="微软雅黑" pitchFamily="34" charset="-122"/>
                  <a:ea typeface="微软雅黑" pitchFamily="34" charset="-122"/>
                </a:rPr>
                <a:t>无</a:t>
              </a:r>
              <a:endParaRPr kumimoji="1" lang="en-US" altLang="zh-CN" sz="2000" b="1" dirty="0">
                <a:solidFill>
                  <a:srgbClr val="111111"/>
                </a:solidFill>
                <a:latin typeface="微软雅黑" pitchFamily="34" charset="-122"/>
                <a:ea typeface="微软雅黑" pitchFamily="34" charset="-122"/>
              </a:endParaRPr>
            </a:p>
          </p:txBody>
        </p:sp>
        <p:sp>
          <p:nvSpPr>
            <p:cNvPr id="41" name="Rectangle 24"/>
            <p:cNvSpPr>
              <a:spLocks noChangeArrowheads="1"/>
            </p:cNvSpPr>
            <p:nvPr/>
          </p:nvSpPr>
          <p:spPr bwMode="auto">
            <a:xfrm>
              <a:off x="5379797" y="2418207"/>
              <a:ext cx="428620" cy="334787"/>
            </a:xfrm>
            <a:prstGeom prst="rect">
              <a:avLst/>
            </a:prstGeom>
            <a:solidFill>
              <a:srgbClr val="3333FF"/>
            </a:solidFill>
            <a:ln w="6350">
              <a:solidFill>
                <a:srgbClr val="000000"/>
              </a:solidFill>
              <a:miter lim="800000"/>
              <a:headEnd/>
              <a:tailEnd/>
            </a:ln>
            <a:extLst/>
          </p:spPr>
          <p:txBody>
            <a:bodyPr wrap="none" lIns="90488" tIns="44450" rIns="90488" bIns="44450">
              <a:spAutoFit/>
            </a:bodyPr>
            <a:lstStyle/>
            <a:p>
              <a:pPr algn="ctr" defTabSz="762000" eaLnBrk="0" hangingPunct="0"/>
              <a:r>
                <a:rPr kumimoji="1" lang="zh-CN" altLang="en-US" sz="2000" b="1" dirty="0">
                  <a:solidFill>
                    <a:schemeClr val="bg1"/>
                  </a:solidFill>
                  <a:latin typeface="微软雅黑" pitchFamily="34" charset="-122"/>
                  <a:ea typeface="微软雅黑" pitchFamily="34" charset="-122"/>
                </a:rPr>
                <a:t>有</a:t>
              </a:r>
              <a:endParaRPr kumimoji="1" lang="en-US" altLang="zh-CN" sz="2000" b="1" dirty="0">
                <a:solidFill>
                  <a:schemeClr val="bg1"/>
                </a:solidFill>
                <a:latin typeface="微软雅黑" pitchFamily="34" charset="-122"/>
                <a:ea typeface="微软雅黑" pitchFamily="34" charset="-122"/>
              </a:endParaRPr>
            </a:p>
          </p:txBody>
        </p:sp>
        <p:sp>
          <p:nvSpPr>
            <p:cNvPr id="42" name="Rectangle 24"/>
            <p:cNvSpPr>
              <a:spLocks noChangeArrowheads="1"/>
            </p:cNvSpPr>
            <p:nvPr/>
          </p:nvSpPr>
          <p:spPr bwMode="auto">
            <a:xfrm>
              <a:off x="4957907" y="3429490"/>
              <a:ext cx="678907" cy="334787"/>
            </a:xfrm>
            <a:prstGeom prst="rect">
              <a:avLst/>
            </a:prstGeom>
            <a:solidFill>
              <a:srgbClr val="3333FF"/>
            </a:solidFill>
            <a:ln w="6350">
              <a:solidFill>
                <a:srgbClr val="000000"/>
              </a:solidFill>
              <a:miter lim="800000"/>
              <a:headEnd/>
              <a:tailEnd/>
            </a:ln>
            <a:extLst/>
          </p:spPr>
          <p:txBody>
            <a:bodyPr wrap="none" lIns="90488" tIns="44450" rIns="90488" bIns="44450">
              <a:spAutoFit/>
            </a:bodyPr>
            <a:lstStyle/>
            <a:p>
              <a:pPr algn="ctr" defTabSz="762000" eaLnBrk="0" hangingPunct="0"/>
              <a:r>
                <a:rPr kumimoji="1" lang="zh-CN" altLang="en-US" sz="2000" b="1" dirty="0" smtClean="0">
                  <a:solidFill>
                    <a:schemeClr val="bg1"/>
                  </a:solidFill>
                  <a:latin typeface="微软雅黑" pitchFamily="34" charset="-122"/>
                  <a:ea typeface="微软雅黑" pitchFamily="34" charset="-122"/>
                </a:rPr>
                <a:t>相同</a:t>
              </a:r>
              <a:endParaRPr kumimoji="1" lang="en-US" altLang="zh-CN" sz="2000" b="1" dirty="0">
                <a:solidFill>
                  <a:schemeClr val="bg1"/>
                </a:solidFill>
                <a:latin typeface="微软雅黑" pitchFamily="34" charset="-122"/>
                <a:ea typeface="微软雅黑" pitchFamily="34" charset="-122"/>
              </a:endParaRPr>
            </a:p>
          </p:txBody>
        </p:sp>
        <p:sp>
          <p:nvSpPr>
            <p:cNvPr id="43" name="Rectangle 24"/>
            <p:cNvSpPr>
              <a:spLocks noChangeArrowheads="1"/>
            </p:cNvSpPr>
            <p:nvPr/>
          </p:nvSpPr>
          <p:spPr bwMode="auto">
            <a:xfrm>
              <a:off x="6522183" y="2645719"/>
              <a:ext cx="678908" cy="334787"/>
            </a:xfrm>
            <a:prstGeom prst="rect">
              <a:avLst/>
            </a:prstGeom>
            <a:solidFill>
              <a:srgbClr val="FFFF00"/>
            </a:solidFill>
            <a:ln w="6350">
              <a:solidFill>
                <a:srgbClr val="000000"/>
              </a:solidFill>
              <a:miter lim="800000"/>
              <a:headEnd/>
              <a:tailEnd/>
            </a:ln>
            <a:extLst/>
          </p:spPr>
          <p:txBody>
            <a:bodyPr wrap="none" lIns="90488" tIns="44450" rIns="90488" bIns="44450">
              <a:spAutoFit/>
            </a:bodyPr>
            <a:lstStyle/>
            <a:p>
              <a:pPr algn="ctr" defTabSz="762000" eaLnBrk="0" hangingPunct="0"/>
              <a:r>
                <a:rPr kumimoji="1" lang="zh-CN" altLang="en-US" sz="2000" b="1" dirty="0" smtClean="0">
                  <a:solidFill>
                    <a:srgbClr val="111111"/>
                  </a:solidFill>
                  <a:latin typeface="微软雅黑" pitchFamily="34" charset="-122"/>
                  <a:ea typeface="微软雅黑" pitchFamily="34" charset="-122"/>
                </a:rPr>
                <a:t>不同</a:t>
              </a:r>
              <a:endParaRPr kumimoji="1" lang="en-US" altLang="zh-CN" sz="2000" b="1" dirty="0">
                <a:solidFill>
                  <a:srgbClr val="111111"/>
                </a:solidFill>
                <a:latin typeface="微软雅黑" pitchFamily="34" charset="-122"/>
                <a:ea typeface="微软雅黑" pitchFamily="34" charset="-122"/>
              </a:endParaRPr>
            </a:p>
          </p:txBody>
        </p:sp>
      </p:grpSp>
    </p:spTree>
    <p:extLst>
      <p:ext uri="{BB962C8B-B14F-4D97-AF65-F5344CB8AC3E}">
        <p14:creationId xmlns:p14="http://schemas.microsoft.com/office/powerpoint/2010/main" val="1691522217"/>
      </p:ext>
    </p:extLst>
  </p:cSld>
  <p:clrMapOvr>
    <a:masterClrMapping/>
  </p:clrMapOvr>
  <p:transition>
    <p:fade/>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3666" name="组合 44"/>
          <p:cNvGrpSpPr>
            <a:grpSpLocks/>
          </p:cNvGrpSpPr>
          <p:nvPr/>
        </p:nvGrpSpPr>
        <p:grpSpPr bwMode="auto">
          <a:xfrm>
            <a:off x="512167" y="1290637"/>
            <a:ext cx="7383239" cy="3638310"/>
            <a:chOff x="1282798" y="1938657"/>
            <a:chExt cx="6000192" cy="3940658"/>
          </a:xfrm>
        </p:grpSpPr>
        <p:sp>
          <p:nvSpPr>
            <p:cNvPr id="4" name="矩形 3">
              <a:extLst>
                <a:ext uri="{FF2B5EF4-FFF2-40B4-BE49-F238E27FC236}">
                  <a16:creationId xmlns="" xmlns:a16="http://schemas.microsoft.com/office/drawing/2014/main" id="{5EB73EAD-C751-49AF-8820-B9154E2B1467}"/>
                </a:ext>
              </a:extLst>
            </p:cNvPr>
            <p:cNvSpPr/>
            <p:nvPr/>
          </p:nvSpPr>
          <p:spPr>
            <a:xfrm>
              <a:off x="3453367" y="2537480"/>
              <a:ext cx="2867146" cy="2664003"/>
            </a:xfrm>
            <a:prstGeom prst="rect">
              <a:avLst/>
            </a:prstGeom>
            <a:solidFill>
              <a:srgbClr val="FF99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b="1" dirty="0">
                  <a:solidFill>
                    <a:srgbClr val="111111"/>
                  </a:solidFill>
                </a:rPr>
                <a:t> </a:t>
              </a:r>
              <a:endParaRPr lang="zh-CN" altLang="en-US" b="1" dirty="0">
                <a:solidFill>
                  <a:srgbClr val="111111"/>
                </a:solidFill>
              </a:endParaRPr>
            </a:p>
          </p:txBody>
        </p:sp>
        <p:sp>
          <p:nvSpPr>
            <p:cNvPr id="5" name="Rectangle 44">
              <a:extLst>
                <a:ext uri="{FF2B5EF4-FFF2-40B4-BE49-F238E27FC236}">
                  <a16:creationId xmlns="" xmlns:a16="http://schemas.microsoft.com/office/drawing/2014/main" id="{C6BA6109-A095-4F74-B3E8-B2682AC943E6}"/>
                </a:ext>
              </a:extLst>
            </p:cNvPr>
            <p:cNvSpPr>
              <a:spLocks noChangeArrowheads="1"/>
            </p:cNvSpPr>
            <p:nvPr/>
          </p:nvSpPr>
          <p:spPr bwMode="auto">
            <a:xfrm>
              <a:off x="3575483" y="3691480"/>
              <a:ext cx="2602274" cy="1439491"/>
            </a:xfrm>
            <a:prstGeom prst="rect">
              <a:avLst/>
            </a:prstGeom>
            <a:solidFill>
              <a:schemeClr val="bg1"/>
            </a:solidFill>
            <a:ln w="9525">
              <a:solidFill>
                <a:schemeClr val="tx1"/>
              </a:solidFill>
              <a:miter lim="800000"/>
              <a:headEnd/>
              <a:tailEnd/>
            </a:ln>
          </p:spPr>
          <p:txBody>
            <a:bodyPr wrap="none" anchor="ctr"/>
            <a:lstStyle/>
            <a:p>
              <a:pPr>
                <a:defRPr/>
              </a:pPr>
              <a:endParaRPr lang="zh-CN" altLang="en-US" b="1">
                <a:solidFill>
                  <a:srgbClr val="111111"/>
                </a:solidFill>
                <a:latin typeface="+mn-lt"/>
                <a:ea typeface="黑体" pitchFamily="2" charset="-122"/>
              </a:endParaRPr>
            </a:p>
          </p:txBody>
        </p:sp>
        <p:cxnSp>
          <p:nvCxnSpPr>
            <p:cNvPr id="6" name="直接连接符 5">
              <a:extLst>
                <a:ext uri="{FF2B5EF4-FFF2-40B4-BE49-F238E27FC236}">
                  <a16:creationId xmlns="" xmlns:a16="http://schemas.microsoft.com/office/drawing/2014/main" id="{F99EB68D-B2C7-4565-9C93-10F97300AA18}"/>
                </a:ext>
              </a:extLst>
            </p:cNvPr>
            <p:cNvCxnSpPr>
              <a:stCxn id="28" idx="3"/>
            </p:cNvCxnSpPr>
            <p:nvPr/>
          </p:nvCxnSpPr>
          <p:spPr>
            <a:xfrm>
              <a:off x="6265467" y="3170922"/>
              <a:ext cx="488472" cy="1387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 xmlns:a16="http://schemas.microsoft.com/office/drawing/2014/main" id="{BF03CA49-1966-4643-A934-48C001ACCCA9}"/>
                </a:ext>
              </a:extLst>
            </p:cNvPr>
            <p:cNvCxnSpPr>
              <a:endCxn id="25" idx="1"/>
            </p:cNvCxnSpPr>
            <p:nvPr/>
          </p:nvCxnSpPr>
          <p:spPr>
            <a:xfrm flipV="1">
              <a:off x="2947703" y="3170922"/>
              <a:ext cx="505663" cy="1387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 xmlns:a16="http://schemas.microsoft.com/office/drawing/2014/main" id="{612A84CC-A7D4-4F6A-8B1D-F5AB60D00A7D}"/>
                </a:ext>
              </a:extLst>
            </p:cNvPr>
            <p:cNvCxnSpPr>
              <a:stCxn id="31" idx="3"/>
            </p:cNvCxnSpPr>
            <p:nvPr/>
          </p:nvCxnSpPr>
          <p:spPr>
            <a:xfrm flipV="1">
              <a:off x="6265467" y="2650996"/>
              <a:ext cx="558989" cy="1226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 xmlns:a16="http://schemas.microsoft.com/office/drawing/2014/main" id="{988FCB30-40C2-4EAD-A829-3EB068A6D49F}"/>
                </a:ext>
              </a:extLst>
            </p:cNvPr>
            <p:cNvCxnSpPr>
              <a:endCxn id="22" idx="1"/>
            </p:cNvCxnSpPr>
            <p:nvPr/>
          </p:nvCxnSpPr>
          <p:spPr>
            <a:xfrm>
              <a:off x="3019941" y="2650995"/>
              <a:ext cx="433424" cy="1226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49">
              <a:extLst>
                <a:ext uri="{FF2B5EF4-FFF2-40B4-BE49-F238E27FC236}">
                  <a16:creationId xmlns="" xmlns:a16="http://schemas.microsoft.com/office/drawing/2014/main" id="{459666B1-1234-45C1-938E-64735820F1C6}"/>
                </a:ext>
              </a:extLst>
            </p:cNvPr>
            <p:cNvSpPr>
              <a:spLocks noChangeArrowheads="1"/>
            </p:cNvSpPr>
            <p:nvPr/>
          </p:nvSpPr>
          <p:spPr bwMode="auto">
            <a:xfrm>
              <a:off x="3523885" y="3646774"/>
              <a:ext cx="2653872" cy="71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83527" tIns="41031" rIns="83527" bIns="41031">
              <a:spAutoFit/>
            </a:bodyPr>
            <a:lstStyle/>
            <a:p>
              <a:pPr defTabSz="837330">
                <a:lnSpc>
                  <a:spcPct val="115000"/>
                </a:lnSpc>
                <a:defRPr/>
              </a:pPr>
              <a:r>
                <a:rPr kumimoji="1" lang="en-US" altLang="zh-CN" sz="1600" b="1" dirty="0" smtClean="0">
                  <a:solidFill>
                    <a:srgbClr val="111111"/>
                  </a:solidFill>
                  <a:latin typeface="+mn-lt"/>
                  <a:ea typeface="黑体" pitchFamily="2" charset="-122"/>
                </a:rPr>
                <a:t>  MAC</a:t>
              </a:r>
              <a:r>
                <a:rPr kumimoji="1" lang="zh-CN" altLang="en-US" sz="1600" b="1" dirty="0">
                  <a:solidFill>
                    <a:srgbClr val="111111"/>
                  </a:solidFill>
                  <a:latin typeface="+mn-lt"/>
                  <a:ea typeface="黑体" pitchFamily="2" charset="-122"/>
                </a:rPr>
                <a:t>地址    </a:t>
              </a:r>
              <a:r>
                <a:rPr kumimoji="1" lang="zh-CN" altLang="en-US" sz="1600" b="1" dirty="0" smtClean="0">
                  <a:solidFill>
                    <a:srgbClr val="111111"/>
                  </a:solidFill>
                  <a:latin typeface="+mn-lt"/>
                  <a:ea typeface="黑体" pitchFamily="2" charset="-122"/>
                </a:rPr>
                <a:t>接口    </a:t>
              </a:r>
              <a:r>
                <a:rPr kumimoji="1" lang="zh-CN" altLang="en-US" sz="1600" b="1" dirty="0">
                  <a:solidFill>
                    <a:srgbClr val="111111"/>
                  </a:solidFill>
                  <a:latin typeface="+mn-lt"/>
                  <a:ea typeface="黑体" pitchFamily="2" charset="-122"/>
                </a:rPr>
                <a:t>有效时间</a:t>
              </a:r>
            </a:p>
            <a:p>
              <a:pPr defTabSz="837330">
                <a:lnSpc>
                  <a:spcPct val="105000"/>
                </a:lnSpc>
                <a:defRPr/>
              </a:pPr>
              <a:r>
                <a:rPr kumimoji="1" lang="zh-CN" altLang="en-US" b="1" dirty="0">
                  <a:solidFill>
                    <a:srgbClr val="111111"/>
                  </a:solidFill>
                  <a:latin typeface="+mn-lt"/>
                  <a:ea typeface="黑体" pitchFamily="2" charset="-122"/>
                </a:rPr>
                <a:t> </a:t>
              </a:r>
              <a:r>
                <a:rPr kumimoji="1" lang="zh-CN" altLang="en-US" b="1" dirty="0" smtClean="0">
                  <a:solidFill>
                    <a:srgbClr val="111111"/>
                  </a:solidFill>
                  <a:latin typeface="+mn-lt"/>
                  <a:ea typeface="黑体" pitchFamily="2" charset="-122"/>
                </a:rPr>
                <a:t>  </a:t>
              </a:r>
              <a:r>
                <a:rPr kumimoji="1" lang="en-US" altLang="zh-CN" sz="1600" b="1" dirty="0" smtClean="0">
                  <a:solidFill>
                    <a:srgbClr val="111111"/>
                  </a:solidFill>
                  <a:latin typeface="+mn-lt"/>
                  <a:ea typeface="黑体" pitchFamily="2" charset="-122"/>
                </a:rPr>
                <a:t>A          1</a:t>
              </a:r>
              <a:endParaRPr kumimoji="1" lang="en-US" altLang="zh-CN" sz="1600" b="1" dirty="0">
                <a:solidFill>
                  <a:srgbClr val="111111"/>
                </a:solidFill>
                <a:latin typeface="+mn-lt"/>
                <a:ea typeface="黑体" pitchFamily="2" charset="-122"/>
              </a:endParaRPr>
            </a:p>
          </p:txBody>
        </p:sp>
        <p:sp>
          <p:nvSpPr>
            <p:cNvPr id="11" name="Rectangle 24">
              <a:extLst>
                <a:ext uri="{FF2B5EF4-FFF2-40B4-BE49-F238E27FC236}">
                  <a16:creationId xmlns="" xmlns:a16="http://schemas.microsoft.com/office/drawing/2014/main" id="{B5A3C490-460F-4E71-BC19-D06B121C0E12}"/>
                </a:ext>
              </a:extLst>
            </p:cNvPr>
            <p:cNvSpPr>
              <a:spLocks noChangeArrowheads="1"/>
            </p:cNvSpPr>
            <p:nvPr/>
          </p:nvSpPr>
          <p:spPr bwMode="auto">
            <a:xfrm>
              <a:off x="3945270" y="1938657"/>
              <a:ext cx="1770703" cy="52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zh-CN" altLang="en-US" sz="2600" b="1" dirty="0">
                  <a:solidFill>
                    <a:srgbClr val="111111"/>
                  </a:solidFill>
                  <a:latin typeface="黑体" pitchFamily="2" charset="-122"/>
                  <a:ea typeface="黑体" pitchFamily="2" charset="-122"/>
                </a:rPr>
                <a:t>以太网交换机</a:t>
              </a:r>
              <a:endParaRPr kumimoji="1" lang="en-US" altLang="zh-CN" sz="2600" b="1" dirty="0">
                <a:solidFill>
                  <a:srgbClr val="111111"/>
                </a:solidFill>
                <a:latin typeface="黑体" pitchFamily="2" charset="-122"/>
                <a:ea typeface="黑体" pitchFamily="2" charset="-122"/>
              </a:endParaRPr>
            </a:p>
          </p:txBody>
        </p:sp>
        <p:pic>
          <p:nvPicPr>
            <p:cNvPr id="113679"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0741" y="2393873"/>
              <a:ext cx="468313"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34">
              <a:extLst>
                <a:ext uri="{FF2B5EF4-FFF2-40B4-BE49-F238E27FC236}">
                  <a16:creationId xmlns="" xmlns:a16="http://schemas.microsoft.com/office/drawing/2014/main" id="{6D3E1B5E-AEB7-415B-9DB3-D45746F0BFAB}"/>
                </a:ext>
              </a:extLst>
            </p:cNvPr>
            <p:cNvSpPr>
              <a:spLocks noChangeArrowheads="1"/>
            </p:cNvSpPr>
            <p:nvPr/>
          </p:nvSpPr>
          <p:spPr bwMode="auto">
            <a:xfrm>
              <a:off x="2427781" y="2346579"/>
              <a:ext cx="232186" cy="389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b="1" dirty="0">
                  <a:solidFill>
                    <a:srgbClr val="111111"/>
                  </a:solidFill>
                  <a:latin typeface="+mn-lt"/>
                  <a:ea typeface="黑体" pitchFamily="2" charset="-122"/>
                </a:rPr>
                <a:t>A</a:t>
              </a:r>
              <a:endParaRPr kumimoji="1" lang="en-US" altLang="zh-CN" b="1" baseline="-25000" dirty="0">
                <a:solidFill>
                  <a:srgbClr val="111111"/>
                </a:solidFill>
                <a:latin typeface="+mn-lt"/>
                <a:ea typeface="黑体" pitchFamily="2" charset="-122"/>
              </a:endParaRPr>
            </a:p>
          </p:txBody>
        </p:sp>
        <p:sp>
          <p:nvSpPr>
            <p:cNvPr id="14" name="Line 50">
              <a:extLst>
                <a:ext uri="{FF2B5EF4-FFF2-40B4-BE49-F238E27FC236}">
                  <a16:creationId xmlns="" xmlns:a16="http://schemas.microsoft.com/office/drawing/2014/main" id="{553A07DA-A11F-4559-9EB7-4FD0D4F0A007}"/>
                </a:ext>
              </a:extLst>
            </p:cNvPr>
            <p:cNvSpPr>
              <a:spLocks noChangeShapeType="1"/>
            </p:cNvSpPr>
            <p:nvPr/>
          </p:nvSpPr>
          <p:spPr bwMode="auto">
            <a:xfrm>
              <a:off x="4509412" y="3691480"/>
              <a:ext cx="0" cy="14394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solidFill>
                  <a:srgbClr val="111111"/>
                </a:solidFill>
                <a:latin typeface="+mn-lt"/>
                <a:ea typeface="黑体" pitchFamily="2" charset="-122"/>
              </a:endParaRPr>
            </a:p>
          </p:txBody>
        </p:sp>
        <p:grpSp>
          <p:nvGrpSpPr>
            <p:cNvPr id="113682" name="组合 14"/>
            <p:cNvGrpSpPr>
              <a:grpSpLocks/>
            </p:cNvGrpSpPr>
            <p:nvPr/>
          </p:nvGrpSpPr>
          <p:grpSpPr bwMode="auto">
            <a:xfrm>
              <a:off x="3575141" y="3978198"/>
              <a:ext cx="2601995" cy="863600"/>
              <a:chOff x="3575141" y="4437298"/>
              <a:chExt cx="1439863" cy="863600"/>
            </a:xfrm>
          </p:grpSpPr>
          <p:sp>
            <p:nvSpPr>
              <p:cNvPr id="16" name="Line 45">
                <a:extLst>
                  <a:ext uri="{FF2B5EF4-FFF2-40B4-BE49-F238E27FC236}">
                    <a16:creationId xmlns="" xmlns:a16="http://schemas.microsoft.com/office/drawing/2014/main" id="{48225899-8C85-44B2-A5B8-48E23118F1E6}"/>
                  </a:ext>
                </a:extLst>
              </p:cNvPr>
              <p:cNvSpPr>
                <a:spLocks noChangeShapeType="1"/>
              </p:cNvSpPr>
              <p:nvPr/>
            </p:nvSpPr>
            <p:spPr bwMode="auto">
              <a:xfrm>
                <a:off x="3575330" y="4437791"/>
                <a:ext cx="144001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solidFill>
                    <a:srgbClr val="111111"/>
                  </a:solidFill>
                  <a:latin typeface="+mn-lt"/>
                  <a:ea typeface="黑体" pitchFamily="2" charset="-122"/>
                </a:endParaRPr>
              </a:p>
            </p:txBody>
          </p:sp>
          <p:sp>
            <p:nvSpPr>
              <p:cNvPr id="17" name="Line 46">
                <a:extLst>
                  <a:ext uri="{FF2B5EF4-FFF2-40B4-BE49-F238E27FC236}">
                    <a16:creationId xmlns="" xmlns:a16="http://schemas.microsoft.com/office/drawing/2014/main" id="{0DB84D42-CC7F-49D5-B872-2F5FBF224221}"/>
                  </a:ext>
                </a:extLst>
              </p:cNvPr>
              <p:cNvSpPr>
                <a:spLocks noChangeShapeType="1"/>
              </p:cNvSpPr>
              <p:nvPr/>
            </p:nvSpPr>
            <p:spPr bwMode="auto">
              <a:xfrm>
                <a:off x="3575330" y="4725001"/>
                <a:ext cx="144001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solidFill>
                    <a:srgbClr val="111111"/>
                  </a:solidFill>
                  <a:latin typeface="+mn-lt"/>
                  <a:ea typeface="黑体" pitchFamily="2" charset="-122"/>
                </a:endParaRPr>
              </a:p>
            </p:txBody>
          </p:sp>
          <p:sp>
            <p:nvSpPr>
              <p:cNvPr id="18" name="Line 47">
                <a:extLst>
                  <a:ext uri="{FF2B5EF4-FFF2-40B4-BE49-F238E27FC236}">
                    <a16:creationId xmlns="" xmlns:a16="http://schemas.microsoft.com/office/drawing/2014/main" id="{F1D20AA8-43EC-4014-A1C6-D3B3423AE637}"/>
                  </a:ext>
                </a:extLst>
              </p:cNvPr>
              <p:cNvSpPr>
                <a:spLocks noChangeShapeType="1"/>
              </p:cNvSpPr>
              <p:nvPr/>
            </p:nvSpPr>
            <p:spPr bwMode="auto">
              <a:xfrm>
                <a:off x="3575330" y="5012212"/>
                <a:ext cx="1440017" cy="17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solidFill>
                    <a:srgbClr val="111111"/>
                  </a:solidFill>
                  <a:latin typeface="+mn-lt"/>
                  <a:ea typeface="黑体" pitchFamily="2" charset="-122"/>
                </a:endParaRPr>
              </a:p>
            </p:txBody>
          </p:sp>
          <p:sp>
            <p:nvSpPr>
              <p:cNvPr id="19" name="Line 66">
                <a:extLst>
                  <a:ext uri="{FF2B5EF4-FFF2-40B4-BE49-F238E27FC236}">
                    <a16:creationId xmlns="" xmlns:a16="http://schemas.microsoft.com/office/drawing/2014/main" id="{6C2096A2-8BFE-49D6-81EE-7ACDD73E6F72}"/>
                  </a:ext>
                </a:extLst>
              </p:cNvPr>
              <p:cNvSpPr>
                <a:spLocks noChangeShapeType="1"/>
              </p:cNvSpPr>
              <p:nvPr/>
            </p:nvSpPr>
            <p:spPr bwMode="auto">
              <a:xfrm>
                <a:off x="3575330" y="5299421"/>
                <a:ext cx="1440017" cy="17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solidFill>
                    <a:srgbClr val="111111"/>
                  </a:solidFill>
                  <a:latin typeface="+mn-lt"/>
                  <a:ea typeface="黑体" pitchFamily="2" charset="-122"/>
                </a:endParaRPr>
              </a:p>
            </p:txBody>
          </p:sp>
        </p:grpSp>
        <p:grpSp>
          <p:nvGrpSpPr>
            <p:cNvPr id="113683" name="组合 57"/>
            <p:cNvGrpSpPr>
              <a:grpSpLocks/>
            </p:cNvGrpSpPr>
            <p:nvPr/>
          </p:nvGrpSpPr>
          <p:grpSpPr bwMode="auto">
            <a:xfrm>
              <a:off x="3453365" y="2578761"/>
              <a:ext cx="287231" cy="389767"/>
              <a:chOff x="2268208" y="1237748"/>
              <a:chExt cx="287926" cy="389767"/>
            </a:xfrm>
          </p:grpSpPr>
          <p:sp>
            <p:nvSpPr>
              <p:cNvPr id="21" name="矩形 20">
                <a:extLst>
                  <a:ext uri="{FF2B5EF4-FFF2-40B4-BE49-F238E27FC236}">
                    <a16:creationId xmlns="" xmlns:a16="http://schemas.microsoft.com/office/drawing/2014/main" id="{CCBFA2D2-077D-4970-B902-5C9DF64F625C}"/>
                  </a:ext>
                </a:extLst>
              </p:cNvPr>
              <p:cNvSpPr/>
              <p:nvPr/>
            </p:nvSpPr>
            <p:spPr>
              <a:xfrm>
                <a:off x="2268208" y="1339212"/>
                <a:ext cx="287926" cy="216698"/>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dirty="0">
                  <a:ln>
                    <a:prstDash val="solid"/>
                  </a:ln>
                  <a:solidFill>
                    <a:srgbClr val="111111"/>
                  </a:solidFill>
                  <a:effectLst>
                    <a:outerShdw blurRad="88000" dist="50800" dir="5040000" algn="tl">
                      <a:schemeClr val="accent4">
                        <a:tint val="80000"/>
                        <a:satMod val="250000"/>
                        <a:alpha val="45000"/>
                      </a:schemeClr>
                    </a:outerShdw>
                  </a:effectLst>
                </a:endParaRPr>
              </a:p>
            </p:txBody>
          </p:sp>
          <p:sp>
            <p:nvSpPr>
              <p:cNvPr id="22" name="Rectangle 40">
                <a:extLst>
                  <a:ext uri="{FF2B5EF4-FFF2-40B4-BE49-F238E27FC236}">
                    <a16:creationId xmlns="" xmlns:a16="http://schemas.microsoft.com/office/drawing/2014/main" id="{910D7989-E9A1-4E9B-9B8D-EF1BC99EDC7B}"/>
                  </a:ext>
                </a:extLst>
              </p:cNvPr>
              <p:cNvSpPr>
                <a:spLocks noChangeArrowheads="1"/>
              </p:cNvSpPr>
              <p:nvPr/>
            </p:nvSpPr>
            <p:spPr bwMode="auto">
              <a:xfrm>
                <a:off x="2268208" y="1237748"/>
                <a:ext cx="232748" cy="389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b="1" dirty="0">
                    <a:solidFill>
                      <a:srgbClr val="111111"/>
                    </a:solidFill>
                    <a:latin typeface="+mn-lt"/>
                    <a:ea typeface="黑体" pitchFamily="2" charset="-122"/>
                  </a:rPr>
                  <a:t>1</a:t>
                </a:r>
                <a:endParaRPr kumimoji="1" lang="en-US" altLang="zh-CN" b="1" baseline="-25000" dirty="0">
                  <a:solidFill>
                    <a:srgbClr val="111111"/>
                  </a:solidFill>
                  <a:latin typeface="+mn-lt"/>
                  <a:ea typeface="黑体" pitchFamily="2" charset="-122"/>
                </a:endParaRPr>
              </a:p>
            </p:txBody>
          </p:sp>
        </p:grpSp>
        <p:grpSp>
          <p:nvGrpSpPr>
            <p:cNvPr id="113684" name="组合 58"/>
            <p:cNvGrpSpPr>
              <a:grpSpLocks/>
            </p:cNvGrpSpPr>
            <p:nvPr/>
          </p:nvGrpSpPr>
          <p:grpSpPr bwMode="auto">
            <a:xfrm>
              <a:off x="3453365" y="2976039"/>
              <a:ext cx="287231" cy="389767"/>
              <a:chOff x="2268208" y="1247610"/>
              <a:chExt cx="287926" cy="390962"/>
            </a:xfrm>
          </p:grpSpPr>
          <p:sp>
            <p:nvSpPr>
              <p:cNvPr id="24" name="矩形 23">
                <a:extLst>
                  <a:ext uri="{FF2B5EF4-FFF2-40B4-BE49-F238E27FC236}">
                    <a16:creationId xmlns="" xmlns:a16="http://schemas.microsoft.com/office/drawing/2014/main" id="{6BE05EE0-9E6B-4D94-9451-16992A04BA50}"/>
                  </a:ext>
                </a:extLst>
              </p:cNvPr>
              <p:cNvSpPr/>
              <p:nvPr/>
            </p:nvSpPr>
            <p:spPr>
              <a:xfrm>
                <a:off x="2268208" y="1340760"/>
                <a:ext cx="287926" cy="2173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dirty="0">
                  <a:ln>
                    <a:prstDash val="solid"/>
                  </a:ln>
                  <a:solidFill>
                    <a:srgbClr val="111111"/>
                  </a:solidFill>
                  <a:effectLst>
                    <a:outerShdw blurRad="88000" dist="50800" dir="5040000" algn="tl">
                      <a:schemeClr val="accent4">
                        <a:tint val="80000"/>
                        <a:satMod val="250000"/>
                        <a:alpha val="45000"/>
                      </a:schemeClr>
                    </a:outerShdw>
                  </a:effectLst>
                </a:endParaRPr>
              </a:p>
            </p:txBody>
          </p:sp>
          <p:sp>
            <p:nvSpPr>
              <p:cNvPr id="25" name="Rectangle 40">
                <a:extLst>
                  <a:ext uri="{FF2B5EF4-FFF2-40B4-BE49-F238E27FC236}">
                    <a16:creationId xmlns="" xmlns:a16="http://schemas.microsoft.com/office/drawing/2014/main" id="{4158B378-75B4-44AA-B446-501DD820103C}"/>
                  </a:ext>
                </a:extLst>
              </p:cNvPr>
              <p:cNvSpPr>
                <a:spLocks noChangeArrowheads="1"/>
              </p:cNvSpPr>
              <p:nvPr/>
            </p:nvSpPr>
            <p:spPr bwMode="auto">
              <a:xfrm>
                <a:off x="2268208" y="1247610"/>
                <a:ext cx="232748" cy="390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b="1" dirty="0">
                    <a:solidFill>
                      <a:srgbClr val="111111"/>
                    </a:solidFill>
                    <a:latin typeface="+mn-lt"/>
                    <a:ea typeface="黑体" pitchFamily="2" charset="-122"/>
                  </a:rPr>
                  <a:t>2</a:t>
                </a:r>
                <a:endParaRPr kumimoji="1" lang="en-US" altLang="zh-CN" b="1" baseline="-25000" dirty="0">
                  <a:solidFill>
                    <a:srgbClr val="111111"/>
                  </a:solidFill>
                  <a:latin typeface="+mn-lt"/>
                  <a:ea typeface="黑体" pitchFamily="2" charset="-122"/>
                </a:endParaRPr>
              </a:p>
            </p:txBody>
          </p:sp>
        </p:grpSp>
        <p:grpSp>
          <p:nvGrpSpPr>
            <p:cNvPr id="113685" name="组合 61"/>
            <p:cNvGrpSpPr>
              <a:grpSpLocks/>
            </p:cNvGrpSpPr>
            <p:nvPr/>
          </p:nvGrpSpPr>
          <p:grpSpPr bwMode="auto">
            <a:xfrm>
              <a:off x="6025540" y="2976039"/>
              <a:ext cx="288951" cy="389767"/>
              <a:chOff x="2260188" y="1247610"/>
              <a:chExt cx="288058" cy="390962"/>
            </a:xfrm>
          </p:grpSpPr>
          <p:sp>
            <p:nvSpPr>
              <p:cNvPr id="27" name="矩形 26">
                <a:extLst>
                  <a:ext uri="{FF2B5EF4-FFF2-40B4-BE49-F238E27FC236}">
                    <a16:creationId xmlns="" xmlns:a16="http://schemas.microsoft.com/office/drawing/2014/main" id="{94F3D7BF-107C-409D-968C-88797A066B18}"/>
                  </a:ext>
                </a:extLst>
              </p:cNvPr>
              <p:cNvSpPr/>
              <p:nvPr/>
            </p:nvSpPr>
            <p:spPr>
              <a:xfrm>
                <a:off x="2260188" y="1340760"/>
                <a:ext cx="288058" cy="2173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dirty="0">
                  <a:ln>
                    <a:prstDash val="solid"/>
                  </a:ln>
                  <a:solidFill>
                    <a:srgbClr val="111111"/>
                  </a:solidFill>
                  <a:effectLst>
                    <a:outerShdw blurRad="88000" dist="50800" dir="5040000" algn="tl">
                      <a:schemeClr val="accent4">
                        <a:tint val="80000"/>
                        <a:satMod val="250000"/>
                        <a:alpha val="45000"/>
                      </a:schemeClr>
                    </a:outerShdw>
                  </a:effectLst>
                </a:endParaRPr>
              </a:p>
            </p:txBody>
          </p:sp>
          <p:sp>
            <p:nvSpPr>
              <p:cNvPr id="28" name="Rectangle 40">
                <a:extLst>
                  <a:ext uri="{FF2B5EF4-FFF2-40B4-BE49-F238E27FC236}">
                    <a16:creationId xmlns="" xmlns:a16="http://schemas.microsoft.com/office/drawing/2014/main" id="{39757CCC-113F-477C-96DA-B6113B7E2E17}"/>
                  </a:ext>
                </a:extLst>
              </p:cNvPr>
              <p:cNvSpPr>
                <a:spLocks noChangeArrowheads="1"/>
              </p:cNvSpPr>
              <p:nvPr/>
            </p:nvSpPr>
            <p:spPr bwMode="auto">
              <a:xfrm>
                <a:off x="2267905" y="1247610"/>
                <a:ext cx="231469" cy="390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b="1" dirty="0">
                    <a:solidFill>
                      <a:srgbClr val="111111"/>
                    </a:solidFill>
                    <a:latin typeface="+mn-lt"/>
                    <a:ea typeface="黑体" pitchFamily="2" charset="-122"/>
                  </a:rPr>
                  <a:t>4</a:t>
                </a:r>
                <a:endParaRPr kumimoji="1" lang="en-US" altLang="zh-CN" b="1" baseline="-25000" dirty="0">
                  <a:solidFill>
                    <a:srgbClr val="111111"/>
                  </a:solidFill>
                  <a:latin typeface="+mn-lt"/>
                  <a:ea typeface="黑体" pitchFamily="2" charset="-122"/>
                </a:endParaRPr>
              </a:p>
            </p:txBody>
          </p:sp>
        </p:grpSp>
        <p:grpSp>
          <p:nvGrpSpPr>
            <p:cNvPr id="113686" name="组合 64"/>
            <p:cNvGrpSpPr>
              <a:grpSpLocks/>
            </p:cNvGrpSpPr>
            <p:nvPr/>
          </p:nvGrpSpPr>
          <p:grpSpPr bwMode="auto">
            <a:xfrm>
              <a:off x="6025540" y="2578765"/>
              <a:ext cx="288951" cy="389767"/>
              <a:chOff x="2260188" y="1237802"/>
              <a:chExt cx="288058" cy="389117"/>
            </a:xfrm>
          </p:grpSpPr>
          <p:sp>
            <p:nvSpPr>
              <p:cNvPr id="30" name="矩形 29">
                <a:extLst>
                  <a:ext uri="{FF2B5EF4-FFF2-40B4-BE49-F238E27FC236}">
                    <a16:creationId xmlns="" xmlns:a16="http://schemas.microsoft.com/office/drawing/2014/main" id="{18C5BDAC-20DE-47E9-AB36-A5410A47B234}"/>
                  </a:ext>
                </a:extLst>
              </p:cNvPr>
              <p:cNvSpPr/>
              <p:nvPr/>
            </p:nvSpPr>
            <p:spPr>
              <a:xfrm>
                <a:off x="2260188" y="1339094"/>
                <a:ext cx="288058" cy="218054"/>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dirty="0">
                  <a:ln>
                    <a:prstDash val="solid"/>
                  </a:ln>
                  <a:solidFill>
                    <a:srgbClr val="111111"/>
                  </a:solidFill>
                  <a:effectLst>
                    <a:outerShdw blurRad="88000" dist="50800" dir="5040000" algn="tl">
                      <a:schemeClr val="accent4">
                        <a:tint val="80000"/>
                        <a:satMod val="250000"/>
                        <a:alpha val="45000"/>
                      </a:schemeClr>
                    </a:outerShdw>
                  </a:effectLst>
                </a:endParaRPr>
              </a:p>
            </p:txBody>
          </p:sp>
          <p:sp>
            <p:nvSpPr>
              <p:cNvPr id="31" name="Rectangle 40">
                <a:extLst>
                  <a:ext uri="{FF2B5EF4-FFF2-40B4-BE49-F238E27FC236}">
                    <a16:creationId xmlns="" xmlns:a16="http://schemas.microsoft.com/office/drawing/2014/main" id="{A1E3BAF6-E7E4-43EE-ADA6-B8EA58345C09}"/>
                  </a:ext>
                </a:extLst>
              </p:cNvPr>
              <p:cNvSpPr>
                <a:spLocks noChangeArrowheads="1"/>
              </p:cNvSpPr>
              <p:nvPr/>
            </p:nvSpPr>
            <p:spPr bwMode="auto">
              <a:xfrm>
                <a:off x="2267905" y="1237802"/>
                <a:ext cx="231469" cy="389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b="1" dirty="0">
                    <a:solidFill>
                      <a:srgbClr val="111111"/>
                    </a:solidFill>
                    <a:latin typeface="+mn-lt"/>
                    <a:ea typeface="黑体" pitchFamily="2" charset="-122"/>
                  </a:rPr>
                  <a:t>3</a:t>
                </a:r>
                <a:endParaRPr kumimoji="1" lang="en-US" altLang="zh-CN" b="1" baseline="-25000" dirty="0">
                  <a:solidFill>
                    <a:srgbClr val="111111"/>
                  </a:solidFill>
                  <a:latin typeface="+mn-lt"/>
                  <a:ea typeface="黑体" pitchFamily="2" charset="-122"/>
                </a:endParaRPr>
              </a:p>
            </p:txBody>
          </p:sp>
        </p:grpSp>
        <p:sp>
          <p:nvSpPr>
            <p:cNvPr id="32" name="Rectangle 24">
              <a:extLst>
                <a:ext uri="{FF2B5EF4-FFF2-40B4-BE49-F238E27FC236}">
                  <a16:creationId xmlns="" xmlns:a16="http://schemas.microsoft.com/office/drawing/2014/main" id="{5B7AA354-F1FD-4C2E-8FC9-7023633FB4FA}"/>
                </a:ext>
              </a:extLst>
            </p:cNvPr>
            <p:cNvSpPr>
              <a:spLocks noChangeArrowheads="1"/>
            </p:cNvSpPr>
            <p:nvPr/>
          </p:nvSpPr>
          <p:spPr bwMode="auto">
            <a:xfrm>
              <a:off x="4586810" y="3241685"/>
              <a:ext cx="703772" cy="389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zh-CN" altLang="en-US" b="1" dirty="0">
                  <a:solidFill>
                    <a:srgbClr val="111111"/>
                  </a:solidFill>
                  <a:latin typeface="+mn-lt"/>
                  <a:ea typeface="黑体" pitchFamily="2" charset="-122"/>
                </a:rPr>
                <a:t>交换表</a:t>
              </a:r>
              <a:endParaRPr kumimoji="1" lang="en-US" altLang="zh-CN" b="1" dirty="0">
                <a:solidFill>
                  <a:srgbClr val="111111"/>
                </a:solidFill>
                <a:latin typeface="+mn-lt"/>
                <a:ea typeface="黑体" pitchFamily="2" charset="-122"/>
              </a:endParaRPr>
            </a:p>
          </p:txBody>
        </p:sp>
        <p:pic>
          <p:nvPicPr>
            <p:cNvPr id="113688"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09383" y="3041573"/>
              <a:ext cx="4683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Rectangle 34">
              <a:extLst>
                <a:ext uri="{FF2B5EF4-FFF2-40B4-BE49-F238E27FC236}">
                  <a16:creationId xmlns="" xmlns:a16="http://schemas.microsoft.com/office/drawing/2014/main" id="{3A97187C-E1EA-44BD-8E0E-D1FC898AF50A}"/>
                </a:ext>
              </a:extLst>
            </p:cNvPr>
            <p:cNvSpPr>
              <a:spLocks noChangeArrowheads="1"/>
            </p:cNvSpPr>
            <p:nvPr/>
          </p:nvSpPr>
          <p:spPr bwMode="auto">
            <a:xfrm>
              <a:off x="7050804" y="2993232"/>
              <a:ext cx="232186" cy="389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b="1" dirty="0">
                  <a:solidFill>
                    <a:srgbClr val="111111"/>
                  </a:solidFill>
                  <a:latin typeface="+mn-lt"/>
                  <a:ea typeface="黑体" pitchFamily="2" charset="-122"/>
                </a:rPr>
                <a:t>D</a:t>
              </a:r>
              <a:endParaRPr kumimoji="1" lang="en-US" altLang="zh-CN" b="1" baseline="-25000" dirty="0">
                <a:solidFill>
                  <a:srgbClr val="111111"/>
                </a:solidFill>
                <a:latin typeface="+mn-lt"/>
                <a:ea typeface="黑体" pitchFamily="2" charset="-122"/>
              </a:endParaRPr>
            </a:p>
          </p:txBody>
        </p:sp>
        <p:pic>
          <p:nvPicPr>
            <p:cNvPr id="113690"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0741" y="3041573"/>
              <a:ext cx="468313"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691"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09383" y="2393873"/>
              <a:ext cx="4683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Rectangle 34">
              <a:extLst>
                <a:ext uri="{FF2B5EF4-FFF2-40B4-BE49-F238E27FC236}">
                  <a16:creationId xmlns="" xmlns:a16="http://schemas.microsoft.com/office/drawing/2014/main" id="{A88E0FE7-2EDC-4A3F-B825-1A8A7D63633B}"/>
                </a:ext>
              </a:extLst>
            </p:cNvPr>
            <p:cNvSpPr>
              <a:spLocks noChangeArrowheads="1"/>
            </p:cNvSpPr>
            <p:nvPr/>
          </p:nvSpPr>
          <p:spPr bwMode="auto">
            <a:xfrm>
              <a:off x="7050804" y="2346579"/>
              <a:ext cx="232186" cy="389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b="1" dirty="0">
                  <a:solidFill>
                    <a:srgbClr val="111111"/>
                  </a:solidFill>
                  <a:latin typeface="+mn-lt"/>
                  <a:ea typeface="黑体" pitchFamily="2" charset="-122"/>
                </a:rPr>
                <a:t>B</a:t>
              </a:r>
              <a:endParaRPr kumimoji="1" lang="en-US" altLang="zh-CN" b="1" baseline="-25000" dirty="0">
                <a:solidFill>
                  <a:srgbClr val="111111"/>
                </a:solidFill>
                <a:latin typeface="+mn-lt"/>
                <a:ea typeface="黑体" pitchFamily="2" charset="-122"/>
              </a:endParaRPr>
            </a:p>
          </p:txBody>
        </p:sp>
        <p:sp>
          <p:nvSpPr>
            <p:cNvPr id="38" name="Line 50">
              <a:extLst>
                <a:ext uri="{FF2B5EF4-FFF2-40B4-BE49-F238E27FC236}">
                  <a16:creationId xmlns="" xmlns:a16="http://schemas.microsoft.com/office/drawing/2014/main" id="{0FEF9212-B62B-4BA1-853E-E0BD03E350AC}"/>
                </a:ext>
              </a:extLst>
            </p:cNvPr>
            <p:cNvSpPr>
              <a:spLocks noChangeShapeType="1"/>
            </p:cNvSpPr>
            <p:nvPr/>
          </p:nvSpPr>
          <p:spPr bwMode="auto">
            <a:xfrm>
              <a:off x="5176296" y="3691480"/>
              <a:ext cx="0" cy="14394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solidFill>
                  <a:srgbClr val="111111"/>
                </a:solidFill>
                <a:latin typeface="+mn-lt"/>
                <a:ea typeface="黑体" pitchFamily="2" charset="-122"/>
              </a:endParaRPr>
            </a:p>
          </p:txBody>
        </p:sp>
        <p:sp>
          <p:nvSpPr>
            <p:cNvPr id="39" name="Rectangle 34">
              <a:extLst>
                <a:ext uri="{FF2B5EF4-FFF2-40B4-BE49-F238E27FC236}">
                  <a16:creationId xmlns="" xmlns:a16="http://schemas.microsoft.com/office/drawing/2014/main" id="{5ADE298D-52F6-4B4C-94F6-05AF4C991FE0}"/>
                </a:ext>
              </a:extLst>
            </p:cNvPr>
            <p:cNvSpPr>
              <a:spLocks noChangeArrowheads="1"/>
            </p:cNvSpPr>
            <p:nvPr/>
          </p:nvSpPr>
          <p:spPr bwMode="auto">
            <a:xfrm>
              <a:off x="2427781" y="3041387"/>
              <a:ext cx="232186" cy="389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b="1" dirty="0">
                  <a:solidFill>
                    <a:srgbClr val="111111"/>
                  </a:solidFill>
                  <a:latin typeface="+mn-lt"/>
                  <a:ea typeface="黑体" pitchFamily="2" charset="-122"/>
                </a:rPr>
                <a:t>C</a:t>
              </a:r>
              <a:endParaRPr kumimoji="1" lang="en-US" altLang="zh-CN" b="1" baseline="-25000" dirty="0">
                <a:solidFill>
                  <a:srgbClr val="111111"/>
                </a:solidFill>
                <a:latin typeface="+mn-lt"/>
                <a:ea typeface="黑体" pitchFamily="2" charset="-122"/>
              </a:endParaRPr>
            </a:p>
          </p:txBody>
        </p:sp>
        <p:sp>
          <p:nvSpPr>
            <p:cNvPr id="40" name="矩形 39">
              <a:extLst>
                <a:ext uri="{FF2B5EF4-FFF2-40B4-BE49-F238E27FC236}">
                  <a16:creationId xmlns="" xmlns:a16="http://schemas.microsoft.com/office/drawing/2014/main" id="{0A2AC9DC-ED25-4AB1-8343-30960F715800}"/>
                </a:ext>
              </a:extLst>
            </p:cNvPr>
            <p:cNvSpPr/>
            <p:nvPr/>
          </p:nvSpPr>
          <p:spPr>
            <a:xfrm>
              <a:off x="2660473" y="5345949"/>
              <a:ext cx="4473572" cy="533366"/>
            </a:xfrm>
            <a:prstGeom prst="rect">
              <a:avLst/>
            </a:prstGeom>
          </p:spPr>
          <p:txBody>
            <a:bodyPr>
              <a:spAutoFit/>
            </a:bodyPr>
            <a:lstStyle/>
            <a:p>
              <a:pPr algn="ctr">
                <a:defRPr/>
              </a:pPr>
              <a:r>
                <a:rPr lang="zh-CN" altLang="en-US" sz="2600" b="1" dirty="0">
                  <a:solidFill>
                    <a:srgbClr val="111111"/>
                  </a:solidFill>
                  <a:latin typeface="+mn-lt"/>
                  <a:ea typeface="黑体" pitchFamily="2" charset="-122"/>
                </a:rPr>
                <a:t>交换了两帧后的交换表</a:t>
              </a:r>
              <a:endParaRPr lang="en-US" altLang="zh-CN" sz="2600" b="1" dirty="0">
                <a:solidFill>
                  <a:srgbClr val="111111"/>
                </a:solidFill>
                <a:latin typeface="+mn-lt"/>
                <a:ea typeface="黑体" pitchFamily="2" charset="-122"/>
              </a:endParaRPr>
            </a:p>
          </p:txBody>
        </p:sp>
        <p:sp>
          <p:nvSpPr>
            <p:cNvPr id="41" name="Rectangle 24">
              <a:extLst>
                <a:ext uri="{FF2B5EF4-FFF2-40B4-BE49-F238E27FC236}">
                  <a16:creationId xmlns="" xmlns:a16="http://schemas.microsoft.com/office/drawing/2014/main" id="{48D490D5-6EAC-41E0-98EF-1DD833D76077}"/>
                </a:ext>
              </a:extLst>
            </p:cNvPr>
            <p:cNvSpPr>
              <a:spLocks noChangeArrowheads="1"/>
            </p:cNvSpPr>
            <p:nvPr/>
          </p:nvSpPr>
          <p:spPr bwMode="auto">
            <a:xfrm>
              <a:off x="1282798" y="3932255"/>
              <a:ext cx="2086292" cy="732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3527" tIns="41031" rIns="83527" bIns="41031">
              <a:spAutoFit/>
            </a:bodyPr>
            <a:lstStyle/>
            <a:p>
              <a:pPr defTabSz="837330">
                <a:spcBef>
                  <a:spcPts val="330"/>
                </a:spcBef>
                <a:defRPr/>
              </a:pPr>
              <a:r>
                <a:rPr kumimoji="1" lang="en-US" altLang="zh-CN" b="1" dirty="0">
                  <a:solidFill>
                    <a:srgbClr val="111111"/>
                  </a:solidFill>
                  <a:latin typeface="+mn-lt"/>
                  <a:ea typeface="黑体" pitchFamily="2" charset="-122"/>
                </a:rPr>
                <a:t>A </a:t>
              </a:r>
              <a:r>
                <a:rPr kumimoji="1" lang="zh-CN" altLang="en-US" b="1" dirty="0">
                  <a:solidFill>
                    <a:srgbClr val="111111"/>
                  </a:solidFill>
                  <a:latin typeface="+mn-lt"/>
                  <a:ea typeface="黑体" pitchFamily="2" charset="-122"/>
                </a:rPr>
                <a:t>发送一帧给 </a:t>
              </a:r>
              <a:r>
                <a:rPr kumimoji="1" lang="en-US" altLang="zh-CN" b="1" dirty="0">
                  <a:solidFill>
                    <a:srgbClr val="111111"/>
                  </a:solidFill>
                  <a:latin typeface="+mn-lt"/>
                  <a:ea typeface="黑体" pitchFamily="2" charset="-122"/>
                </a:rPr>
                <a:t>B</a:t>
              </a:r>
            </a:p>
            <a:p>
              <a:pPr defTabSz="837330">
                <a:spcBef>
                  <a:spcPts val="330"/>
                </a:spcBef>
                <a:defRPr/>
              </a:pPr>
              <a:r>
                <a:rPr kumimoji="1" lang="en-US" altLang="zh-CN" b="1" dirty="0">
                  <a:solidFill>
                    <a:srgbClr val="111111"/>
                  </a:solidFill>
                  <a:latin typeface="+mn-lt"/>
                  <a:ea typeface="黑体" pitchFamily="2" charset="-122"/>
                </a:rPr>
                <a:t>B </a:t>
              </a:r>
              <a:r>
                <a:rPr kumimoji="1" lang="zh-CN" altLang="en-US" b="1" dirty="0">
                  <a:solidFill>
                    <a:srgbClr val="111111"/>
                  </a:solidFill>
                  <a:latin typeface="+mn-lt"/>
                  <a:ea typeface="黑体" pitchFamily="2" charset="-122"/>
                </a:rPr>
                <a:t>发送一帧给 </a:t>
              </a:r>
              <a:r>
                <a:rPr kumimoji="1" lang="en-US" altLang="zh-CN" b="1" dirty="0">
                  <a:solidFill>
                    <a:srgbClr val="111111"/>
                  </a:solidFill>
                  <a:latin typeface="+mn-lt"/>
                  <a:ea typeface="黑体" pitchFamily="2" charset="-122"/>
                </a:rPr>
                <a:t>A</a:t>
              </a:r>
            </a:p>
          </p:txBody>
        </p:sp>
        <p:sp>
          <p:nvSpPr>
            <p:cNvPr id="42" name="右箭头 41">
              <a:extLst>
                <a:ext uri="{FF2B5EF4-FFF2-40B4-BE49-F238E27FC236}">
                  <a16:creationId xmlns="" xmlns:a16="http://schemas.microsoft.com/office/drawing/2014/main" id="{E0A80492-39E1-4562-9BE9-8A1F796B23E7}"/>
                </a:ext>
              </a:extLst>
            </p:cNvPr>
            <p:cNvSpPr/>
            <p:nvPr/>
          </p:nvSpPr>
          <p:spPr>
            <a:xfrm>
              <a:off x="3097339" y="4107676"/>
              <a:ext cx="486743" cy="101470"/>
            </a:xfrm>
            <a:prstGeom prst="rightArrow">
              <a:avLst>
                <a:gd name="adj1" fmla="val 50000"/>
                <a:gd name="adj2" fmla="val 127331"/>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rgbClr val="111111"/>
                </a:solidFill>
              </a:endParaRPr>
            </a:p>
          </p:txBody>
        </p:sp>
        <p:sp>
          <p:nvSpPr>
            <p:cNvPr id="43" name="右箭头 42">
              <a:extLst>
                <a:ext uri="{FF2B5EF4-FFF2-40B4-BE49-F238E27FC236}">
                  <a16:creationId xmlns="" xmlns:a16="http://schemas.microsoft.com/office/drawing/2014/main" id="{B4CE2036-413B-413C-88A7-CA0D7B942B06}"/>
                </a:ext>
              </a:extLst>
            </p:cNvPr>
            <p:cNvSpPr/>
            <p:nvPr/>
          </p:nvSpPr>
          <p:spPr>
            <a:xfrm>
              <a:off x="3102498" y="4379408"/>
              <a:ext cx="488464" cy="101470"/>
            </a:xfrm>
            <a:prstGeom prst="rightArrow">
              <a:avLst>
                <a:gd name="adj1" fmla="val 50000"/>
                <a:gd name="adj2" fmla="val 127331"/>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rgbClr val="111111"/>
                </a:solidFill>
              </a:endParaRPr>
            </a:p>
          </p:txBody>
        </p:sp>
      </p:grpSp>
      <p:sp>
        <p:nvSpPr>
          <p:cNvPr id="46" name="矩形 45">
            <a:extLst>
              <a:ext uri="{FF2B5EF4-FFF2-40B4-BE49-F238E27FC236}">
                <a16:creationId xmlns="" xmlns:a16="http://schemas.microsoft.com/office/drawing/2014/main" id="{CC8526F5-AF90-4E5E-A89A-05D7E28A88CC}"/>
              </a:ext>
            </a:extLst>
          </p:cNvPr>
          <p:cNvSpPr/>
          <p:nvPr/>
        </p:nvSpPr>
        <p:spPr>
          <a:xfrm>
            <a:off x="7267687" y="2818466"/>
            <a:ext cx="4588159" cy="2910680"/>
          </a:xfrm>
          <a:prstGeom prst="rect">
            <a:avLst/>
          </a:prstGeom>
          <a:ln w="12700">
            <a:solidFill>
              <a:schemeClr val="tx1"/>
            </a:solidFill>
          </a:ln>
        </p:spPr>
        <p:txBody>
          <a:bodyPr wrap="square" lIns="108850" tIns="54425" rIns="108850" bIns="54425">
            <a:spAutoFit/>
          </a:bodyPr>
          <a:lstStyle/>
          <a:p>
            <a:pPr>
              <a:defRPr/>
            </a:pPr>
            <a:r>
              <a:rPr lang="zh-CN" altLang="zh-CN" sz="2600" b="1" dirty="0">
                <a:solidFill>
                  <a:srgbClr val="111111"/>
                </a:solidFill>
                <a:latin typeface="+mn-lt"/>
                <a:ea typeface="黑体" pitchFamily="2" charset="-122"/>
              </a:rPr>
              <a:t>考虑到有时可能要在交换机的接口更换主机，或者主机要</a:t>
            </a:r>
            <a:r>
              <a:rPr lang="zh-CN" altLang="zh-CN" sz="2600" b="1" dirty="0" smtClean="0">
                <a:solidFill>
                  <a:srgbClr val="111111"/>
                </a:solidFill>
                <a:latin typeface="+mn-lt"/>
                <a:ea typeface="黑体" pitchFamily="2" charset="-122"/>
              </a:rPr>
              <a:t>更换网络</a:t>
            </a:r>
            <a:r>
              <a:rPr lang="zh-CN" altLang="zh-CN" sz="2600" b="1" dirty="0">
                <a:solidFill>
                  <a:srgbClr val="111111"/>
                </a:solidFill>
                <a:latin typeface="+mn-lt"/>
                <a:ea typeface="黑体" pitchFamily="2" charset="-122"/>
              </a:rPr>
              <a:t>适配器，这就需要</a:t>
            </a:r>
            <a:r>
              <a:rPr lang="zh-CN" altLang="zh-CN" sz="2600" b="1" dirty="0" smtClean="0">
                <a:solidFill>
                  <a:srgbClr val="111111"/>
                </a:solidFill>
                <a:latin typeface="+mn-lt"/>
                <a:ea typeface="黑体" pitchFamily="2" charset="-122"/>
              </a:rPr>
              <a:t>更改交换</a:t>
            </a:r>
            <a:r>
              <a:rPr lang="zh-CN" altLang="zh-CN" sz="2600" b="1" dirty="0">
                <a:solidFill>
                  <a:srgbClr val="111111"/>
                </a:solidFill>
                <a:latin typeface="+mn-lt"/>
                <a:ea typeface="黑体" pitchFamily="2" charset="-122"/>
              </a:rPr>
              <a:t>表中的项目。为此，在交换表中每个项目都设有</a:t>
            </a:r>
            <a:r>
              <a:rPr lang="zh-CN" altLang="zh-CN" sz="2600" b="1" dirty="0" smtClean="0">
                <a:solidFill>
                  <a:srgbClr val="111111"/>
                </a:solidFill>
                <a:latin typeface="+mn-lt"/>
                <a:ea typeface="黑体" pitchFamily="2" charset="-122"/>
              </a:rPr>
              <a:t>一</a:t>
            </a:r>
            <a:r>
              <a:rPr lang="zh-CN" altLang="en-US" sz="2600" b="1" dirty="0" smtClean="0">
                <a:solidFill>
                  <a:srgbClr val="111111"/>
                </a:solidFill>
                <a:latin typeface="+mn-lt"/>
                <a:ea typeface="黑体" pitchFamily="2" charset="-122"/>
              </a:rPr>
              <a:t>个</a:t>
            </a:r>
            <a:r>
              <a:rPr lang="zh-CN" altLang="zh-CN" sz="2600" b="1" dirty="0" smtClean="0">
                <a:solidFill>
                  <a:srgbClr val="FF0000"/>
                </a:solidFill>
                <a:latin typeface="+mn-lt"/>
                <a:ea typeface="黑体" pitchFamily="2" charset="-122"/>
              </a:rPr>
              <a:t>有效时间</a:t>
            </a:r>
            <a:r>
              <a:rPr lang="zh-CN" altLang="en-US" sz="2600" b="1" dirty="0">
                <a:latin typeface="+mn-lt"/>
                <a:ea typeface="黑体" pitchFamily="2" charset="-122"/>
              </a:rPr>
              <a:t>，</a:t>
            </a:r>
            <a:r>
              <a:rPr lang="zh-CN" altLang="zh-CN" sz="2600" b="1" dirty="0" smtClean="0">
                <a:solidFill>
                  <a:srgbClr val="0000FF"/>
                </a:solidFill>
                <a:latin typeface="+mn-lt"/>
                <a:ea typeface="黑体" pitchFamily="2" charset="-122"/>
              </a:rPr>
              <a:t>过期</a:t>
            </a:r>
            <a:r>
              <a:rPr lang="zh-CN" altLang="zh-CN" sz="2600" b="1" dirty="0">
                <a:solidFill>
                  <a:srgbClr val="0000FF"/>
                </a:solidFill>
                <a:latin typeface="+mn-lt"/>
                <a:ea typeface="黑体" pitchFamily="2" charset="-122"/>
              </a:rPr>
              <a:t>的</a:t>
            </a:r>
            <a:r>
              <a:rPr lang="zh-CN" altLang="zh-CN" sz="2600" b="1" dirty="0" smtClean="0">
                <a:solidFill>
                  <a:srgbClr val="0000FF"/>
                </a:solidFill>
                <a:latin typeface="+mn-lt"/>
                <a:ea typeface="黑体" pitchFamily="2" charset="-122"/>
              </a:rPr>
              <a:t>项目</a:t>
            </a:r>
            <a:r>
              <a:rPr lang="zh-CN" altLang="en-US" sz="2600" b="1" dirty="0" smtClean="0">
                <a:solidFill>
                  <a:srgbClr val="0000FF"/>
                </a:solidFill>
                <a:latin typeface="+mn-lt"/>
                <a:ea typeface="黑体" pitchFamily="2" charset="-122"/>
              </a:rPr>
              <a:t>会</a:t>
            </a:r>
            <a:r>
              <a:rPr lang="zh-CN" altLang="zh-CN" sz="2600" b="1" dirty="0" smtClean="0">
                <a:solidFill>
                  <a:srgbClr val="0000FF"/>
                </a:solidFill>
                <a:latin typeface="+mn-lt"/>
                <a:ea typeface="黑体" pitchFamily="2" charset="-122"/>
              </a:rPr>
              <a:t>被</a:t>
            </a:r>
            <a:r>
              <a:rPr lang="zh-CN" altLang="zh-CN" sz="2600" b="1" dirty="0">
                <a:solidFill>
                  <a:srgbClr val="0000FF"/>
                </a:solidFill>
                <a:latin typeface="+mn-lt"/>
                <a:ea typeface="黑体" pitchFamily="2" charset="-122"/>
              </a:rPr>
              <a:t>自动删除。</a:t>
            </a:r>
            <a:endParaRPr lang="zh-CN" altLang="en-US" sz="2600" b="1" dirty="0">
              <a:solidFill>
                <a:srgbClr val="0000FF"/>
              </a:solidFill>
              <a:latin typeface="+mn-lt"/>
              <a:ea typeface="黑体" pitchFamily="2" charset="-122"/>
            </a:endParaRPr>
          </a:p>
        </p:txBody>
      </p:sp>
      <p:cxnSp>
        <p:nvCxnSpPr>
          <p:cNvPr id="113668" name="直接箭头连接符 47"/>
          <p:cNvCxnSpPr>
            <a:cxnSpLocks/>
          </p:cNvCxnSpPr>
          <p:nvPr/>
        </p:nvCxnSpPr>
        <p:spPr bwMode="auto">
          <a:xfrm flipH="1" flipV="1">
            <a:off x="6465575" y="3059821"/>
            <a:ext cx="802112" cy="304871"/>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3670" name="标题 1"/>
          <p:cNvSpPr>
            <a:spLocks noGrp="1" noChangeArrowheads="1"/>
          </p:cNvSpPr>
          <p:nvPr>
            <p:ph type="title"/>
          </p:nvPr>
        </p:nvSpPr>
        <p:spPr/>
        <p:txBody>
          <a:bodyPr/>
          <a:lstStyle/>
          <a:p>
            <a:r>
              <a:rPr lang="en-US" altLang="zh-CN" dirty="0"/>
              <a:t>3.4.2 </a:t>
            </a:r>
            <a:r>
              <a:rPr lang="zh-CN" altLang="en-US" dirty="0"/>
              <a:t>在数据链路层扩展以太网 </a:t>
            </a:r>
            <a:endParaRPr lang="zh-CN" altLang="en-US" sz="4000" dirty="0">
              <a:solidFill>
                <a:srgbClr val="FFFFFF"/>
              </a:solidFill>
            </a:endParaRPr>
          </a:p>
        </p:txBody>
      </p:sp>
      <p:sp>
        <p:nvSpPr>
          <p:cNvPr id="47" name="Rectangle 49">
            <a:extLst>
              <a:ext uri="{FF2B5EF4-FFF2-40B4-BE49-F238E27FC236}">
                <a16:creationId xmlns="" xmlns:a16="http://schemas.microsoft.com/office/drawing/2014/main" id="{459666B1-1234-45C1-938E-64735820F1C6}"/>
              </a:ext>
            </a:extLst>
          </p:cNvPr>
          <p:cNvSpPr>
            <a:spLocks noChangeArrowheads="1"/>
          </p:cNvSpPr>
          <p:nvPr/>
        </p:nvSpPr>
        <p:spPr bwMode="auto">
          <a:xfrm>
            <a:off x="3307926" y="3429794"/>
            <a:ext cx="3265591" cy="366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83527" tIns="41031" rIns="83527" bIns="41031">
            <a:spAutoFit/>
          </a:bodyPr>
          <a:lstStyle/>
          <a:p>
            <a:pPr defTabSz="837330">
              <a:lnSpc>
                <a:spcPct val="115000"/>
              </a:lnSpc>
              <a:defRPr/>
            </a:pPr>
            <a:r>
              <a:rPr kumimoji="1" lang="en-US" altLang="zh-CN" sz="1600" b="1" dirty="0" smtClean="0">
                <a:solidFill>
                  <a:srgbClr val="111111"/>
                </a:solidFill>
                <a:latin typeface="+mn-lt"/>
                <a:ea typeface="黑体" pitchFamily="2" charset="-122"/>
              </a:rPr>
              <a:t>   B          3</a:t>
            </a:r>
            <a:endParaRPr kumimoji="1" lang="en-US" altLang="zh-CN" sz="1600" b="1" dirty="0">
              <a:solidFill>
                <a:srgbClr val="111111"/>
              </a:solidFill>
              <a:latin typeface="+mn-lt"/>
              <a:ea typeface="黑体"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3668"/>
                                        </p:tgtEl>
                                        <p:attrNameLst>
                                          <p:attrName>style.visibility</p:attrName>
                                        </p:attrNameLst>
                                      </p:cBhvr>
                                      <p:to>
                                        <p:strVal val="visible"/>
                                      </p:to>
                                    </p:set>
                                    <p:anim calcmode="lin" valueType="num">
                                      <p:cBhvr additive="base">
                                        <p:cTn id="7" dur="500" fill="hold"/>
                                        <p:tgtEl>
                                          <p:spTgt spid="113668"/>
                                        </p:tgtEl>
                                        <p:attrNameLst>
                                          <p:attrName>ppt_x</p:attrName>
                                        </p:attrNameLst>
                                      </p:cBhvr>
                                      <p:tavLst>
                                        <p:tav tm="0">
                                          <p:val>
                                            <p:strVal val="#ppt_x"/>
                                          </p:val>
                                        </p:tav>
                                        <p:tav tm="100000">
                                          <p:val>
                                            <p:strVal val="#ppt_x"/>
                                          </p:val>
                                        </p:tav>
                                      </p:tavLst>
                                    </p:anim>
                                    <p:anim calcmode="lin" valueType="num">
                                      <p:cBhvr additive="base">
                                        <p:cTn id="8" dur="500" fill="hold"/>
                                        <p:tgtEl>
                                          <p:spTgt spid="11366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6"/>
                                        </p:tgtEl>
                                        <p:attrNameLst>
                                          <p:attrName>style.visibility</p:attrName>
                                        </p:attrNameLst>
                                      </p:cBhvr>
                                      <p:to>
                                        <p:strVal val="visible"/>
                                      </p:to>
                                    </p:set>
                                    <p:anim calcmode="lin" valueType="num">
                                      <p:cBhvr additive="base">
                                        <p:cTn id="11" dur="500" fill="hold"/>
                                        <p:tgtEl>
                                          <p:spTgt spid="46"/>
                                        </p:tgtEl>
                                        <p:attrNameLst>
                                          <p:attrName>ppt_x</p:attrName>
                                        </p:attrNameLst>
                                      </p:cBhvr>
                                      <p:tavLst>
                                        <p:tav tm="0">
                                          <p:val>
                                            <p:strVal val="#ppt_x"/>
                                          </p:val>
                                        </p:tav>
                                        <p:tav tm="100000">
                                          <p:val>
                                            <p:strVal val="#ppt_x"/>
                                          </p:val>
                                        </p:tav>
                                      </p:tavLst>
                                    </p:anim>
                                    <p:anim calcmode="lin" valueType="num">
                                      <p:cBhvr additive="base">
                                        <p:cTn id="12"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表格 10"/>
          <p:cNvGraphicFramePr>
            <a:graphicFrameLocks noGrp="1"/>
          </p:cNvGraphicFramePr>
          <p:nvPr>
            <p:extLst>
              <p:ext uri="{D42A27DB-BD31-4B8C-83A1-F6EECF244321}">
                <p14:modId xmlns:p14="http://schemas.microsoft.com/office/powerpoint/2010/main" val="1132823878"/>
              </p:ext>
            </p:extLst>
          </p:nvPr>
        </p:nvGraphicFramePr>
        <p:xfrm>
          <a:off x="6815285" y="1773610"/>
          <a:ext cx="4968553" cy="3749040"/>
        </p:xfrm>
        <a:graphic>
          <a:graphicData uri="http://schemas.openxmlformats.org/drawingml/2006/table">
            <a:tbl>
              <a:tblPr firstRow="1" bandRow="1">
                <a:tableStyleId>{F5AB1C69-6EDB-4FF4-983F-18BD219EF322}</a:tableStyleId>
              </a:tblPr>
              <a:tblGrid>
                <a:gridCol w="1152129"/>
                <a:gridCol w="864096"/>
                <a:gridCol w="1080120"/>
                <a:gridCol w="864096"/>
                <a:gridCol w="1008112"/>
              </a:tblGrid>
              <a:tr h="576064">
                <a:tc>
                  <a:txBody>
                    <a:bodyPr/>
                    <a:lstStyle/>
                    <a:p>
                      <a:endParaRPr lang="zh-CN" altLang="en-US" b="1" dirty="0"/>
                    </a:p>
                  </a:txBody>
                  <a:tcP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r>
                        <a:rPr lang="zh-CN" altLang="en-US" sz="1600" b="1" dirty="0" smtClean="0">
                          <a:solidFill>
                            <a:srgbClr val="111111"/>
                          </a:solidFill>
                        </a:rPr>
                        <a:t>交换表</a:t>
                      </a:r>
                      <a:r>
                        <a:rPr lang="en-US" altLang="zh-CN" sz="1600" b="1" dirty="0" smtClean="0">
                          <a:solidFill>
                            <a:srgbClr val="111111"/>
                          </a:solidFill>
                        </a:rPr>
                        <a:t>1</a:t>
                      </a:r>
                      <a:r>
                        <a:rPr lang="zh-CN" altLang="en-US" sz="1600" b="1" dirty="0" smtClean="0">
                          <a:solidFill>
                            <a:srgbClr val="111111"/>
                          </a:solidFill>
                        </a:rPr>
                        <a:t>变化</a:t>
                      </a:r>
                      <a:endParaRPr lang="zh-CN" altLang="en-US" sz="1600" b="1" dirty="0">
                        <a:solidFill>
                          <a:srgbClr val="111111"/>
                        </a:solidFill>
                      </a:endParaRPr>
                    </a:p>
                  </a:txBody>
                  <a:tcP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r>
                        <a:rPr lang="zh-CN" altLang="en-US" sz="1600" b="1" dirty="0" smtClean="0">
                          <a:solidFill>
                            <a:srgbClr val="111111"/>
                          </a:solidFill>
                        </a:rPr>
                        <a:t>交换机</a:t>
                      </a:r>
                      <a:r>
                        <a:rPr lang="en-US" altLang="zh-CN" sz="1600" b="1" dirty="0" smtClean="0">
                          <a:solidFill>
                            <a:srgbClr val="111111"/>
                          </a:solidFill>
                        </a:rPr>
                        <a:t>1</a:t>
                      </a:r>
                      <a:r>
                        <a:rPr lang="zh-CN" altLang="en-US" sz="1600" b="1" dirty="0" smtClean="0">
                          <a:solidFill>
                            <a:srgbClr val="111111"/>
                          </a:solidFill>
                        </a:rPr>
                        <a:t>向哪些接口转发帧</a:t>
                      </a:r>
                      <a:endParaRPr lang="zh-CN" altLang="en-US" sz="1600" b="1" dirty="0">
                        <a:solidFill>
                          <a:srgbClr val="111111"/>
                        </a:solidFill>
                      </a:endParaRPr>
                    </a:p>
                  </a:txBody>
                  <a:tcP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r>
                        <a:rPr lang="zh-CN" altLang="en-US" sz="1600" b="1" dirty="0" smtClean="0">
                          <a:solidFill>
                            <a:srgbClr val="111111"/>
                          </a:solidFill>
                        </a:rPr>
                        <a:t>交换表</a:t>
                      </a:r>
                      <a:r>
                        <a:rPr lang="en-US" altLang="zh-CN" sz="1600" b="1" dirty="0" smtClean="0">
                          <a:solidFill>
                            <a:srgbClr val="111111"/>
                          </a:solidFill>
                        </a:rPr>
                        <a:t>2</a:t>
                      </a:r>
                      <a:r>
                        <a:rPr lang="zh-CN" altLang="en-US" sz="1600" b="1" dirty="0" smtClean="0">
                          <a:solidFill>
                            <a:srgbClr val="111111"/>
                          </a:solidFill>
                        </a:rPr>
                        <a:t>变化</a:t>
                      </a:r>
                    </a:p>
                    <a:p>
                      <a:endParaRPr lang="zh-CN" altLang="en-US" sz="1600" b="1" dirty="0">
                        <a:solidFill>
                          <a:srgbClr val="111111"/>
                        </a:solidFill>
                      </a:endParaRPr>
                    </a:p>
                  </a:txBody>
                  <a:tcP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r>
                        <a:rPr lang="zh-CN" altLang="zh-CN" sz="1600" b="1" kern="1200" dirty="0" smtClean="0">
                          <a:solidFill>
                            <a:srgbClr val="111111"/>
                          </a:solidFill>
                          <a:effectLst/>
                          <a:latin typeface="+mn-lt"/>
                          <a:ea typeface="+mn-ea"/>
                          <a:cs typeface="+mn-cs"/>
                        </a:rPr>
                        <a:t>交换机</a:t>
                      </a:r>
                      <a:r>
                        <a:rPr lang="en-US" altLang="zh-CN" sz="1600" b="1" kern="1200" dirty="0" smtClean="0">
                          <a:solidFill>
                            <a:srgbClr val="111111"/>
                          </a:solidFill>
                          <a:effectLst/>
                          <a:latin typeface="+mn-lt"/>
                          <a:ea typeface="+mn-ea"/>
                          <a:cs typeface="+mn-cs"/>
                        </a:rPr>
                        <a:t>2</a:t>
                      </a:r>
                      <a:r>
                        <a:rPr lang="zh-CN" altLang="zh-CN" sz="1600" b="1" kern="1200" dirty="0" smtClean="0">
                          <a:solidFill>
                            <a:srgbClr val="111111"/>
                          </a:solidFill>
                          <a:effectLst/>
                          <a:latin typeface="+mn-lt"/>
                          <a:ea typeface="+mn-ea"/>
                          <a:cs typeface="+mn-cs"/>
                        </a:rPr>
                        <a:t>向哪些</a:t>
                      </a:r>
                      <a:r>
                        <a:rPr lang="zh-CN" altLang="en-US" sz="1600" b="1" kern="1200" dirty="0" smtClean="0">
                          <a:solidFill>
                            <a:srgbClr val="111111"/>
                          </a:solidFill>
                          <a:effectLst/>
                          <a:latin typeface="+mn-lt"/>
                          <a:ea typeface="+mn-ea"/>
                          <a:cs typeface="+mn-cs"/>
                        </a:rPr>
                        <a:t>接</a:t>
                      </a:r>
                      <a:r>
                        <a:rPr lang="zh-CN" altLang="zh-CN" sz="1600" b="1" kern="1200" dirty="0" smtClean="0">
                          <a:solidFill>
                            <a:srgbClr val="111111"/>
                          </a:solidFill>
                          <a:effectLst/>
                          <a:latin typeface="+mn-lt"/>
                          <a:ea typeface="+mn-ea"/>
                          <a:cs typeface="+mn-cs"/>
                        </a:rPr>
                        <a:t>口转发帧</a:t>
                      </a:r>
                      <a:endParaRPr lang="zh-CN" altLang="en-US" sz="1600" b="1" dirty="0">
                        <a:solidFill>
                          <a:srgbClr val="111111"/>
                        </a:solidFill>
                      </a:endParaRPr>
                    </a:p>
                  </a:txBody>
                  <a:tcP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r>
              <a:tr h="370840">
                <a:tc>
                  <a:txBody>
                    <a:bodyPr/>
                    <a:lstStyle/>
                    <a:p>
                      <a:r>
                        <a:rPr lang="en-US" altLang="zh-CN" sz="1600" b="1" dirty="0" smtClean="0">
                          <a:solidFill>
                            <a:srgbClr val="333399"/>
                          </a:solidFill>
                        </a:rPr>
                        <a:t>A</a:t>
                      </a:r>
                      <a:r>
                        <a:rPr lang="zh-CN" altLang="en-US" sz="1600" b="1" dirty="0" smtClean="0">
                          <a:solidFill>
                            <a:srgbClr val="333399"/>
                          </a:solidFill>
                        </a:rPr>
                        <a:t>发送给</a:t>
                      </a:r>
                      <a:r>
                        <a:rPr lang="en-US" altLang="zh-CN" sz="1600" b="1" dirty="0" smtClean="0">
                          <a:solidFill>
                            <a:srgbClr val="333399"/>
                          </a:solidFill>
                        </a:rPr>
                        <a:t>B</a:t>
                      </a:r>
                      <a:endParaRPr lang="zh-CN" altLang="en-US" sz="1600" b="1" dirty="0">
                        <a:solidFill>
                          <a:srgbClr val="333399"/>
                        </a:solidFill>
                      </a:endParaRPr>
                    </a:p>
                  </a:txBody>
                  <a:tcP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pPr algn="ctr">
                        <a:spcAft>
                          <a:spcPts val="0"/>
                        </a:spcAft>
                      </a:pPr>
                      <a:r>
                        <a:rPr lang="zh-CN" sz="1600" b="1" kern="100" dirty="0" smtClean="0">
                          <a:solidFill>
                            <a:srgbClr val="FF0000"/>
                          </a:solidFill>
                          <a:effectLst/>
                          <a:latin typeface="等线"/>
                          <a:ea typeface="等线"/>
                          <a:cs typeface="Times New Roman"/>
                        </a:rPr>
                        <a:t>增加（</a:t>
                      </a:r>
                      <a:r>
                        <a:rPr lang="en-US" sz="1600" b="1" kern="100" dirty="0">
                          <a:solidFill>
                            <a:srgbClr val="FF0000"/>
                          </a:solidFill>
                          <a:effectLst/>
                          <a:latin typeface="等线"/>
                          <a:ea typeface="等线"/>
                          <a:cs typeface="Times New Roman"/>
                        </a:rPr>
                        <a:t>A,1</a:t>
                      </a:r>
                      <a:r>
                        <a:rPr lang="zh-CN" sz="1600" b="1" kern="100" dirty="0">
                          <a:solidFill>
                            <a:srgbClr val="FF0000"/>
                          </a:solidFill>
                          <a:effectLst/>
                          <a:latin typeface="等线"/>
                          <a:ea typeface="等线"/>
                          <a:cs typeface="Times New Roman"/>
                        </a:rPr>
                        <a:t>）</a:t>
                      </a:r>
                    </a:p>
                  </a:txBody>
                  <a:tcPr marL="68580" marR="68580" marT="0" marB="0" anchor="ct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pPr algn="ctr">
                        <a:spcAft>
                          <a:spcPts val="0"/>
                        </a:spcAft>
                      </a:pPr>
                      <a:r>
                        <a:rPr lang="zh-CN" sz="1600" b="1" kern="100" dirty="0" smtClean="0">
                          <a:solidFill>
                            <a:srgbClr val="FF0000"/>
                          </a:solidFill>
                          <a:effectLst/>
                          <a:latin typeface="等线"/>
                          <a:ea typeface="等线"/>
                          <a:cs typeface="Times New Roman"/>
                        </a:rPr>
                        <a:t>除</a:t>
                      </a:r>
                      <a:r>
                        <a:rPr lang="en-US" sz="1600" b="1" kern="100" dirty="0" smtClean="0">
                          <a:solidFill>
                            <a:srgbClr val="FF0000"/>
                          </a:solidFill>
                          <a:effectLst/>
                          <a:latin typeface="等线"/>
                          <a:ea typeface="等线"/>
                          <a:cs typeface="Times New Roman"/>
                        </a:rPr>
                        <a:t>1</a:t>
                      </a:r>
                      <a:r>
                        <a:rPr lang="zh-CN" sz="1600" b="1" kern="100" dirty="0" smtClean="0">
                          <a:solidFill>
                            <a:srgbClr val="FF0000"/>
                          </a:solidFill>
                          <a:effectLst/>
                          <a:latin typeface="等线"/>
                          <a:ea typeface="等线"/>
                          <a:cs typeface="Times New Roman"/>
                        </a:rPr>
                        <a:t>外</a:t>
                      </a:r>
                      <a:endParaRPr lang="en-US" altLang="zh-CN" sz="1600" b="1" kern="100" dirty="0" smtClean="0">
                        <a:solidFill>
                          <a:srgbClr val="FF0000"/>
                        </a:solidFill>
                        <a:effectLst/>
                        <a:latin typeface="等线"/>
                        <a:ea typeface="等线"/>
                        <a:cs typeface="Times New Roman"/>
                      </a:endParaRPr>
                    </a:p>
                    <a:p>
                      <a:pPr algn="ctr">
                        <a:spcAft>
                          <a:spcPts val="0"/>
                        </a:spcAft>
                      </a:pPr>
                      <a:r>
                        <a:rPr lang="zh-CN" sz="1600" b="1" kern="100" dirty="0" smtClean="0">
                          <a:solidFill>
                            <a:srgbClr val="FF0000"/>
                          </a:solidFill>
                          <a:effectLst/>
                          <a:latin typeface="等线"/>
                          <a:ea typeface="等线"/>
                          <a:cs typeface="Times New Roman"/>
                        </a:rPr>
                        <a:t>所有</a:t>
                      </a:r>
                      <a:endParaRPr lang="zh-CN" sz="1600" b="1" kern="100" dirty="0">
                        <a:solidFill>
                          <a:srgbClr val="FF0000"/>
                        </a:solidFill>
                        <a:effectLst/>
                        <a:latin typeface="等线"/>
                        <a:ea typeface="等线"/>
                        <a:cs typeface="Times New Roman"/>
                      </a:endParaRPr>
                    </a:p>
                  </a:txBody>
                  <a:tcPr marL="68580" marR="68580" marT="0" marB="0" anchor="ct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pPr algn="ctr">
                        <a:spcAft>
                          <a:spcPts val="0"/>
                        </a:spcAft>
                      </a:pPr>
                      <a:r>
                        <a:rPr lang="zh-CN" sz="1600" b="1" kern="100" dirty="0" smtClean="0">
                          <a:solidFill>
                            <a:srgbClr val="FF0000"/>
                          </a:solidFill>
                          <a:effectLst/>
                          <a:latin typeface="等线"/>
                          <a:ea typeface="等线"/>
                          <a:cs typeface="Times New Roman"/>
                        </a:rPr>
                        <a:t>增加（</a:t>
                      </a:r>
                      <a:r>
                        <a:rPr lang="en-US" sz="1600" b="1" kern="100" dirty="0">
                          <a:solidFill>
                            <a:srgbClr val="FF0000"/>
                          </a:solidFill>
                          <a:effectLst/>
                          <a:latin typeface="等线"/>
                          <a:ea typeface="等线"/>
                          <a:cs typeface="Times New Roman"/>
                        </a:rPr>
                        <a:t>A,1</a:t>
                      </a:r>
                      <a:r>
                        <a:rPr lang="zh-CN" sz="1600" b="1" kern="100" dirty="0">
                          <a:solidFill>
                            <a:srgbClr val="FF0000"/>
                          </a:solidFill>
                          <a:effectLst/>
                          <a:latin typeface="等线"/>
                          <a:ea typeface="等线"/>
                          <a:cs typeface="Times New Roman"/>
                        </a:rPr>
                        <a:t>）</a:t>
                      </a:r>
                    </a:p>
                  </a:txBody>
                  <a:tcPr marL="68580" marR="68580" marT="0" marB="0" anchor="ct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pPr algn="ctr">
                        <a:spcAft>
                          <a:spcPts val="0"/>
                        </a:spcAft>
                      </a:pPr>
                      <a:r>
                        <a:rPr lang="zh-CN" sz="1600" b="1" kern="100" dirty="0" smtClean="0">
                          <a:solidFill>
                            <a:srgbClr val="FF0000"/>
                          </a:solidFill>
                          <a:effectLst/>
                          <a:latin typeface="等线"/>
                          <a:ea typeface="等线"/>
                          <a:cs typeface="Times New Roman"/>
                        </a:rPr>
                        <a:t>除</a:t>
                      </a:r>
                      <a:r>
                        <a:rPr lang="en-US" sz="1600" b="1" kern="100" dirty="0" smtClean="0">
                          <a:solidFill>
                            <a:srgbClr val="FF0000"/>
                          </a:solidFill>
                          <a:effectLst/>
                          <a:latin typeface="等线"/>
                          <a:ea typeface="等线"/>
                          <a:cs typeface="Times New Roman"/>
                        </a:rPr>
                        <a:t>1</a:t>
                      </a:r>
                      <a:r>
                        <a:rPr lang="zh-CN" sz="1600" b="1" kern="100" dirty="0" smtClean="0">
                          <a:solidFill>
                            <a:srgbClr val="FF0000"/>
                          </a:solidFill>
                          <a:effectLst/>
                          <a:latin typeface="等线"/>
                          <a:ea typeface="等线"/>
                          <a:cs typeface="Times New Roman"/>
                        </a:rPr>
                        <a:t>外</a:t>
                      </a:r>
                      <a:endParaRPr lang="en-US" altLang="zh-CN" sz="1600" b="1" kern="100" dirty="0" smtClean="0">
                        <a:solidFill>
                          <a:srgbClr val="FF0000"/>
                        </a:solidFill>
                        <a:effectLst/>
                        <a:latin typeface="等线"/>
                        <a:ea typeface="等线"/>
                        <a:cs typeface="Times New Roman"/>
                      </a:endParaRPr>
                    </a:p>
                    <a:p>
                      <a:pPr algn="ctr">
                        <a:spcAft>
                          <a:spcPts val="0"/>
                        </a:spcAft>
                      </a:pPr>
                      <a:r>
                        <a:rPr lang="zh-CN" sz="1600" b="1" kern="100" dirty="0" smtClean="0">
                          <a:solidFill>
                            <a:srgbClr val="FF0000"/>
                          </a:solidFill>
                          <a:effectLst/>
                          <a:latin typeface="等线"/>
                          <a:ea typeface="等线"/>
                          <a:cs typeface="Times New Roman"/>
                        </a:rPr>
                        <a:t>所有</a:t>
                      </a:r>
                      <a:endParaRPr lang="zh-CN" sz="1600" b="1" kern="100" dirty="0">
                        <a:solidFill>
                          <a:srgbClr val="FF0000"/>
                        </a:solidFill>
                        <a:effectLst/>
                        <a:latin typeface="等线"/>
                        <a:ea typeface="等线"/>
                        <a:cs typeface="Times New Roman"/>
                      </a:endParaRPr>
                    </a:p>
                  </a:txBody>
                  <a:tcPr marL="68580" marR="68580" marT="0" marB="0" anchor="ct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r>
              <a:tr h="370840">
                <a:tc>
                  <a:txBody>
                    <a:bodyPr/>
                    <a:lstStyle/>
                    <a:p>
                      <a:r>
                        <a:rPr lang="en-US" altLang="zh-CN" sz="1600" b="1" dirty="0" smtClean="0">
                          <a:solidFill>
                            <a:srgbClr val="333399"/>
                          </a:solidFill>
                        </a:rPr>
                        <a:t>B</a:t>
                      </a:r>
                      <a:r>
                        <a:rPr lang="zh-CN" altLang="en-US" sz="1600" b="1" dirty="0" smtClean="0">
                          <a:solidFill>
                            <a:srgbClr val="333399"/>
                          </a:solidFill>
                        </a:rPr>
                        <a:t>发送给</a:t>
                      </a:r>
                      <a:r>
                        <a:rPr lang="en-US" altLang="zh-CN" sz="1600" b="1" dirty="0" smtClean="0">
                          <a:solidFill>
                            <a:srgbClr val="333399"/>
                          </a:solidFill>
                        </a:rPr>
                        <a:t>A</a:t>
                      </a:r>
                      <a:endParaRPr lang="zh-CN" altLang="en-US" sz="1600" b="1" dirty="0">
                        <a:solidFill>
                          <a:srgbClr val="333399"/>
                        </a:solidFill>
                      </a:endParaRPr>
                    </a:p>
                  </a:txBody>
                  <a:tcP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pPr algn="ctr">
                        <a:spcAft>
                          <a:spcPts val="0"/>
                        </a:spcAft>
                      </a:pPr>
                      <a:r>
                        <a:rPr lang="zh-CN" sz="1600" b="1" kern="100" dirty="0" smtClean="0">
                          <a:solidFill>
                            <a:srgbClr val="FF0000"/>
                          </a:solidFill>
                          <a:effectLst/>
                          <a:latin typeface="等线"/>
                          <a:ea typeface="等线"/>
                          <a:cs typeface="Times New Roman"/>
                        </a:rPr>
                        <a:t>增加（</a:t>
                      </a:r>
                      <a:r>
                        <a:rPr lang="en-US" sz="1600" b="1" kern="100" dirty="0">
                          <a:solidFill>
                            <a:srgbClr val="FF0000"/>
                          </a:solidFill>
                          <a:effectLst/>
                          <a:latin typeface="等线"/>
                          <a:ea typeface="等线"/>
                          <a:cs typeface="Times New Roman"/>
                        </a:rPr>
                        <a:t>B,1</a:t>
                      </a:r>
                      <a:r>
                        <a:rPr lang="zh-CN" sz="1600" b="1" kern="100" dirty="0">
                          <a:solidFill>
                            <a:srgbClr val="FF0000"/>
                          </a:solidFill>
                          <a:effectLst/>
                          <a:latin typeface="等线"/>
                          <a:ea typeface="等线"/>
                          <a:cs typeface="Times New Roman"/>
                        </a:rPr>
                        <a:t>）</a:t>
                      </a:r>
                    </a:p>
                  </a:txBody>
                  <a:tcPr marL="68580" marR="68580" marT="0" marB="0" anchor="ct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pPr algn="ctr">
                        <a:spcAft>
                          <a:spcPts val="0"/>
                        </a:spcAft>
                      </a:pPr>
                      <a:r>
                        <a:rPr lang="zh-CN" sz="1600" b="1" kern="100" dirty="0">
                          <a:solidFill>
                            <a:srgbClr val="FF0000"/>
                          </a:solidFill>
                          <a:effectLst/>
                          <a:latin typeface="等线"/>
                          <a:ea typeface="等线"/>
                          <a:cs typeface="Times New Roman"/>
                        </a:rPr>
                        <a:t>无</a:t>
                      </a:r>
                    </a:p>
                  </a:txBody>
                  <a:tcPr marL="68580" marR="68580" marT="0" marB="0" anchor="ct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pPr algn="ctr">
                        <a:spcAft>
                          <a:spcPts val="0"/>
                        </a:spcAft>
                      </a:pPr>
                      <a:r>
                        <a:rPr lang="zh-CN" sz="1600" b="1" kern="100" dirty="0" smtClean="0">
                          <a:solidFill>
                            <a:srgbClr val="FF0000"/>
                          </a:solidFill>
                          <a:effectLst/>
                          <a:latin typeface="等线"/>
                          <a:ea typeface="等线"/>
                          <a:cs typeface="Times New Roman"/>
                        </a:rPr>
                        <a:t>无</a:t>
                      </a:r>
                      <a:endParaRPr lang="zh-CN" sz="1600" b="1" kern="100" dirty="0">
                        <a:solidFill>
                          <a:srgbClr val="FF0000"/>
                        </a:solidFill>
                        <a:effectLst/>
                        <a:latin typeface="等线"/>
                        <a:ea typeface="等线"/>
                        <a:cs typeface="Times New Roman"/>
                      </a:endParaRPr>
                    </a:p>
                  </a:txBody>
                  <a:tcPr marL="68580" marR="68580" marT="0" marB="0" anchor="ct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pPr algn="ctr">
                        <a:spcAft>
                          <a:spcPts val="0"/>
                        </a:spcAft>
                      </a:pPr>
                      <a:r>
                        <a:rPr lang="zh-CN" sz="1600" b="1" kern="100" dirty="0">
                          <a:solidFill>
                            <a:srgbClr val="FF0000"/>
                          </a:solidFill>
                          <a:effectLst/>
                          <a:latin typeface="等线"/>
                          <a:ea typeface="等线"/>
                          <a:cs typeface="Times New Roman"/>
                        </a:rPr>
                        <a:t>无</a:t>
                      </a:r>
                    </a:p>
                  </a:txBody>
                  <a:tcPr marL="68580" marR="68580" marT="0" marB="0" anchor="ct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r>
              <a:tr h="370840">
                <a:tc>
                  <a:txBody>
                    <a:bodyPr/>
                    <a:lstStyle/>
                    <a:p>
                      <a:r>
                        <a:rPr lang="en-US" altLang="zh-CN" sz="1600" b="1" dirty="0" smtClean="0">
                          <a:solidFill>
                            <a:srgbClr val="333399"/>
                          </a:solidFill>
                        </a:rPr>
                        <a:t>A</a:t>
                      </a:r>
                      <a:r>
                        <a:rPr lang="zh-CN" altLang="en-US" sz="1600" b="1" dirty="0" smtClean="0">
                          <a:solidFill>
                            <a:srgbClr val="333399"/>
                          </a:solidFill>
                        </a:rPr>
                        <a:t>发送给</a:t>
                      </a:r>
                      <a:r>
                        <a:rPr lang="en-US" altLang="zh-CN" sz="1600" b="1" dirty="0" smtClean="0">
                          <a:solidFill>
                            <a:srgbClr val="333399"/>
                          </a:solidFill>
                        </a:rPr>
                        <a:t>D</a:t>
                      </a:r>
                      <a:endParaRPr lang="zh-CN" altLang="en-US" sz="1600" b="1" dirty="0">
                        <a:solidFill>
                          <a:srgbClr val="333399"/>
                        </a:solidFill>
                      </a:endParaRPr>
                    </a:p>
                  </a:txBody>
                  <a:tcP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pPr algn="ctr">
                        <a:spcAft>
                          <a:spcPts val="0"/>
                        </a:spcAft>
                      </a:pPr>
                      <a:r>
                        <a:rPr lang="zh-CN" sz="1600" b="1" kern="100" dirty="0" smtClean="0">
                          <a:solidFill>
                            <a:srgbClr val="FF0000"/>
                          </a:solidFill>
                          <a:effectLst/>
                          <a:latin typeface="等线"/>
                          <a:ea typeface="等线"/>
                          <a:cs typeface="Times New Roman"/>
                        </a:rPr>
                        <a:t>更新（</a:t>
                      </a:r>
                      <a:r>
                        <a:rPr lang="en-US" sz="1600" b="1" kern="100" dirty="0">
                          <a:solidFill>
                            <a:srgbClr val="FF0000"/>
                          </a:solidFill>
                          <a:effectLst/>
                          <a:latin typeface="等线"/>
                          <a:ea typeface="等线"/>
                          <a:cs typeface="Times New Roman"/>
                        </a:rPr>
                        <a:t>A,1</a:t>
                      </a:r>
                      <a:r>
                        <a:rPr lang="zh-CN" sz="1600" b="1" kern="100" dirty="0" smtClean="0">
                          <a:solidFill>
                            <a:srgbClr val="FF0000"/>
                          </a:solidFill>
                          <a:effectLst/>
                          <a:latin typeface="等线"/>
                          <a:ea typeface="等线"/>
                          <a:cs typeface="Times New Roman"/>
                        </a:rPr>
                        <a:t>）</a:t>
                      </a:r>
                      <a:endParaRPr lang="zh-CN" sz="1600" b="1" kern="100" dirty="0">
                        <a:solidFill>
                          <a:srgbClr val="FF0000"/>
                        </a:solidFill>
                        <a:effectLst/>
                        <a:latin typeface="等线"/>
                        <a:ea typeface="等线"/>
                        <a:cs typeface="Times New Roman"/>
                      </a:endParaRPr>
                    </a:p>
                  </a:txBody>
                  <a:tcPr marL="68580" marR="68580" marT="0" marB="0" anchor="ct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pPr algn="ctr">
                        <a:spcAft>
                          <a:spcPts val="0"/>
                        </a:spcAft>
                      </a:pPr>
                      <a:r>
                        <a:rPr lang="zh-CN" sz="1600" b="1" kern="100" dirty="0" smtClean="0">
                          <a:solidFill>
                            <a:srgbClr val="FF0000"/>
                          </a:solidFill>
                          <a:effectLst/>
                          <a:latin typeface="等线"/>
                          <a:ea typeface="等线"/>
                          <a:cs typeface="Times New Roman"/>
                        </a:rPr>
                        <a:t>除</a:t>
                      </a:r>
                      <a:r>
                        <a:rPr lang="en-US" sz="1600" b="1" kern="100" dirty="0" smtClean="0">
                          <a:solidFill>
                            <a:srgbClr val="FF0000"/>
                          </a:solidFill>
                          <a:effectLst/>
                          <a:latin typeface="等线"/>
                          <a:ea typeface="等线"/>
                          <a:cs typeface="Times New Roman"/>
                        </a:rPr>
                        <a:t>1</a:t>
                      </a:r>
                      <a:r>
                        <a:rPr lang="zh-CN" sz="1600" b="1" kern="100" dirty="0" smtClean="0">
                          <a:solidFill>
                            <a:srgbClr val="FF0000"/>
                          </a:solidFill>
                          <a:effectLst/>
                          <a:latin typeface="等线"/>
                          <a:ea typeface="等线"/>
                          <a:cs typeface="Times New Roman"/>
                        </a:rPr>
                        <a:t>外</a:t>
                      </a:r>
                      <a:endParaRPr lang="en-US" altLang="zh-CN" sz="1600" b="1" kern="100" dirty="0" smtClean="0">
                        <a:solidFill>
                          <a:srgbClr val="FF0000"/>
                        </a:solidFill>
                        <a:effectLst/>
                        <a:latin typeface="等线"/>
                        <a:ea typeface="等线"/>
                        <a:cs typeface="Times New Roman"/>
                      </a:endParaRPr>
                    </a:p>
                    <a:p>
                      <a:pPr algn="ctr">
                        <a:spcAft>
                          <a:spcPts val="0"/>
                        </a:spcAft>
                      </a:pPr>
                      <a:r>
                        <a:rPr lang="zh-CN" sz="1600" b="1" kern="100" dirty="0" smtClean="0">
                          <a:solidFill>
                            <a:srgbClr val="FF0000"/>
                          </a:solidFill>
                          <a:effectLst/>
                          <a:latin typeface="等线"/>
                          <a:ea typeface="等线"/>
                          <a:cs typeface="Times New Roman"/>
                        </a:rPr>
                        <a:t>所有</a:t>
                      </a:r>
                      <a:endParaRPr lang="zh-CN" sz="1600" b="1" kern="100" dirty="0">
                        <a:solidFill>
                          <a:srgbClr val="FF0000"/>
                        </a:solidFill>
                        <a:effectLst/>
                        <a:latin typeface="等线"/>
                        <a:ea typeface="等线"/>
                        <a:cs typeface="Times New Roman"/>
                      </a:endParaRPr>
                    </a:p>
                  </a:txBody>
                  <a:tcPr marL="68580" marR="68580" marT="0" marB="0" anchor="ct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pPr algn="ctr">
                        <a:spcAft>
                          <a:spcPts val="0"/>
                        </a:spcAft>
                      </a:pPr>
                      <a:r>
                        <a:rPr lang="zh-CN" sz="1600" b="1" kern="100" dirty="0" smtClean="0">
                          <a:solidFill>
                            <a:srgbClr val="FF0000"/>
                          </a:solidFill>
                          <a:effectLst/>
                          <a:latin typeface="等线"/>
                          <a:ea typeface="等线"/>
                          <a:cs typeface="Times New Roman"/>
                        </a:rPr>
                        <a:t>更新（</a:t>
                      </a:r>
                      <a:r>
                        <a:rPr lang="en-US" sz="1600" b="1" kern="100" dirty="0">
                          <a:solidFill>
                            <a:srgbClr val="FF0000"/>
                          </a:solidFill>
                          <a:effectLst/>
                          <a:latin typeface="等线"/>
                          <a:ea typeface="等线"/>
                          <a:cs typeface="Times New Roman"/>
                        </a:rPr>
                        <a:t>A,1</a:t>
                      </a:r>
                      <a:r>
                        <a:rPr lang="zh-CN" sz="1600" b="1" kern="100" dirty="0" smtClean="0">
                          <a:solidFill>
                            <a:srgbClr val="FF0000"/>
                          </a:solidFill>
                          <a:effectLst/>
                          <a:latin typeface="等线"/>
                          <a:ea typeface="等线"/>
                          <a:cs typeface="Times New Roman"/>
                        </a:rPr>
                        <a:t>）</a:t>
                      </a:r>
                      <a:endParaRPr lang="zh-CN" sz="1600" b="1" kern="100" dirty="0">
                        <a:solidFill>
                          <a:srgbClr val="FF0000"/>
                        </a:solidFill>
                        <a:effectLst/>
                        <a:latin typeface="等线"/>
                        <a:ea typeface="等线"/>
                        <a:cs typeface="Times New Roman"/>
                      </a:endParaRPr>
                    </a:p>
                  </a:txBody>
                  <a:tcPr marL="68580" marR="68580" marT="0" marB="0" anchor="ct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pPr algn="ctr">
                        <a:spcAft>
                          <a:spcPts val="0"/>
                        </a:spcAft>
                      </a:pPr>
                      <a:r>
                        <a:rPr lang="zh-CN" sz="1600" b="1" kern="100" dirty="0" smtClean="0">
                          <a:solidFill>
                            <a:srgbClr val="FF0000"/>
                          </a:solidFill>
                          <a:effectLst/>
                          <a:latin typeface="等线"/>
                          <a:ea typeface="等线"/>
                          <a:cs typeface="Times New Roman"/>
                        </a:rPr>
                        <a:t>除</a:t>
                      </a:r>
                      <a:r>
                        <a:rPr lang="en-US" sz="1600" b="1" kern="100" dirty="0" smtClean="0">
                          <a:solidFill>
                            <a:srgbClr val="FF0000"/>
                          </a:solidFill>
                          <a:effectLst/>
                          <a:latin typeface="等线"/>
                          <a:ea typeface="等线"/>
                          <a:cs typeface="Times New Roman"/>
                        </a:rPr>
                        <a:t>1</a:t>
                      </a:r>
                      <a:r>
                        <a:rPr lang="zh-CN" sz="1600" b="1" kern="100" dirty="0" smtClean="0">
                          <a:solidFill>
                            <a:srgbClr val="FF0000"/>
                          </a:solidFill>
                          <a:effectLst/>
                          <a:latin typeface="等线"/>
                          <a:ea typeface="等线"/>
                          <a:cs typeface="Times New Roman"/>
                        </a:rPr>
                        <a:t>外</a:t>
                      </a:r>
                      <a:endParaRPr lang="en-US" altLang="zh-CN" sz="1600" b="1" kern="100" dirty="0" smtClean="0">
                        <a:solidFill>
                          <a:srgbClr val="FF0000"/>
                        </a:solidFill>
                        <a:effectLst/>
                        <a:latin typeface="等线"/>
                        <a:ea typeface="等线"/>
                        <a:cs typeface="Times New Roman"/>
                      </a:endParaRPr>
                    </a:p>
                    <a:p>
                      <a:pPr algn="ctr">
                        <a:spcAft>
                          <a:spcPts val="0"/>
                        </a:spcAft>
                      </a:pPr>
                      <a:r>
                        <a:rPr lang="zh-CN" sz="1600" b="1" kern="100" dirty="0" smtClean="0">
                          <a:solidFill>
                            <a:srgbClr val="FF0000"/>
                          </a:solidFill>
                          <a:effectLst/>
                          <a:latin typeface="等线"/>
                          <a:ea typeface="等线"/>
                          <a:cs typeface="Times New Roman"/>
                        </a:rPr>
                        <a:t>所有</a:t>
                      </a:r>
                      <a:endParaRPr lang="zh-CN" sz="1600" b="1" kern="100" dirty="0">
                        <a:solidFill>
                          <a:srgbClr val="FF0000"/>
                        </a:solidFill>
                        <a:effectLst/>
                        <a:latin typeface="等线"/>
                        <a:ea typeface="等线"/>
                        <a:cs typeface="Times New Roman"/>
                      </a:endParaRPr>
                    </a:p>
                  </a:txBody>
                  <a:tcPr marL="68580" marR="68580" marT="0" marB="0" anchor="ct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r>
              <a:tr h="370840">
                <a:tc>
                  <a:txBody>
                    <a:bodyPr/>
                    <a:lstStyle/>
                    <a:p>
                      <a:r>
                        <a:rPr lang="en-US" altLang="zh-CN" sz="1600" b="1" dirty="0" smtClean="0">
                          <a:solidFill>
                            <a:srgbClr val="333399"/>
                          </a:solidFill>
                        </a:rPr>
                        <a:t>D</a:t>
                      </a:r>
                      <a:r>
                        <a:rPr lang="zh-CN" altLang="en-US" sz="1600" b="1" dirty="0" smtClean="0">
                          <a:solidFill>
                            <a:srgbClr val="333399"/>
                          </a:solidFill>
                        </a:rPr>
                        <a:t>发送给</a:t>
                      </a:r>
                      <a:r>
                        <a:rPr lang="en-US" altLang="zh-CN" sz="1600" b="1" dirty="0" smtClean="0">
                          <a:solidFill>
                            <a:srgbClr val="333399"/>
                          </a:solidFill>
                        </a:rPr>
                        <a:t>A</a:t>
                      </a:r>
                      <a:endParaRPr lang="zh-CN" altLang="en-US" sz="1600" b="1" dirty="0">
                        <a:solidFill>
                          <a:srgbClr val="333399"/>
                        </a:solidFill>
                      </a:endParaRPr>
                    </a:p>
                  </a:txBody>
                  <a:tcP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pPr algn="ctr">
                        <a:spcAft>
                          <a:spcPts val="0"/>
                        </a:spcAft>
                      </a:pPr>
                      <a:r>
                        <a:rPr lang="zh-CN" sz="1600" b="1" kern="100" dirty="0" smtClean="0">
                          <a:solidFill>
                            <a:srgbClr val="FF0000"/>
                          </a:solidFill>
                          <a:effectLst/>
                          <a:latin typeface="等线"/>
                          <a:ea typeface="等线"/>
                          <a:cs typeface="Times New Roman"/>
                        </a:rPr>
                        <a:t>增加（</a:t>
                      </a:r>
                      <a:r>
                        <a:rPr lang="en-US" sz="1600" b="1" kern="100" dirty="0">
                          <a:solidFill>
                            <a:srgbClr val="FF0000"/>
                          </a:solidFill>
                          <a:effectLst/>
                          <a:latin typeface="等线"/>
                          <a:ea typeface="等线"/>
                          <a:cs typeface="Times New Roman"/>
                        </a:rPr>
                        <a:t>D,3</a:t>
                      </a:r>
                      <a:r>
                        <a:rPr lang="zh-CN" sz="1600" b="1" kern="100" dirty="0">
                          <a:solidFill>
                            <a:srgbClr val="FF0000"/>
                          </a:solidFill>
                          <a:effectLst/>
                          <a:latin typeface="等线"/>
                          <a:ea typeface="等线"/>
                          <a:cs typeface="Times New Roman"/>
                        </a:rPr>
                        <a:t>）</a:t>
                      </a:r>
                    </a:p>
                  </a:txBody>
                  <a:tcPr marL="68580" marR="68580" marT="0" marB="0" anchor="ct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pPr algn="ctr">
                        <a:spcAft>
                          <a:spcPts val="0"/>
                        </a:spcAft>
                      </a:pPr>
                      <a:r>
                        <a:rPr lang="en-US" sz="1600" b="1" kern="100" dirty="0" smtClean="0">
                          <a:solidFill>
                            <a:srgbClr val="FF0000"/>
                          </a:solidFill>
                          <a:effectLst/>
                          <a:latin typeface="等线"/>
                          <a:ea typeface="等线"/>
                          <a:cs typeface="Times New Roman"/>
                        </a:rPr>
                        <a:t>1</a:t>
                      </a:r>
                      <a:endParaRPr lang="zh-CN" sz="1600" b="1" kern="100" dirty="0">
                        <a:solidFill>
                          <a:srgbClr val="FF0000"/>
                        </a:solidFill>
                        <a:effectLst/>
                        <a:latin typeface="等线"/>
                        <a:ea typeface="等线"/>
                        <a:cs typeface="Times New Roman"/>
                      </a:endParaRPr>
                    </a:p>
                  </a:txBody>
                  <a:tcPr marL="68580" marR="68580" marT="0" marB="0" anchor="ct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pPr algn="ctr">
                        <a:spcAft>
                          <a:spcPts val="0"/>
                        </a:spcAft>
                      </a:pPr>
                      <a:r>
                        <a:rPr lang="zh-CN" sz="1600" b="1" kern="100" dirty="0" smtClean="0">
                          <a:solidFill>
                            <a:srgbClr val="FF0000"/>
                          </a:solidFill>
                          <a:effectLst/>
                          <a:latin typeface="等线"/>
                          <a:ea typeface="等线"/>
                          <a:cs typeface="Times New Roman"/>
                        </a:rPr>
                        <a:t>增加（</a:t>
                      </a:r>
                      <a:r>
                        <a:rPr lang="en-US" sz="1600" b="1" kern="100" dirty="0">
                          <a:solidFill>
                            <a:srgbClr val="FF0000"/>
                          </a:solidFill>
                          <a:effectLst/>
                          <a:latin typeface="等线"/>
                          <a:ea typeface="等线"/>
                          <a:cs typeface="Times New Roman"/>
                        </a:rPr>
                        <a:t>D,2</a:t>
                      </a:r>
                      <a:r>
                        <a:rPr lang="zh-CN" sz="1600" b="1" kern="100" dirty="0">
                          <a:solidFill>
                            <a:srgbClr val="FF0000"/>
                          </a:solidFill>
                          <a:effectLst/>
                          <a:latin typeface="等线"/>
                          <a:ea typeface="等线"/>
                          <a:cs typeface="Times New Roman"/>
                        </a:rPr>
                        <a:t>）</a:t>
                      </a:r>
                    </a:p>
                  </a:txBody>
                  <a:tcPr marL="68580" marR="68580" marT="0" marB="0" anchor="ct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pPr algn="ctr">
                        <a:spcAft>
                          <a:spcPts val="0"/>
                        </a:spcAft>
                      </a:pPr>
                      <a:r>
                        <a:rPr lang="en-US" sz="1600" b="1" kern="100" dirty="0" smtClean="0">
                          <a:solidFill>
                            <a:srgbClr val="FF0000"/>
                          </a:solidFill>
                          <a:effectLst/>
                          <a:latin typeface="等线"/>
                          <a:ea typeface="等线"/>
                          <a:cs typeface="Times New Roman"/>
                        </a:rPr>
                        <a:t>1</a:t>
                      </a:r>
                      <a:endParaRPr lang="zh-CN" sz="1600" b="1" kern="100" dirty="0">
                        <a:solidFill>
                          <a:srgbClr val="FF0000"/>
                        </a:solidFill>
                        <a:effectLst/>
                        <a:latin typeface="等线"/>
                        <a:ea typeface="等线"/>
                        <a:cs typeface="Times New Roman"/>
                      </a:endParaRPr>
                    </a:p>
                  </a:txBody>
                  <a:tcPr marL="68580" marR="68580" marT="0" marB="0" anchor="ct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r>
              <a:tr h="370840">
                <a:tc>
                  <a:txBody>
                    <a:bodyPr/>
                    <a:lstStyle/>
                    <a:p>
                      <a:r>
                        <a:rPr lang="en-US" altLang="zh-CN" sz="1600" b="1" dirty="0" smtClean="0">
                          <a:solidFill>
                            <a:srgbClr val="333399"/>
                          </a:solidFill>
                        </a:rPr>
                        <a:t>C</a:t>
                      </a:r>
                      <a:r>
                        <a:rPr lang="zh-CN" altLang="en-US" sz="1600" b="1" dirty="0" smtClean="0">
                          <a:solidFill>
                            <a:srgbClr val="333399"/>
                          </a:solidFill>
                        </a:rPr>
                        <a:t>发送给</a:t>
                      </a:r>
                      <a:r>
                        <a:rPr lang="en-US" altLang="zh-CN" sz="1600" b="1" dirty="0" smtClean="0">
                          <a:solidFill>
                            <a:srgbClr val="333399"/>
                          </a:solidFill>
                        </a:rPr>
                        <a:t>B</a:t>
                      </a:r>
                      <a:endParaRPr lang="zh-CN" altLang="en-US" sz="1600" b="1" dirty="0">
                        <a:solidFill>
                          <a:srgbClr val="333399"/>
                        </a:solidFill>
                      </a:endParaRPr>
                    </a:p>
                  </a:txBody>
                  <a:tcP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pPr algn="ctr">
                        <a:spcAft>
                          <a:spcPts val="0"/>
                        </a:spcAft>
                      </a:pPr>
                      <a:r>
                        <a:rPr lang="zh-CN" sz="1600" b="1" kern="100" dirty="0" smtClean="0">
                          <a:solidFill>
                            <a:srgbClr val="FF0000"/>
                          </a:solidFill>
                          <a:effectLst/>
                          <a:latin typeface="等线"/>
                          <a:ea typeface="等线"/>
                          <a:cs typeface="Times New Roman"/>
                        </a:rPr>
                        <a:t>增加（</a:t>
                      </a:r>
                      <a:r>
                        <a:rPr lang="en-US" sz="1600" b="1" kern="100" dirty="0">
                          <a:solidFill>
                            <a:srgbClr val="FF0000"/>
                          </a:solidFill>
                          <a:effectLst/>
                          <a:latin typeface="等线"/>
                          <a:ea typeface="等线"/>
                          <a:cs typeface="Times New Roman"/>
                        </a:rPr>
                        <a:t>C,2</a:t>
                      </a:r>
                      <a:r>
                        <a:rPr lang="zh-CN" sz="1600" b="1" kern="100" dirty="0">
                          <a:solidFill>
                            <a:srgbClr val="FF0000"/>
                          </a:solidFill>
                          <a:effectLst/>
                          <a:latin typeface="等线"/>
                          <a:ea typeface="等线"/>
                          <a:cs typeface="Times New Roman"/>
                        </a:rPr>
                        <a:t>）</a:t>
                      </a:r>
                    </a:p>
                  </a:txBody>
                  <a:tcPr marL="68580" marR="68580" marT="0" marB="0" anchor="ct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pPr algn="ctr">
                        <a:spcAft>
                          <a:spcPts val="0"/>
                        </a:spcAft>
                      </a:pPr>
                      <a:r>
                        <a:rPr lang="en-US" sz="1600" b="1" kern="100" dirty="0" smtClean="0">
                          <a:solidFill>
                            <a:srgbClr val="FF0000"/>
                          </a:solidFill>
                          <a:effectLst/>
                          <a:latin typeface="等线"/>
                          <a:ea typeface="等线"/>
                          <a:cs typeface="Times New Roman"/>
                        </a:rPr>
                        <a:t>1</a:t>
                      </a:r>
                      <a:endParaRPr lang="zh-CN" sz="1600" b="1" kern="100" dirty="0">
                        <a:solidFill>
                          <a:srgbClr val="FF0000"/>
                        </a:solidFill>
                        <a:effectLst/>
                        <a:latin typeface="等线"/>
                        <a:ea typeface="等线"/>
                        <a:cs typeface="Times New Roman"/>
                      </a:endParaRPr>
                    </a:p>
                  </a:txBody>
                  <a:tcPr marL="68580" marR="68580" marT="0" marB="0" anchor="ct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pPr algn="ctr">
                        <a:spcAft>
                          <a:spcPts val="0"/>
                        </a:spcAft>
                      </a:pPr>
                      <a:r>
                        <a:rPr lang="zh-CN" sz="1600" b="1" kern="100" dirty="0" smtClean="0">
                          <a:solidFill>
                            <a:srgbClr val="FF0000"/>
                          </a:solidFill>
                          <a:effectLst/>
                          <a:latin typeface="等线"/>
                          <a:ea typeface="等线"/>
                          <a:cs typeface="Times New Roman"/>
                        </a:rPr>
                        <a:t>无</a:t>
                      </a:r>
                      <a:endParaRPr lang="zh-CN" sz="1600" b="1" kern="100" dirty="0">
                        <a:solidFill>
                          <a:srgbClr val="FF0000"/>
                        </a:solidFill>
                        <a:effectLst/>
                        <a:latin typeface="等线"/>
                        <a:ea typeface="等线"/>
                        <a:cs typeface="Times New Roman"/>
                      </a:endParaRPr>
                    </a:p>
                  </a:txBody>
                  <a:tcPr marL="68580" marR="68580" marT="0" marB="0" anchor="ct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pPr algn="ctr">
                        <a:spcAft>
                          <a:spcPts val="0"/>
                        </a:spcAft>
                      </a:pPr>
                      <a:r>
                        <a:rPr lang="zh-CN" sz="1600" b="1" kern="100" dirty="0">
                          <a:solidFill>
                            <a:srgbClr val="FF0000"/>
                          </a:solidFill>
                          <a:effectLst/>
                          <a:latin typeface="等线"/>
                          <a:ea typeface="等线"/>
                          <a:cs typeface="Times New Roman"/>
                        </a:rPr>
                        <a:t>无</a:t>
                      </a:r>
                    </a:p>
                  </a:txBody>
                  <a:tcPr marL="68580" marR="68580" marT="0" marB="0" anchor="ct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r>
              <a:tr h="370840">
                <a:tc>
                  <a:txBody>
                    <a:bodyPr/>
                    <a:lstStyle/>
                    <a:p>
                      <a:r>
                        <a:rPr lang="en-US" altLang="zh-CN" sz="1600" b="1" dirty="0" smtClean="0">
                          <a:solidFill>
                            <a:srgbClr val="333399"/>
                          </a:solidFill>
                        </a:rPr>
                        <a:t>D</a:t>
                      </a:r>
                      <a:r>
                        <a:rPr lang="zh-CN" altLang="en-US" sz="1600" b="1" dirty="0" smtClean="0">
                          <a:solidFill>
                            <a:srgbClr val="333399"/>
                          </a:solidFill>
                        </a:rPr>
                        <a:t>关机离线</a:t>
                      </a:r>
                      <a:endParaRPr lang="zh-CN" altLang="en-US" sz="1600" b="1" dirty="0">
                        <a:solidFill>
                          <a:srgbClr val="333399"/>
                        </a:solidFill>
                      </a:endParaRPr>
                    </a:p>
                  </a:txBody>
                  <a:tcP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pPr algn="ctr">
                        <a:spcAft>
                          <a:spcPts val="0"/>
                        </a:spcAft>
                      </a:pPr>
                      <a:r>
                        <a:rPr lang="zh-CN" sz="1600" b="1" kern="100" dirty="0" smtClean="0">
                          <a:solidFill>
                            <a:srgbClr val="FF0000"/>
                          </a:solidFill>
                          <a:effectLst/>
                          <a:latin typeface="等线"/>
                          <a:ea typeface="等线"/>
                          <a:cs typeface="Times New Roman"/>
                        </a:rPr>
                        <a:t>删除（</a:t>
                      </a:r>
                      <a:r>
                        <a:rPr lang="en-US" sz="1600" b="1" kern="100" dirty="0">
                          <a:solidFill>
                            <a:srgbClr val="FF0000"/>
                          </a:solidFill>
                          <a:effectLst/>
                          <a:latin typeface="等线"/>
                          <a:ea typeface="等线"/>
                          <a:cs typeface="Times New Roman"/>
                        </a:rPr>
                        <a:t>D,3</a:t>
                      </a:r>
                      <a:r>
                        <a:rPr lang="zh-CN" sz="1600" b="1" kern="100" dirty="0">
                          <a:solidFill>
                            <a:srgbClr val="FF0000"/>
                          </a:solidFill>
                          <a:effectLst/>
                          <a:latin typeface="等线"/>
                          <a:ea typeface="等线"/>
                          <a:cs typeface="Times New Roman"/>
                        </a:rPr>
                        <a:t>）</a:t>
                      </a:r>
                    </a:p>
                  </a:txBody>
                  <a:tcPr marL="68580" marR="68580" marT="0" marB="0" anchor="ct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pPr algn="ctr">
                        <a:spcAft>
                          <a:spcPts val="0"/>
                        </a:spcAft>
                      </a:pPr>
                      <a:r>
                        <a:rPr lang="zh-CN" sz="1600" b="1" kern="100" dirty="0">
                          <a:solidFill>
                            <a:srgbClr val="FF0000"/>
                          </a:solidFill>
                          <a:effectLst/>
                          <a:latin typeface="等线"/>
                          <a:ea typeface="等线"/>
                          <a:cs typeface="Times New Roman"/>
                        </a:rPr>
                        <a:t>无</a:t>
                      </a:r>
                    </a:p>
                  </a:txBody>
                  <a:tcPr marL="68580" marR="68580" marT="0" marB="0" anchor="ct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pPr algn="ctr">
                        <a:spcAft>
                          <a:spcPts val="0"/>
                        </a:spcAft>
                      </a:pPr>
                      <a:r>
                        <a:rPr lang="zh-CN" sz="1600" b="1" kern="100" dirty="0" smtClean="0">
                          <a:solidFill>
                            <a:srgbClr val="FF0000"/>
                          </a:solidFill>
                          <a:effectLst/>
                          <a:latin typeface="等线"/>
                          <a:ea typeface="等线"/>
                          <a:cs typeface="Times New Roman"/>
                        </a:rPr>
                        <a:t>删除（</a:t>
                      </a:r>
                      <a:r>
                        <a:rPr lang="en-US" sz="1600" b="1" kern="100" dirty="0">
                          <a:solidFill>
                            <a:srgbClr val="FF0000"/>
                          </a:solidFill>
                          <a:effectLst/>
                          <a:latin typeface="等线"/>
                          <a:ea typeface="等线"/>
                          <a:cs typeface="Times New Roman"/>
                        </a:rPr>
                        <a:t>D,2</a:t>
                      </a:r>
                      <a:r>
                        <a:rPr lang="zh-CN" sz="1600" b="1" kern="100" dirty="0">
                          <a:solidFill>
                            <a:srgbClr val="FF0000"/>
                          </a:solidFill>
                          <a:effectLst/>
                          <a:latin typeface="等线"/>
                          <a:ea typeface="等线"/>
                          <a:cs typeface="Times New Roman"/>
                        </a:rPr>
                        <a:t>）</a:t>
                      </a:r>
                    </a:p>
                  </a:txBody>
                  <a:tcPr marL="68580" marR="68580" marT="0" marB="0" anchor="ct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pPr algn="ctr">
                        <a:spcAft>
                          <a:spcPts val="0"/>
                        </a:spcAft>
                      </a:pPr>
                      <a:r>
                        <a:rPr lang="zh-CN" sz="1600" b="1" kern="100" dirty="0">
                          <a:solidFill>
                            <a:srgbClr val="FF0000"/>
                          </a:solidFill>
                          <a:effectLst/>
                          <a:latin typeface="等线"/>
                          <a:ea typeface="等线"/>
                          <a:cs typeface="Times New Roman"/>
                        </a:rPr>
                        <a:t>无</a:t>
                      </a:r>
                    </a:p>
                  </a:txBody>
                  <a:tcPr marL="68580" marR="68580" marT="0" marB="0" anchor="ct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r>
            </a:tbl>
          </a:graphicData>
        </a:graphic>
      </p:graphicFrame>
      <p:sp>
        <p:nvSpPr>
          <p:cNvPr id="2" name="内容占位符 1"/>
          <p:cNvSpPr>
            <a:spLocks noGrp="1"/>
          </p:cNvSpPr>
          <p:nvPr>
            <p:ph idx="1"/>
          </p:nvPr>
        </p:nvSpPr>
        <p:spPr>
          <a:xfrm>
            <a:off x="442800" y="1267199"/>
            <a:ext cx="6372486" cy="4896000"/>
          </a:xfrm>
        </p:spPr>
        <p:txBody>
          <a:bodyPr/>
          <a:lstStyle/>
          <a:p>
            <a:r>
              <a:rPr lang="zh-CN" altLang="zh-CN" b="1" dirty="0"/>
              <a:t>以太网的拓扑</a:t>
            </a:r>
            <a:r>
              <a:rPr lang="zh-CN" altLang="zh-CN" b="1" dirty="0" smtClean="0"/>
              <a:t>如下</a:t>
            </a:r>
            <a:r>
              <a:rPr lang="zh-CN" altLang="en-US" b="1" dirty="0" smtClean="0"/>
              <a:t>：</a:t>
            </a:r>
          </a:p>
          <a:p>
            <a:endParaRPr lang="en-US" altLang="zh-CN" b="1" dirty="0"/>
          </a:p>
          <a:p>
            <a:endParaRPr lang="en-US" altLang="zh-CN" b="1" dirty="0" smtClean="0"/>
          </a:p>
          <a:p>
            <a:endParaRPr lang="en-US" altLang="zh-CN" b="1" dirty="0"/>
          </a:p>
          <a:p>
            <a:endParaRPr lang="en-US" altLang="zh-CN" b="1" dirty="0" smtClean="0"/>
          </a:p>
          <a:p>
            <a:r>
              <a:rPr lang="zh-CN" altLang="zh-CN" b="1" dirty="0" smtClean="0"/>
              <a:t>假定开始时交换机的</a:t>
            </a:r>
            <a:r>
              <a:rPr lang="zh-CN" altLang="en-US" b="1" dirty="0" smtClean="0"/>
              <a:t>交换</a:t>
            </a:r>
            <a:r>
              <a:rPr lang="zh-CN" altLang="zh-CN" b="1" dirty="0" smtClean="0"/>
              <a:t>表都是空白的</a:t>
            </a:r>
            <a:r>
              <a:rPr lang="zh-CN" altLang="en-US" b="1" dirty="0" smtClean="0"/>
              <a:t>，请完成右侧的表格。</a:t>
            </a:r>
            <a:endParaRPr lang="zh-CN" altLang="en-US" b="1" dirty="0"/>
          </a:p>
        </p:txBody>
      </p:sp>
      <p:sp>
        <p:nvSpPr>
          <p:cNvPr id="3" name="标题 2"/>
          <p:cNvSpPr>
            <a:spLocks noGrp="1"/>
          </p:cNvSpPr>
          <p:nvPr>
            <p:ph type="title"/>
          </p:nvPr>
        </p:nvSpPr>
        <p:spPr/>
        <p:txBody>
          <a:bodyPr/>
          <a:lstStyle/>
          <a:p>
            <a:r>
              <a:rPr lang="zh-CN" altLang="en-US" dirty="0" smtClean="0"/>
              <a:t>课堂练习</a:t>
            </a:r>
            <a:endParaRPr lang="zh-CN" altLang="en-US" dirty="0"/>
          </a:p>
        </p:txBody>
      </p:sp>
      <p:pic>
        <p:nvPicPr>
          <p:cNvPr id="4" name="图片 3"/>
          <p:cNvPicPr/>
          <p:nvPr/>
        </p:nvPicPr>
        <p:blipFill>
          <a:blip r:embed="rId2">
            <a:extLst>
              <a:ext uri="{28A0092B-C50C-407E-A947-70E740481C1C}">
                <a14:useLocalDpi xmlns:a14="http://schemas.microsoft.com/office/drawing/2010/main" val="0"/>
              </a:ext>
            </a:extLst>
          </a:blip>
          <a:srcRect/>
          <a:stretch>
            <a:fillRect/>
          </a:stretch>
        </p:blipFill>
        <p:spPr bwMode="auto">
          <a:xfrm>
            <a:off x="694606" y="2095128"/>
            <a:ext cx="5276850" cy="2990850"/>
          </a:xfrm>
          <a:prstGeom prst="rect">
            <a:avLst/>
          </a:prstGeom>
          <a:noFill/>
          <a:ln>
            <a:noFill/>
          </a:ln>
        </p:spPr>
      </p:pic>
      <p:sp>
        <p:nvSpPr>
          <p:cNvPr id="12" name="矩形 11"/>
          <p:cNvSpPr/>
          <p:nvPr/>
        </p:nvSpPr>
        <p:spPr>
          <a:xfrm>
            <a:off x="8040563" y="2637706"/>
            <a:ext cx="720080" cy="435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8971334" y="2637706"/>
            <a:ext cx="720080" cy="435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9922296" y="2637706"/>
            <a:ext cx="720080" cy="435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0919742" y="2637706"/>
            <a:ext cx="720080" cy="435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8059613" y="3132237"/>
            <a:ext cx="720080" cy="4320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8971334" y="3132237"/>
            <a:ext cx="720080" cy="4320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10919742" y="3132237"/>
            <a:ext cx="720080" cy="4320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8088188" y="3611910"/>
            <a:ext cx="720080" cy="4320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952284" y="3611910"/>
            <a:ext cx="720080" cy="4320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9969921" y="3611910"/>
            <a:ext cx="720080" cy="43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10900692" y="3611910"/>
            <a:ext cx="720080" cy="4320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8097713" y="4096916"/>
            <a:ext cx="720080" cy="43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8961809" y="4096916"/>
            <a:ext cx="720080" cy="435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9988971" y="4096916"/>
            <a:ext cx="720080" cy="43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10910217" y="4106441"/>
            <a:ext cx="720080" cy="4320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8088188" y="4591447"/>
            <a:ext cx="720080" cy="435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8952284" y="4591447"/>
            <a:ext cx="720080" cy="4320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10900692" y="4591447"/>
            <a:ext cx="720080" cy="4320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097713" y="5076453"/>
            <a:ext cx="720080" cy="435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nvSpPr>
        <p:spPr>
          <a:xfrm>
            <a:off x="8961809" y="5076453"/>
            <a:ext cx="720080" cy="4320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9969921" y="5076453"/>
            <a:ext cx="720080" cy="435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10910217" y="5076453"/>
            <a:ext cx="720080" cy="4320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9969921" y="3132237"/>
            <a:ext cx="720080" cy="4320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9969921" y="4591447"/>
            <a:ext cx="720080" cy="4320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3087285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0" nodeType="clickEffect">
                                  <p:stCondLst>
                                    <p:cond delay="0"/>
                                  </p:stCondLst>
                                  <p:childTnLst>
                                    <p:set>
                                      <p:cBhvr>
                                        <p:cTn id="50" dur="1" fill="hold">
                                          <p:stCondLst>
                                            <p:cond delay="0"/>
                                          </p:stCondLst>
                                        </p:cTn>
                                        <p:tgtEl>
                                          <p:spTgt spid="25"/>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0" nodeType="clickEffect">
                                  <p:stCondLst>
                                    <p:cond delay="0"/>
                                  </p:stCondLst>
                                  <p:childTnLst>
                                    <p:set>
                                      <p:cBhvr>
                                        <p:cTn id="54" dur="1" fill="hold">
                                          <p:stCondLst>
                                            <p:cond delay="0"/>
                                          </p:stCondLst>
                                        </p:cTn>
                                        <p:tgtEl>
                                          <p:spTgt spid="28"/>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0" nodeType="clickEffect">
                                  <p:stCondLst>
                                    <p:cond delay="0"/>
                                  </p:stCondLst>
                                  <p:childTnLst>
                                    <p:set>
                                      <p:cBhvr>
                                        <p:cTn id="58" dur="1" fill="hold">
                                          <p:stCondLst>
                                            <p:cond delay="0"/>
                                          </p:stCondLst>
                                        </p:cTn>
                                        <p:tgtEl>
                                          <p:spTgt spid="29"/>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0" nodeType="clickEffect">
                                  <p:stCondLst>
                                    <p:cond delay="0"/>
                                  </p:stCondLst>
                                  <p:childTnLst>
                                    <p:set>
                                      <p:cBhvr>
                                        <p:cTn id="62" dur="1" fill="hold">
                                          <p:stCondLst>
                                            <p:cond delay="0"/>
                                          </p:stCondLst>
                                        </p:cTn>
                                        <p:tgtEl>
                                          <p:spTgt spid="26"/>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0" nodeType="clickEffect">
                                  <p:stCondLst>
                                    <p:cond delay="0"/>
                                  </p:stCondLst>
                                  <p:childTnLst>
                                    <p:set>
                                      <p:cBhvr>
                                        <p:cTn id="66" dur="1" fill="hold">
                                          <p:stCondLst>
                                            <p:cond delay="0"/>
                                          </p:stCondLst>
                                        </p:cTn>
                                        <p:tgtEl>
                                          <p:spTgt spid="27"/>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grpId="0" nodeType="clickEffect">
                                  <p:stCondLst>
                                    <p:cond delay="0"/>
                                  </p:stCondLst>
                                  <p:childTnLst>
                                    <p:set>
                                      <p:cBhvr>
                                        <p:cTn id="70" dur="1" fill="hold">
                                          <p:stCondLst>
                                            <p:cond delay="0"/>
                                          </p:stCondLst>
                                        </p:cTn>
                                        <p:tgtEl>
                                          <p:spTgt spid="30"/>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grpId="0" nodeType="clickEffect">
                                  <p:stCondLst>
                                    <p:cond delay="0"/>
                                  </p:stCondLst>
                                  <p:childTnLst>
                                    <p:set>
                                      <p:cBhvr>
                                        <p:cTn id="74" dur="1" fill="hold">
                                          <p:stCondLst>
                                            <p:cond delay="0"/>
                                          </p:stCondLst>
                                        </p:cTn>
                                        <p:tgtEl>
                                          <p:spTgt spid="31"/>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0" nodeType="clickEffect">
                                  <p:stCondLst>
                                    <p:cond delay="0"/>
                                  </p:stCondLst>
                                  <p:childTnLst>
                                    <p:set>
                                      <p:cBhvr>
                                        <p:cTn id="78" dur="1" fill="hold">
                                          <p:stCondLst>
                                            <p:cond delay="0"/>
                                          </p:stCondLst>
                                        </p:cTn>
                                        <p:tgtEl>
                                          <p:spTgt spid="32"/>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grpId="0" nodeType="clickEffect">
                                  <p:stCondLst>
                                    <p:cond delay="0"/>
                                  </p:stCondLst>
                                  <p:childTnLst>
                                    <p:set>
                                      <p:cBhvr>
                                        <p:cTn id="82" dur="1" fill="hold">
                                          <p:stCondLst>
                                            <p:cond delay="0"/>
                                          </p:stCondLst>
                                        </p:cTn>
                                        <p:tgtEl>
                                          <p:spTgt spid="33"/>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1" presetClass="exit" presetSubtype="0" fill="hold" grpId="0" nodeType="clickEffect">
                                  <p:stCondLst>
                                    <p:cond delay="0"/>
                                  </p:stCondLst>
                                  <p:childTnLst>
                                    <p:set>
                                      <p:cBhvr>
                                        <p:cTn id="86" dur="1" fill="hold">
                                          <p:stCondLst>
                                            <p:cond delay="0"/>
                                          </p:stCondLst>
                                        </p:cTn>
                                        <p:tgtEl>
                                          <p:spTgt spid="34"/>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grpId="0" nodeType="clickEffect">
                                  <p:stCondLst>
                                    <p:cond delay="0"/>
                                  </p:stCondLst>
                                  <p:childTnLst>
                                    <p:set>
                                      <p:cBhvr>
                                        <p:cTn id="90" dur="1" fill="hold">
                                          <p:stCondLst>
                                            <p:cond delay="0"/>
                                          </p:stCondLst>
                                        </p:cTn>
                                        <p:tgtEl>
                                          <p:spTgt spid="35"/>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1" presetClass="exit" presetSubtype="0" fill="hold" grpId="0" nodeType="clickEffect">
                                  <p:stCondLst>
                                    <p:cond delay="0"/>
                                  </p:stCondLst>
                                  <p:childTnLst>
                                    <p:set>
                                      <p:cBhvr>
                                        <p:cTn id="94" dur="1" fill="hold">
                                          <p:stCondLst>
                                            <p:cond delay="0"/>
                                          </p:stCondLst>
                                        </p:cTn>
                                        <p:tgtEl>
                                          <p:spTgt spid="36"/>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1" presetClass="exit" presetSubtype="0" fill="hold" grpId="0" nodeType="clickEffect">
                                  <p:stCondLst>
                                    <p:cond delay="0"/>
                                  </p:stCondLst>
                                  <p:childTnLst>
                                    <p:set>
                                      <p:cBhvr>
                                        <p:cTn id="98" dur="1" fill="hold">
                                          <p:stCondLst>
                                            <p:cond delay="0"/>
                                          </p:stCondLst>
                                        </p:cTn>
                                        <p:tgtEl>
                                          <p:spTgt spid="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8" grpId="0" animBg="1"/>
      <p:bldP spid="19"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3" grpId="0" animBg="1"/>
      <p:bldP spid="34" grpId="0" animBg="1"/>
      <p:bldP spid="35" grpId="0" animBg="1"/>
      <p:bldP spid="36" grpId="0" animBg="1"/>
      <p:bldP spid="37" grpId="0" animBg="1"/>
      <p:bldP spid="20" grpId="0" animBg="1"/>
      <p:bldP spid="32" grpId="0" animBg="1"/>
    </p:bldLst>
  </p:timing>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5715" name="Rectangle 2"/>
          <p:cNvSpPr>
            <a:spLocks noGrp="1" noChangeArrowheads="1"/>
          </p:cNvSpPr>
          <p:nvPr>
            <p:ph idx="1"/>
          </p:nvPr>
        </p:nvSpPr>
        <p:spPr/>
        <p:txBody>
          <a:bodyPr/>
          <a:lstStyle/>
          <a:p>
            <a:pPr>
              <a:lnSpc>
                <a:spcPct val="140000"/>
              </a:lnSpc>
            </a:pPr>
            <a:r>
              <a:rPr lang="zh-CN" altLang="en-US" sz="2800" b="1" kern="1200" dirty="0" smtClean="0">
                <a:solidFill>
                  <a:srgbClr val="4D4D4D"/>
                </a:solidFill>
                <a:latin typeface="微软雅黑" panose="020B0503020204020204" pitchFamily="34" charset="-122"/>
                <a:ea typeface="微软雅黑" panose="020B0503020204020204" pitchFamily="34" charset="-122"/>
              </a:rPr>
              <a:t>为了避免</a:t>
            </a:r>
            <a:r>
              <a:rPr lang="zh-CN" altLang="en-US" sz="2800" b="1" kern="1200" dirty="0" smtClean="0">
                <a:solidFill>
                  <a:srgbClr val="C00000"/>
                </a:solidFill>
                <a:latin typeface="微软雅黑" panose="020B0503020204020204" pitchFamily="34" charset="-122"/>
                <a:ea typeface="微软雅黑" panose="020B0503020204020204" pitchFamily="34" charset="-122"/>
              </a:rPr>
              <a:t>单点故障</a:t>
            </a:r>
            <a:r>
              <a:rPr lang="zh-CN" altLang="en-US" sz="2800" b="1" kern="1200" dirty="0" smtClean="0">
                <a:solidFill>
                  <a:srgbClr val="4D4D4D"/>
                </a:solidFill>
                <a:latin typeface="微软雅黑" panose="020B0503020204020204" pitchFamily="34" charset="-122"/>
                <a:ea typeface="微软雅黑" panose="020B0503020204020204" pitchFamily="34" charset="-122"/>
              </a:rPr>
              <a:t>，以太网中往往会增加一些冗余的链路。此时，</a:t>
            </a:r>
            <a:r>
              <a:rPr lang="zh-CN" altLang="zh-CN" sz="2800" b="1" kern="1200" dirty="0" smtClean="0">
                <a:solidFill>
                  <a:srgbClr val="4D4D4D"/>
                </a:solidFill>
                <a:latin typeface="微软雅黑" panose="020B0503020204020204" pitchFamily="34" charset="-122"/>
                <a:ea typeface="微软雅黑" panose="020B0503020204020204" pitchFamily="34" charset="-122"/>
              </a:rPr>
              <a:t>自学习</a:t>
            </a:r>
            <a:r>
              <a:rPr lang="zh-CN" altLang="zh-CN" sz="2800" b="1" kern="1200" dirty="0">
                <a:solidFill>
                  <a:srgbClr val="4D4D4D"/>
                </a:solidFill>
                <a:latin typeface="微软雅黑" panose="020B0503020204020204" pitchFamily="34" charset="-122"/>
                <a:ea typeface="微软雅黑" panose="020B0503020204020204" pitchFamily="34" charset="-122"/>
              </a:rPr>
              <a:t>的过程就可能导致以太网帧在网络的某个环路中无限制地兜圈子</a:t>
            </a:r>
            <a:r>
              <a:rPr lang="zh-CN" altLang="en-US" sz="2800" b="1" kern="1200" dirty="0">
                <a:solidFill>
                  <a:srgbClr val="4D4D4D"/>
                </a:solidFill>
                <a:latin typeface="微软雅黑" panose="020B0503020204020204" pitchFamily="34" charset="-122"/>
                <a:ea typeface="微软雅黑" panose="020B0503020204020204" pitchFamily="34" charset="-122"/>
              </a:rPr>
              <a:t>。</a:t>
            </a:r>
            <a:endParaRPr lang="en-US" altLang="zh-CN" sz="2800" b="1" kern="1200" dirty="0">
              <a:solidFill>
                <a:srgbClr val="4D4D4D"/>
              </a:solidFill>
              <a:latin typeface="微软雅黑" panose="020B0503020204020204" pitchFamily="34" charset="-122"/>
              <a:ea typeface="微软雅黑" panose="020B0503020204020204" pitchFamily="34" charset="-122"/>
            </a:endParaRPr>
          </a:p>
          <a:p>
            <a:pPr>
              <a:lnSpc>
                <a:spcPct val="140000"/>
              </a:lnSpc>
            </a:pPr>
            <a:r>
              <a:rPr lang="zh-CN" altLang="en-US" sz="2800" b="1" kern="1200" dirty="0">
                <a:solidFill>
                  <a:srgbClr val="4D4D4D"/>
                </a:solidFill>
                <a:latin typeface="微软雅黑" panose="020B0503020204020204" pitchFamily="34" charset="-122"/>
                <a:ea typeface="微软雅黑" panose="020B0503020204020204" pitchFamily="34" charset="-122"/>
              </a:rPr>
              <a:t>如图，</a:t>
            </a:r>
            <a:r>
              <a:rPr lang="zh-CN" altLang="zh-CN" sz="2800" b="1" kern="1200" dirty="0">
                <a:solidFill>
                  <a:srgbClr val="4D4D4D"/>
                </a:solidFill>
                <a:latin typeface="微软雅黑" panose="020B0503020204020204" pitchFamily="34" charset="-122"/>
                <a:ea typeface="微软雅黑" panose="020B0503020204020204" pitchFamily="34" charset="-122"/>
              </a:rPr>
              <a:t>假定开始</a:t>
            </a:r>
            <a:r>
              <a:rPr lang="zh-CN" altLang="en-US" sz="2800" b="1" kern="1200" dirty="0">
                <a:solidFill>
                  <a:srgbClr val="4D4D4D"/>
                </a:solidFill>
                <a:latin typeface="微软雅黑" panose="020B0503020204020204" pitchFamily="34" charset="-122"/>
                <a:ea typeface="微软雅黑" panose="020B0503020204020204" pitchFamily="34" charset="-122"/>
              </a:rPr>
              <a:t>时，</a:t>
            </a:r>
            <a:r>
              <a:rPr lang="zh-CN" altLang="zh-CN" sz="2800" b="1" kern="1200" dirty="0" smtClean="0">
                <a:solidFill>
                  <a:srgbClr val="4D4D4D"/>
                </a:solidFill>
                <a:latin typeface="微软雅黑" panose="020B0503020204020204" pitchFamily="34" charset="-122"/>
                <a:ea typeface="微软雅黑" panose="020B0503020204020204" pitchFamily="34" charset="-122"/>
              </a:rPr>
              <a:t>交换机</a:t>
            </a:r>
            <a:r>
              <a:rPr lang="en-US" altLang="zh-CN" sz="2800" b="1" kern="1200" dirty="0" smtClean="0">
                <a:solidFill>
                  <a:srgbClr val="4D4D4D"/>
                </a:solidFill>
                <a:latin typeface="微软雅黑" panose="020B0503020204020204" pitchFamily="34" charset="-122"/>
                <a:ea typeface="微软雅黑" panose="020B0503020204020204" pitchFamily="34" charset="-122"/>
              </a:rPr>
              <a:t>#</a:t>
            </a:r>
            <a:r>
              <a:rPr lang="en-US" altLang="zh-CN" sz="2800" b="1" kern="1200" dirty="0">
                <a:solidFill>
                  <a:srgbClr val="4D4D4D"/>
                </a:solidFill>
                <a:latin typeface="微软雅黑" panose="020B0503020204020204" pitchFamily="34" charset="-122"/>
                <a:ea typeface="微软雅黑" panose="020B0503020204020204" pitchFamily="34" charset="-122"/>
              </a:rPr>
              <a:t>1 </a:t>
            </a:r>
            <a:r>
              <a:rPr lang="zh-CN" altLang="en-US" sz="2800" b="1" kern="1200" dirty="0" smtClean="0">
                <a:solidFill>
                  <a:srgbClr val="4D4D4D"/>
                </a:solidFill>
                <a:latin typeface="微软雅黑" panose="020B0503020204020204" pitchFamily="34" charset="-122"/>
                <a:ea typeface="微软雅黑" panose="020B0503020204020204" pitchFamily="34" charset="-122"/>
              </a:rPr>
              <a:t>和交换机</a:t>
            </a:r>
            <a:r>
              <a:rPr lang="en-US" altLang="zh-CN" sz="2800" b="1" kern="1200" dirty="0" smtClean="0">
                <a:solidFill>
                  <a:srgbClr val="4D4D4D"/>
                </a:solidFill>
                <a:latin typeface="微软雅黑" panose="020B0503020204020204" pitchFamily="34" charset="-122"/>
                <a:ea typeface="微软雅黑" panose="020B0503020204020204" pitchFamily="34" charset="-122"/>
              </a:rPr>
              <a:t>#</a:t>
            </a:r>
            <a:r>
              <a:rPr lang="en-US" altLang="zh-CN" sz="2800" b="1" kern="1200" dirty="0">
                <a:solidFill>
                  <a:srgbClr val="4D4D4D"/>
                </a:solidFill>
                <a:latin typeface="微软雅黑" panose="020B0503020204020204" pitchFamily="34" charset="-122"/>
                <a:ea typeface="微软雅黑" panose="020B0503020204020204" pitchFamily="34" charset="-122"/>
              </a:rPr>
              <a:t>2 </a:t>
            </a:r>
            <a:r>
              <a:rPr lang="zh-CN" altLang="en-US" sz="2800" b="1" kern="1200" dirty="0">
                <a:solidFill>
                  <a:srgbClr val="4D4D4D"/>
                </a:solidFill>
                <a:latin typeface="微软雅黑" panose="020B0503020204020204" pitchFamily="34" charset="-122"/>
                <a:ea typeface="微软雅黑" panose="020B0503020204020204" pitchFamily="34" charset="-122"/>
              </a:rPr>
              <a:t>的交换表都是空的，</a:t>
            </a:r>
            <a:r>
              <a:rPr lang="zh-CN" altLang="zh-CN" sz="2800" b="1" kern="1200" dirty="0">
                <a:solidFill>
                  <a:srgbClr val="4D4D4D"/>
                </a:solidFill>
                <a:latin typeface="微软雅黑" panose="020B0503020204020204" pitchFamily="34" charset="-122"/>
                <a:ea typeface="微软雅黑" panose="020B0503020204020204" pitchFamily="34" charset="-122"/>
              </a:rPr>
              <a:t>主机</a:t>
            </a:r>
            <a:r>
              <a:rPr lang="en-US" altLang="zh-CN" sz="2800" b="1" kern="1200" dirty="0">
                <a:solidFill>
                  <a:srgbClr val="4D4D4D"/>
                </a:solidFill>
                <a:latin typeface="微软雅黑" panose="020B0503020204020204" pitchFamily="34" charset="-122"/>
                <a:ea typeface="微软雅黑" panose="020B0503020204020204" pitchFamily="34" charset="-122"/>
              </a:rPr>
              <a:t> A </a:t>
            </a:r>
            <a:r>
              <a:rPr lang="zh-CN" altLang="zh-CN" sz="2800" b="1" kern="1200" dirty="0" smtClean="0">
                <a:solidFill>
                  <a:srgbClr val="4D4D4D"/>
                </a:solidFill>
                <a:latin typeface="微软雅黑" panose="020B0503020204020204" pitchFamily="34" charset="-122"/>
                <a:ea typeface="微软雅黑" panose="020B0503020204020204" pitchFamily="34" charset="-122"/>
              </a:rPr>
              <a:t>通过交换机</a:t>
            </a:r>
            <a:r>
              <a:rPr lang="en-US" altLang="zh-CN" sz="2800" b="1" kern="1200" dirty="0" smtClean="0">
                <a:solidFill>
                  <a:srgbClr val="4D4D4D"/>
                </a:solidFill>
                <a:latin typeface="微软雅黑" panose="020B0503020204020204" pitchFamily="34" charset="-122"/>
                <a:ea typeface="微软雅黑" panose="020B0503020204020204" pitchFamily="34" charset="-122"/>
              </a:rPr>
              <a:t>#</a:t>
            </a:r>
            <a:r>
              <a:rPr lang="en-US" altLang="zh-CN" sz="2800" b="1" kern="1200" dirty="0">
                <a:solidFill>
                  <a:srgbClr val="4D4D4D"/>
                </a:solidFill>
                <a:latin typeface="微软雅黑" panose="020B0503020204020204" pitchFamily="34" charset="-122"/>
                <a:ea typeface="微软雅黑" panose="020B0503020204020204" pitchFamily="34" charset="-122"/>
              </a:rPr>
              <a:t>1 </a:t>
            </a:r>
            <a:r>
              <a:rPr lang="zh-CN" altLang="zh-CN" sz="2800" b="1" kern="1200" dirty="0">
                <a:solidFill>
                  <a:srgbClr val="4D4D4D"/>
                </a:solidFill>
                <a:latin typeface="微软雅黑" panose="020B0503020204020204" pitchFamily="34" charset="-122"/>
                <a:ea typeface="微软雅黑" panose="020B0503020204020204" pitchFamily="34" charset="-122"/>
              </a:rPr>
              <a:t>向主机</a:t>
            </a:r>
            <a:r>
              <a:rPr lang="en-US" altLang="zh-CN" sz="2800" b="1" kern="1200" dirty="0">
                <a:solidFill>
                  <a:srgbClr val="4D4D4D"/>
                </a:solidFill>
                <a:latin typeface="微软雅黑" panose="020B0503020204020204" pitchFamily="34" charset="-122"/>
                <a:ea typeface="微软雅黑" panose="020B0503020204020204" pitchFamily="34" charset="-122"/>
              </a:rPr>
              <a:t> B </a:t>
            </a:r>
            <a:r>
              <a:rPr lang="zh-CN" altLang="zh-CN" sz="2800" b="1" kern="1200" dirty="0">
                <a:solidFill>
                  <a:srgbClr val="4D4D4D"/>
                </a:solidFill>
                <a:latin typeface="微软雅黑" panose="020B0503020204020204" pitchFamily="34" charset="-122"/>
                <a:ea typeface="微软雅黑" panose="020B0503020204020204" pitchFamily="34" charset="-122"/>
              </a:rPr>
              <a:t>发送一帧。</a:t>
            </a:r>
            <a:endParaRPr lang="zh-CN" altLang="en-US" sz="2800" b="1" kern="1200" dirty="0">
              <a:solidFill>
                <a:srgbClr val="4D4D4D"/>
              </a:solidFill>
              <a:latin typeface="微软雅黑" panose="020B0503020204020204" pitchFamily="34" charset="-122"/>
              <a:ea typeface="微软雅黑" panose="020B0503020204020204" pitchFamily="34" charset="-122"/>
            </a:endParaRPr>
          </a:p>
        </p:txBody>
      </p:sp>
      <p:sp>
        <p:nvSpPr>
          <p:cNvPr id="115714" name="Rectangle 3"/>
          <p:cNvSpPr>
            <a:spLocks noGrp="1" noChangeArrowheads="1"/>
          </p:cNvSpPr>
          <p:nvPr>
            <p:ph type="title"/>
          </p:nvPr>
        </p:nvSpPr>
        <p:spPr/>
        <p:txBody>
          <a:bodyPr/>
          <a:lstStyle/>
          <a:p>
            <a:r>
              <a:rPr lang="en-US" altLang="zh-CN" dirty="0"/>
              <a:t>3.4.2 </a:t>
            </a:r>
            <a:r>
              <a:rPr lang="zh-CN" altLang="en-US" dirty="0"/>
              <a:t>在数据链路层扩展以太网 </a:t>
            </a:r>
            <a:endParaRPr lang="zh-CN" altLang="en-US" sz="4000" dirty="0">
              <a:solidFill>
                <a:srgbClr val="FFFFFF"/>
              </a:solidFill>
            </a:endParaRPr>
          </a:p>
        </p:txBody>
      </p:sp>
      <p:grpSp>
        <p:nvGrpSpPr>
          <p:cNvPr id="115716" name="组合 6"/>
          <p:cNvGrpSpPr>
            <a:grpSpLocks/>
          </p:cNvGrpSpPr>
          <p:nvPr/>
        </p:nvGrpSpPr>
        <p:grpSpPr bwMode="auto">
          <a:xfrm>
            <a:off x="814811" y="4458988"/>
            <a:ext cx="10320955" cy="2139156"/>
            <a:chOff x="1048542" y="3632847"/>
            <a:chExt cx="8387154" cy="2316433"/>
          </a:xfrm>
        </p:grpSpPr>
        <p:sp>
          <p:nvSpPr>
            <p:cNvPr id="52" name="矩形 51">
              <a:extLst>
                <a:ext uri="{FF2B5EF4-FFF2-40B4-BE49-F238E27FC236}">
                  <a16:creationId xmlns="" xmlns:a16="http://schemas.microsoft.com/office/drawing/2014/main" id="{762B7098-E54F-429F-BDBF-628869897AB0}"/>
                </a:ext>
              </a:extLst>
            </p:cNvPr>
            <p:cNvSpPr/>
            <p:nvPr/>
          </p:nvSpPr>
          <p:spPr>
            <a:xfrm>
              <a:off x="2629084" y="4331270"/>
              <a:ext cx="1625259" cy="1535476"/>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600" b="1" dirty="0">
                  <a:solidFill>
                    <a:srgbClr val="000099"/>
                  </a:solidFill>
                </a:rPr>
                <a:t> </a:t>
              </a:r>
              <a:endParaRPr lang="zh-CN" altLang="en-US" sz="2600" b="1" dirty="0">
                <a:solidFill>
                  <a:srgbClr val="000099"/>
                </a:solidFill>
              </a:endParaRPr>
            </a:p>
          </p:txBody>
        </p:sp>
        <p:cxnSp>
          <p:nvCxnSpPr>
            <p:cNvPr id="53" name="直接连接符 52">
              <a:extLst>
                <a:ext uri="{FF2B5EF4-FFF2-40B4-BE49-F238E27FC236}">
                  <a16:creationId xmlns="" xmlns:a16="http://schemas.microsoft.com/office/drawing/2014/main" id="{6854E2A5-074F-4B57-B4E6-9A9499F3BFCE}"/>
                </a:ext>
              </a:extLst>
            </p:cNvPr>
            <p:cNvCxnSpPr>
              <a:stCxn id="67" idx="3"/>
              <a:endCxn id="82" idx="1"/>
            </p:cNvCxnSpPr>
            <p:nvPr/>
          </p:nvCxnSpPr>
          <p:spPr>
            <a:xfrm>
              <a:off x="4254343" y="5409370"/>
              <a:ext cx="197438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 xmlns:a16="http://schemas.microsoft.com/office/drawing/2014/main" id="{9B0A913D-3C3F-4832-9B39-A3DE7862BE99}"/>
                </a:ext>
              </a:extLst>
            </p:cNvPr>
            <p:cNvCxnSpPr>
              <a:endCxn id="65" idx="1"/>
            </p:cNvCxnSpPr>
            <p:nvPr/>
          </p:nvCxnSpPr>
          <p:spPr>
            <a:xfrm flipV="1">
              <a:off x="1834513" y="5377484"/>
              <a:ext cx="815209" cy="3024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 xmlns:a16="http://schemas.microsoft.com/office/drawing/2014/main" id="{1A9CACC4-BED3-4A8E-B8B1-4F4CD5D63B79}"/>
                </a:ext>
              </a:extLst>
            </p:cNvPr>
            <p:cNvCxnSpPr>
              <a:stCxn id="71" idx="3"/>
              <a:endCxn id="80" idx="1"/>
            </p:cNvCxnSpPr>
            <p:nvPr/>
          </p:nvCxnSpPr>
          <p:spPr>
            <a:xfrm>
              <a:off x="4062119" y="4729247"/>
              <a:ext cx="216661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 xmlns:a16="http://schemas.microsoft.com/office/drawing/2014/main" id="{39002568-E319-4423-B6C9-32BA210E96A6}"/>
                </a:ext>
              </a:extLst>
            </p:cNvPr>
            <p:cNvCxnSpPr>
              <a:endCxn id="62" idx="1"/>
            </p:cNvCxnSpPr>
            <p:nvPr/>
          </p:nvCxnSpPr>
          <p:spPr>
            <a:xfrm>
              <a:off x="1954903" y="4591551"/>
              <a:ext cx="699979" cy="1376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Rectangle 24">
              <a:extLst>
                <a:ext uri="{FF2B5EF4-FFF2-40B4-BE49-F238E27FC236}">
                  <a16:creationId xmlns="" xmlns:a16="http://schemas.microsoft.com/office/drawing/2014/main" id="{9A2D9C29-06E5-45FE-A8B6-AA8553D89C77}"/>
                </a:ext>
              </a:extLst>
            </p:cNvPr>
            <p:cNvSpPr>
              <a:spLocks noChangeArrowheads="1"/>
            </p:cNvSpPr>
            <p:nvPr/>
          </p:nvSpPr>
          <p:spPr bwMode="auto">
            <a:xfrm>
              <a:off x="2416191" y="3632847"/>
              <a:ext cx="2044166" cy="522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algn="ctr" defTabSz="837330">
                <a:defRPr/>
              </a:pPr>
              <a:r>
                <a:rPr kumimoji="1" lang="zh-CN" altLang="en-US" sz="2600" b="1" dirty="0" smtClean="0">
                  <a:solidFill>
                    <a:srgbClr val="000099"/>
                  </a:solidFill>
                  <a:latin typeface="+mn-lt"/>
                  <a:ea typeface="黑体" pitchFamily="2" charset="-122"/>
                </a:rPr>
                <a:t>以太网交换机</a:t>
              </a:r>
              <a:r>
                <a:rPr kumimoji="1" lang="en-US" altLang="zh-CN" sz="2600" b="1" dirty="0" smtClean="0">
                  <a:solidFill>
                    <a:srgbClr val="000099"/>
                  </a:solidFill>
                  <a:latin typeface="+mn-lt"/>
                  <a:ea typeface="黑体" pitchFamily="2" charset="-122"/>
                </a:rPr>
                <a:t>#</a:t>
              </a:r>
              <a:r>
                <a:rPr kumimoji="1" lang="en-US" altLang="zh-CN" sz="2600" b="1" dirty="0">
                  <a:solidFill>
                    <a:srgbClr val="000099"/>
                  </a:solidFill>
                  <a:latin typeface="+mn-lt"/>
                  <a:ea typeface="黑体" pitchFamily="2" charset="-122"/>
                </a:rPr>
                <a:t>1</a:t>
              </a:r>
            </a:p>
          </p:txBody>
        </p:sp>
        <p:pic>
          <p:nvPicPr>
            <p:cNvPr id="115723"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0710" y="4086912"/>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 name="Rectangle 34">
              <a:extLst>
                <a:ext uri="{FF2B5EF4-FFF2-40B4-BE49-F238E27FC236}">
                  <a16:creationId xmlns="" xmlns:a16="http://schemas.microsoft.com/office/drawing/2014/main" id="{58E191BA-6988-431C-A5C8-00A53DB2AC54}"/>
                </a:ext>
              </a:extLst>
            </p:cNvPr>
            <p:cNvSpPr>
              <a:spLocks noChangeArrowheads="1"/>
            </p:cNvSpPr>
            <p:nvPr/>
          </p:nvSpPr>
          <p:spPr bwMode="auto">
            <a:xfrm>
              <a:off x="1048542" y="4035524"/>
              <a:ext cx="273858" cy="522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sz="2600" b="1" dirty="0">
                  <a:solidFill>
                    <a:srgbClr val="000099"/>
                  </a:solidFill>
                  <a:latin typeface="+mn-lt"/>
                  <a:ea typeface="黑体" pitchFamily="2" charset="-122"/>
                </a:rPr>
                <a:t>A</a:t>
              </a:r>
              <a:endParaRPr kumimoji="1" lang="en-US" altLang="zh-CN" sz="2600" b="1" baseline="-25000" dirty="0">
                <a:solidFill>
                  <a:srgbClr val="000099"/>
                </a:solidFill>
                <a:latin typeface="+mn-lt"/>
                <a:ea typeface="黑体" pitchFamily="2" charset="-122"/>
              </a:endParaRPr>
            </a:p>
          </p:txBody>
        </p:sp>
        <p:grpSp>
          <p:nvGrpSpPr>
            <p:cNvPr id="115725" name="组合 57"/>
            <p:cNvGrpSpPr>
              <a:grpSpLocks/>
            </p:cNvGrpSpPr>
            <p:nvPr/>
          </p:nvGrpSpPr>
          <p:grpSpPr bwMode="auto">
            <a:xfrm>
              <a:off x="2629084" y="4467748"/>
              <a:ext cx="462640" cy="522997"/>
              <a:chOff x="2268095" y="1278152"/>
              <a:chExt cx="287502" cy="309390"/>
            </a:xfrm>
          </p:grpSpPr>
          <p:sp>
            <p:nvSpPr>
              <p:cNvPr id="61" name="矩形 60">
                <a:extLst>
                  <a:ext uri="{FF2B5EF4-FFF2-40B4-BE49-F238E27FC236}">
                    <a16:creationId xmlns="" xmlns:a16="http://schemas.microsoft.com/office/drawing/2014/main" id="{EECF6CAA-CB02-4522-B4BD-78D7A627203F}"/>
                  </a:ext>
                </a:extLst>
              </p:cNvPr>
              <p:cNvSpPr/>
              <p:nvPr/>
            </p:nvSpPr>
            <p:spPr>
              <a:xfrm>
                <a:off x="2268095" y="1339820"/>
                <a:ext cx="287502" cy="21564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600" b="1" dirty="0">
                  <a:ln>
                    <a:prstDash val="solid"/>
                  </a:ln>
                  <a:solidFill>
                    <a:srgbClr val="000099"/>
                  </a:solidFill>
                  <a:effectLst>
                    <a:outerShdw blurRad="88000" dist="50800" dir="5040000" algn="tl">
                      <a:schemeClr val="accent4">
                        <a:tint val="80000"/>
                        <a:satMod val="250000"/>
                        <a:alpha val="45000"/>
                      </a:schemeClr>
                    </a:outerShdw>
                  </a:effectLst>
                </a:endParaRPr>
              </a:p>
            </p:txBody>
          </p:sp>
          <p:sp>
            <p:nvSpPr>
              <p:cNvPr id="62" name="Rectangle 40">
                <a:extLst>
                  <a:ext uri="{FF2B5EF4-FFF2-40B4-BE49-F238E27FC236}">
                    <a16:creationId xmlns="" xmlns:a16="http://schemas.microsoft.com/office/drawing/2014/main" id="{F66FF065-3DCD-4017-9E0E-7CDF46889B28}"/>
                  </a:ext>
                </a:extLst>
              </p:cNvPr>
              <p:cNvSpPr>
                <a:spLocks noChangeArrowheads="1"/>
              </p:cNvSpPr>
              <p:nvPr/>
            </p:nvSpPr>
            <p:spPr bwMode="auto">
              <a:xfrm>
                <a:off x="2284127" y="1278152"/>
                <a:ext cx="170186" cy="309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sz="2600" b="1" dirty="0">
                    <a:solidFill>
                      <a:srgbClr val="000099"/>
                    </a:solidFill>
                    <a:latin typeface="+mn-lt"/>
                    <a:ea typeface="黑体" pitchFamily="2" charset="-122"/>
                  </a:rPr>
                  <a:t>1</a:t>
                </a:r>
                <a:endParaRPr kumimoji="1" lang="en-US" altLang="zh-CN" sz="2600" b="1" baseline="-25000" dirty="0">
                  <a:solidFill>
                    <a:srgbClr val="000099"/>
                  </a:solidFill>
                  <a:latin typeface="+mn-lt"/>
                  <a:ea typeface="黑体" pitchFamily="2" charset="-122"/>
                </a:endParaRPr>
              </a:p>
            </p:txBody>
          </p:sp>
        </p:grpSp>
        <p:grpSp>
          <p:nvGrpSpPr>
            <p:cNvPr id="115726" name="组合 58"/>
            <p:cNvGrpSpPr>
              <a:grpSpLocks/>
            </p:cNvGrpSpPr>
            <p:nvPr/>
          </p:nvGrpSpPr>
          <p:grpSpPr bwMode="auto">
            <a:xfrm>
              <a:off x="2629084" y="5115985"/>
              <a:ext cx="462640" cy="522998"/>
              <a:chOff x="2268095" y="1274296"/>
              <a:chExt cx="287502" cy="310339"/>
            </a:xfrm>
          </p:grpSpPr>
          <p:sp>
            <p:nvSpPr>
              <p:cNvPr id="64" name="矩形 63">
                <a:extLst>
                  <a:ext uri="{FF2B5EF4-FFF2-40B4-BE49-F238E27FC236}">
                    <a16:creationId xmlns="" xmlns:a16="http://schemas.microsoft.com/office/drawing/2014/main" id="{C04D791C-6553-44FC-82ED-7A9D1D76D9B4}"/>
                  </a:ext>
                </a:extLst>
              </p:cNvPr>
              <p:cNvSpPr/>
              <p:nvPr/>
            </p:nvSpPr>
            <p:spPr>
              <a:xfrm>
                <a:off x="2268095" y="1340235"/>
                <a:ext cx="287502" cy="216304"/>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600" b="1" dirty="0">
                  <a:ln>
                    <a:prstDash val="solid"/>
                  </a:ln>
                  <a:solidFill>
                    <a:srgbClr val="000099"/>
                  </a:solidFill>
                  <a:effectLst>
                    <a:outerShdw blurRad="88000" dist="50800" dir="5040000" algn="tl">
                      <a:schemeClr val="accent4">
                        <a:tint val="80000"/>
                        <a:satMod val="250000"/>
                        <a:alpha val="45000"/>
                      </a:schemeClr>
                    </a:outerShdw>
                  </a:effectLst>
                </a:endParaRPr>
              </a:p>
            </p:txBody>
          </p:sp>
          <p:sp>
            <p:nvSpPr>
              <p:cNvPr id="65" name="Rectangle 40">
                <a:extLst>
                  <a:ext uri="{FF2B5EF4-FFF2-40B4-BE49-F238E27FC236}">
                    <a16:creationId xmlns="" xmlns:a16="http://schemas.microsoft.com/office/drawing/2014/main" id="{64210FDC-FDCF-4048-BE41-4EDCCF2BE6BE}"/>
                  </a:ext>
                </a:extLst>
              </p:cNvPr>
              <p:cNvSpPr>
                <a:spLocks noChangeArrowheads="1"/>
              </p:cNvSpPr>
              <p:nvPr/>
            </p:nvSpPr>
            <p:spPr bwMode="auto">
              <a:xfrm>
                <a:off x="2280920" y="1274296"/>
                <a:ext cx="170186" cy="310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sz="2600" b="1" dirty="0">
                    <a:solidFill>
                      <a:srgbClr val="000099"/>
                    </a:solidFill>
                    <a:latin typeface="+mn-lt"/>
                    <a:ea typeface="黑体" pitchFamily="2" charset="-122"/>
                  </a:rPr>
                  <a:t>2</a:t>
                </a:r>
                <a:endParaRPr kumimoji="1" lang="en-US" altLang="zh-CN" sz="2600" b="1" baseline="-25000" dirty="0">
                  <a:solidFill>
                    <a:srgbClr val="000099"/>
                  </a:solidFill>
                  <a:latin typeface="+mn-lt"/>
                  <a:ea typeface="黑体" pitchFamily="2" charset="-122"/>
                </a:endParaRPr>
              </a:p>
            </p:txBody>
          </p:sp>
        </p:grpSp>
        <p:grpSp>
          <p:nvGrpSpPr>
            <p:cNvPr id="115727" name="组合 61"/>
            <p:cNvGrpSpPr>
              <a:grpSpLocks/>
            </p:cNvGrpSpPr>
            <p:nvPr/>
          </p:nvGrpSpPr>
          <p:grpSpPr bwMode="auto">
            <a:xfrm>
              <a:off x="3788262" y="5115985"/>
              <a:ext cx="466079" cy="522998"/>
              <a:chOff x="2267577" y="1274296"/>
              <a:chExt cx="288047" cy="310339"/>
            </a:xfrm>
          </p:grpSpPr>
          <p:sp>
            <p:nvSpPr>
              <p:cNvPr id="67" name="矩形 66">
                <a:extLst>
                  <a:ext uri="{FF2B5EF4-FFF2-40B4-BE49-F238E27FC236}">
                    <a16:creationId xmlns="" xmlns:a16="http://schemas.microsoft.com/office/drawing/2014/main" id="{37310C3E-7875-42BB-9314-949C14120DA3}"/>
                  </a:ext>
                </a:extLst>
              </p:cNvPr>
              <p:cNvSpPr/>
              <p:nvPr/>
            </p:nvSpPr>
            <p:spPr>
              <a:xfrm>
                <a:off x="2267577" y="1340235"/>
                <a:ext cx="288047" cy="216304"/>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600" b="1" dirty="0">
                  <a:ln>
                    <a:prstDash val="solid"/>
                  </a:ln>
                  <a:solidFill>
                    <a:srgbClr val="000099"/>
                  </a:solidFill>
                  <a:effectLst>
                    <a:outerShdw blurRad="88000" dist="50800" dir="5040000" algn="tl">
                      <a:schemeClr val="accent4">
                        <a:tint val="80000"/>
                        <a:satMod val="250000"/>
                        <a:alpha val="45000"/>
                      </a:schemeClr>
                    </a:outerShdw>
                  </a:effectLst>
                </a:endParaRPr>
              </a:p>
            </p:txBody>
          </p:sp>
          <p:sp>
            <p:nvSpPr>
              <p:cNvPr id="68" name="Rectangle 40">
                <a:extLst>
                  <a:ext uri="{FF2B5EF4-FFF2-40B4-BE49-F238E27FC236}">
                    <a16:creationId xmlns="" xmlns:a16="http://schemas.microsoft.com/office/drawing/2014/main" id="{73EC01CB-812C-4ED2-8AF6-6323BB27E8E9}"/>
                  </a:ext>
                </a:extLst>
              </p:cNvPr>
              <p:cNvSpPr>
                <a:spLocks noChangeArrowheads="1"/>
              </p:cNvSpPr>
              <p:nvPr/>
            </p:nvSpPr>
            <p:spPr bwMode="auto">
              <a:xfrm>
                <a:off x="2267577" y="1274296"/>
                <a:ext cx="169250" cy="310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sz="2600" b="1" dirty="0">
                    <a:solidFill>
                      <a:srgbClr val="000099"/>
                    </a:solidFill>
                    <a:latin typeface="+mn-lt"/>
                    <a:ea typeface="黑体" pitchFamily="2" charset="-122"/>
                  </a:rPr>
                  <a:t>4</a:t>
                </a:r>
                <a:endParaRPr kumimoji="1" lang="en-US" altLang="zh-CN" sz="2600" b="1" baseline="-25000" dirty="0">
                  <a:solidFill>
                    <a:srgbClr val="000099"/>
                  </a:solidFill>
                  <a:latin typeface="+mn-lt"/>
                  <a:ea typeface="黑体" pitchFamily="2" charset="-122"/>
                </a:endParaRPr>
              </a:p>
            </p:txBody>
          </p:sp>
        </p:grpSp>
        <p:grpSp>
          <p:nvGrpSpPr>
            <p:cNvPr id="115728" name="组合 64"/>
            <p:cNvGrpSpPr>
              <a:grpSpLocks/>
            </p:cNvGrpSpPr>
            <p:nvPr/>
          </p:nvGrpSpPr>
          <p:grpSpPr bwMode="auto">
            <a:xfrm>
              <a:off x="3788262" y="4467748"/>
              <a:ext cx="466079" cy="522997"/>
              <a:chOff x="2267577" y="1278134"/>
              <a:chExt cx="288047" cy="308874"/>
            </a:xfrm>
          </p:grpSpPr>
          <p:sp>
            <p:nvSpPr>
              <p:cNvPr id="70" name="矩形 69">
                <a:extLst>
                  <a:ext uri="{FF2B5EF4-FFF2-40B4-BE49-F238E27FC236}">
                    <a16:creationId xmlns="" xmlns:a16="http://schemas.microsoft.com/office/drawing/2014/main" id="{8CEED8B1-E3FB-4E7D-9710-F83E55173A35}"/>
                  </a:ext>
                </a:extLst>
              </p:cNvPr>
              <p:cNvSpPr/>
              <p:nvPr/>
            </p:nvSpPr>
            <p:spPr>
              <a:xfrm>
                <a:off x="2267577" y="1339699"/>
                <a:ext cx="288047" cy="217314"/>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600" b="1" dirty="0">
                  <a:ln>
                    <a:prstDash val="solid"/>
                  </a:ln>
                  <a:solidFill>
                    <a:srgbClr val="000099"/>
                  </a:solidFill>
                  <a:effectLst>
                    <a:outerShdw blurRad="88000" dist="50800" dir="5040000" algn="tl">
                      <a:schemeClr val="accent4">
                        <a:tint val="80000"/>
                        <a:satMod val="250000"/>
                        <a:alpha val="45000"/>
                      </a:schemeClr>
                    </a:outerShdw>
                  </a:effectLst>
                </a:endParaRPr>
              </a:p>
            </p:txBody>
          </p:sp>
          <p:sp>
            <p:nvSpPr>
              <p:cNvPr id="71" name="Rectangle 40">
                <a:extLst>
                  <a:ext uri="{FF2B5EF4-FFF2-40B4-BE49-F238E27FC236}">
                    <a16:creationId xmlns="" xmlns:a16="http://schemas.microsoft.com/office/drawing/2014/main" id="{718D175D-A8B2-42CB-B54C-6683595E9011}"/>
                  </a:ext>
                </a:extLst>
              </p:cNvPr>
              <p:cNvSpPr>
                <a:spLocks noChangeArrowheads="1"/>
              </p:cNvSpPr>
              <p:nvPr/>
            </p:nvSpPr>
            <p:spPr bwMode="auto">
              <a:xfrm>
                <a:off x="2267577" y="1278134"/>
                <a:ext cx="169250" cy="308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sz="2600" b="1" dirty="0">
                    <a:solidFill>
                      <a:srgbClr val="000099"/>
                    </a:solidFill>
                    <a:latin typeface="+mn-lt"/>
                    <a:ea typeface="黑体" pitchFamily="2" charset="-122"/>
                  </a:rPr>
                  <a:t>3</a:t>
                </a:r>
                <a:endParaRPr kumimoji="1" lang="en-US" altLang="zh-CN" sz="2600" b="1" baseline="-25000" dirty="0">
                  <a:solidFill>
                    <a:srgbClr val="000099"/>
                  </a:solidFill>
                  <a:latin typeface="+mn-lt"/>
                  <a:ea typeface="黑体" pitchFamily="2" charset="-122"/>
                </a:endParaRPr>
              </a:p>
            </p:txBody>
          </p:sp>
        </p:grpSp>
        <p:pic>
          <p:nvPicPr>
            <p:cNvPr id="115729"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0710" y="5181791"/>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 name="Rectangle 34">
              <a:extLst>
                <a:ext uri="{FF2B5EF4-FFF2-40B4-BE49-F238E27FC236}">
                  <a16:creationId xmlns="" xmlns:a16="http://schemas.microsoft.com/office/drawing/2014/main" id="{18D31154-11A2-43BC-B71C-9EE1C74DACC7}"/>
                </a:ext>
              </a:extLst>
            </p:cNvPr>
            <p:cNvSpPr>
              <a:spLocks noChangeArrowheads="1"/>
            </p:cNvSpPr>
            <p:nvPr/>
          </p:nvSpPr>
          <p:spPr bwMode="auto">
            <a:xfrm>
              <a:off x="1048542" y="5130818"/>
              <a:ext cx="273858" cy="522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sz="2600" b="1">
                  <a:solidFill>
                    <a:srgbClr val="000099"/>
                  </a:solidFill>
                  <a:latin typeface="+mn-lt"/>
                  <a:ea typeface="黑体" pitchFamily="2" charset="-122"/>
                </a:rPr>
                <a:t>C</a:t>
              </a:r>
              <a:endParaRPr kumimoji="1" lang="en-US" altLang="zh-CN" sz="2600" b="1" baseline="-25000">
                <a:solidFill>
                  <a:srgbClr val="000099"/>
                </a:solidFill>
                <a:latin typeface="+mn-lt"/>
                <a:ea typeface="黑体" pitchFamily="2" charset="-122"/>
              </a:endParaRPr>
            </a:p>
          </p:txBody>
        </p:sp>
        <p:sp>
          <p:nvSpPr>
            <p:cNvPr id="74" name="矩形 73">
              <a:extLst>
                <a:ext uri="{FF2B5EF4-FFF2-40B4-BE49-F238E27FC236}">
                  <a16:creationId xmlns="" xmlns:a16="http://schemas.microsoft.com/office/drawing/2014/main" id="{093EA3F4-BB6E-49ED-BA85-D3A70AB979DD}"/>
                </a:ext>
              </a:extLst>
            </p:cNvPr>
            <p:cNvSpPr/>
            <p:nvPr/>
          </p:nvSpPr>
          <p:spPr>
            <a:xfrm>
              <a:off x="6228732" y="4331270"/>
              <a:ext cx="1625258" cy="1535476"/>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600" b="1" dirty="0">
                  <a:solidFill>
                    <a:srgbClr val="000099"/>
                  </a:solidFill>
                </a:rPr>
                <a:t> </a:t>
              </a:r>
              <a:endParaRPr lang="zh-CN" altLang="en-US" sz="2600" b="1" dirty="0">
                <a:solidFill>
                  <a:srgbClr val="000099"/>
                </a:solidFill>
              </a:endParaRPr>
            </a:p>
          </p:txBody>
        </p:sp>
        <p:cxnSp>
          <p:nvCxnSpPr>
            <p:cNvPr id="75" name="直接连接符 74">
              <a:extLst>
                <a:ext uri="{FF2B5EF4-FFF2-40B4-BE49-F238E27FC236}">
                  <a16:creationId xmlns="" xmlns:a16="http://schemas.microsoft.com/office/drawing/2014/main" id="{5AD57AC4-9AE6-4864-BAD0-5BAEDC6F62BD}"/>
                </a:ext>
              </a:extLst>
            </p:cNvPr>
            <p:cNvCxnSpPr>
              <a:stCxn id="86" idx="3"/>
            </p:cNvCxnSpPr>
            <p:nvPr/>
          </p:nvCxnSpPr>
          <p:spPr>
            <a:xfrm>
              <a:off x="7661766" y="5377484"/>
              <a:ext cx="888763" cy="3024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 xmlns:a16="http://schemas.microsoft.com/office/drawing/2014/main" id="{15B28FFD-37B9-42BF-874D-3922216D56F2}"/>
                </a:ext>
              </a:extLst>
            </p:cNvPr>
            <p:cNvCxnSpPr>
              <a:stCxn id="89" idx="3"/>
            </p:cNvCxnSpPr>
            <p:nvPr/>
          </p:nvCxnSpPr>
          <p:spPr>
            <a:xfrm flipV="1">
              <a:off x="7661766" y="4591552"/>
              <a:ext cx="1003993" cy="13769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Rectangle 24">
              <a:extLst>
                <a:ext uri="{FF2B5EF4-FFF2-40B4-BE49-F238E27FC236}">
                  <a16:creationId xmlns="" xmlns:a16="http://schemas.microsoft.com/office/drawing/2014/main" id="{B30DBFB4-FBBE-432D-88A8-7775E897C833}"/>
                </a:ext>
              </a:extLst>
            </p:cNvPr>
            <p:cNvSpPr>
              <a:spLocks noChangeArrowheads="1"/>
            </p:cNvSpPr>
            <p:nvPr/>
          </p:nvSpPr>
          <p:spPr bwMode="auto">
            <a:xfrm>
              <a:off x="6015838" y="3632848"/>
              <a:ext cx="2044166" cy="522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algn="ctr" defTabSz="837330">
                <a:defRPr/>
              </a:pPr>
              <a:r>
                <a:rPr kumimoji="1" lang="zh-CN" altLang="en-US" sz="2600" b="1" dirty="0" smtClean="0">
                  <a:solidFill>
                    <a:srgbClr val="000099"/>
                  </a:solidFill>
                  <a:latin typeface="+mn-lt"/>
                  <a:ea typeface="黑体" pitchFamily="2" charset="-122"/>
                </a:rPr>
                <a:t>以太网交换机</a:t>
              </a:r>
              <a:r>
                <a:rPr kumimoji="1" lang="en-US" altLang="zh-CN" sz="2600" b="1" dirty="0" smtClean="0">
                  <a:solidFill>
                    <a:srgbClr val="000099"/>
                  </a:solidFill>
                  <a:latin typeface="+mn-lt"/>
                  <a:ea typeface="黑体" pitchFamily="2" charset="-122"/>
                </a:rPr>
                <a:t>#</a:t>
              </a:r>
              <a:r>
                <a:rPr kumimoji="1" lang="en-US" altLang="zh-CN" sz="2600" b="1" dirty="0">
                  <a:solidFill>
                    <a:srgbClr val="000099"/>
                  </a:solidFill>
                  <a:latin typeface="+mn-lt"/>
                  <a:ea typeface="黑体" pitchFamily="2" charset="-122"/>
                </a:rPr>
                <a:t>2</a:t>
              </a:r>
            </a:p>
          </p:txBody>
        </p:sp>
        <p:grpSp>
          <p:nvGrpSpPr>
            <p:cNvPr id="115735" name="组合 57"/>
            <p:cNvGrpSpPr>
              <a:grpSpLocks/>
            </p:cNvGrpSpPr>
            <p:nvPr/>
          </p:nvGrpSpPr>
          <p:grpSpPr bwMode="auto">
            <a:xfrm>
              <a:off x="6228731" y="4467748"/>
              <a:ext cx="462639" cy="522997"/>
              <a:chOff x="2268108" y="1278152"/>
              <a:chExt cx="287500" cy="309390"/>
            </a:xfrm>
          </p:grpSpPr>
          <p:sp>
            <p:nvSpPr>
              <p:cNvPr id="79" name="矩形 78">
                <a:extLst>
                  <a:ext uri="{FF2B5EF4-FFF2-40B4-BE49-F238E27FC236}">
                    <a16:creationId xmlns="" xmlns:a16="http://schemas.microsoft.com/office/drawing/2014/main" id="{D4342C30-0465-49FB-9105-45D8EEC856FB}"/>
                  </a:ext>
                </a:extLst>
              </p:cNvPr>
              <p:cNvSpPr/>
              <p:nvPr/>
            </p:nvSpPr>
            <p:spPr>
              <a:xfrm>
                <a:off x="2268108" y="1339820"/>
                <a:ext cx="287500" cy="21564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600" b="1" dirty="0">
                  <a:ln>
                    <a:prstDash val="solid"/>
                  </a:ln>
                  <a:solidFill>
                    <a:srgbClr val="000099"/>
                  </a:solidFill>
                  <a:effectLst>
                    <a:outerShdw blurRad="88000" dist="50800" dir="5040000" algn="tl">
                      <a:schemeClr val="accent4">
                        <a:tint val="80000"/>
                        <a:satMod val="250000"/>
                        <a:alpha val="45000"/>
                      </a:schemeClr>
                    </a:outerShdw>
                  </a:effectLst>
                </a:endParaRPr>
              </a:p>
            </p:txBody>
          </p:sp>
          <p:sp>
            <p:nvSpPr>
              <p:cNvPr id="80" name="Rectangle 40">
                <a:extLst>
                  <a:ext uri="{FF2B5EF4-FFF2-40B4-BE49-F238E27FC236}">
                    <a16:creationId xmlns="" xmlns:a16="http://schemas.microsoft.com/office/drawing/2014/main" id="{FDCF35A2-7EED-453B-AA7D-DBE97066716E}"/>
                  </a:ext>
                </a:extLst>
              </p:cNvPr>
              <p:cNvSpPr>
                <a:spLocks noChangeArrowheads="1"/>
              </p:cNvSpPr>
              <p:nvPr/>
            </p:nvSpPr>
            <p:spPr bwMode="auto">
              <a:xfrm>
                <a:off x="2268108" y="1278152"/>
                <a:ext cx="170185" cy="309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sz="2600" b="1" dirty="0">
                    <a:solidFill>
                      <a:srgbClr val="000099"/>
                    </a:solidFill>
                    <a:latin typeface="+mn-lt"/>
                    <a:ea typeface="黑体" pitchFamily="2" charset="-122"/>
                  </a:rPr>
                  <a:t>1</a:t>
                </a:r>
                <a:endParaRPr kumimoji="1" lang="en-US" altLang="zh-CN" sz="2600" b="1" baseline="-25000" dirty="0">
                  <a:solidFill>
                    <a:srgbClr val="000099"/>
                  </a:solidFill>
                  <a:latin typeface="+mn-lt"/>
                  <a:ea typeface="黑体" pitchFamily="2" charset="-122"/>
                </a:endParaRPr>
              </a:p>
            </p:txBody>
          </p:sp>
        </p:grpSp>
        <p:grpSp>
          <p:nvGrpSpPr>
            <p:cNvPr id="115736" name="组合 58"/>
            <p:cNvGrpSpPr>
              <a:grpSpLocks/>
            </p:cNvGrpSpPr>
            <p:nvPr/>
          </p:nvGrpSpPr>
          <p:grpSpPr bwMode="auto">
            <a:xfrm>
              <a:off x="6228731" y="5115985"/>
              <a:ext cx="462639" cy="522998"/>
              <a:chOff x="2268108" y="1274296"/>
              <a:chExt cx="287500" cy="310339"/>
            </a:xfrm>
          </p:grpSpPr>
          <p:sp>
            <p:nvSpPr>
              <p:cNvPr id="82" name="矩形 81">
                <a:extLst>
                  <a:ext uri="{FF2B5EF4-FFF2-40B4-BE49-F238E27FC236}">
                    <a16:creationId xmlns="" xmlns:a16="http://schemas.microsoft.com/office/drawing/2014/main" id="{ACD89873-BE87-4A06-9563-DFA28B9A84A4}"/>
                  </a:ext>
                </a:extLst>
              </p:cNvPr>
              <p:cNvSpPr/>
              <p:nvPr/>
            </p:nvSpPr>
            <p:spPr>
              <a:xfrm>
                <a:off x="2268108" y="1340235"/>
                <a:ext cx="287500" cy="216304"/>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600" b="1" dirty="0">
                  <a:ln>
                    <a:prstDash val="solid"/>
                  </a:ln>
                  <a:solidFill>
                    <a:srgbClr val="000099"/>
                  </a:solidFill>
                  <a:effectLst>
                    <a:outerShdw blurRad="88000" dist="50800" dir="5040000" algn="tl">
                      <a:schemeClr val="accent4">
                        <a:tint val="80000"/>
                        <a:satMod val="250000"/>
                        <a:alpha val="45000"/>
                      </a:schemeClr>
                    </a:outerShdw>
                  </a:effectLst>
                </a:endParaRPr>
              </a:p>
            </p:txBody>
          </p:sp>
          <p:sp>
            <p:nvSpPr>
              <p:cNvPr id="83" name="Rectangle 40">
                <a:extLst>
                  <a:ext uri="{FF2B5EF4-FFF2-40B4-BE49-F238E27FC236}">
                    <a16:creationId xmlns="" xmlns:a16="http://schemas.microsoft.com/office/drawing/2014/main" id="{01074F21-8066-44DB-9893-C011D2739868}"/>
                  </a:ext>
                </a:extLst>
              </p:cNvPr>
              <p:cNvSpPr>
                <a:spLocks noChangeArrowheads="1"/>
              </p:cNvSpPr>
              <p:nvPr/>
            </p:nvSpPr>
            <p:spPr bwMode="auto">
              <a:xfrm>
                <a:off x="2268108" y="1274296"/>
                <a:ext cx="170185" cy="310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sz="2600" b="1" dirty="0">
                    <a:solidFill>
                      <a:srgbClr val="000099"/>
                    </a:solidFill>
                    <a:latin typeface="+mn-lt"/>
                    <a:ea typeface="黑体" pitchFamily="2" charset="-122"/>
                  </a:rPr>
                  <a:t>2</a:t>
                </a:r>
                <a:endParaRPr kumimoji="1" lang="en-US" altLang="zh-CN" sz="2600" b="1" baseline="-25000" dirty="0">
                  <a:solidFill>
                    <a:srgbClr val="000099"/>
                  </a:solidFill>
                  <a:latin typeface="+mn-lt"/>
                  <a:ea typeface="黑体" pitchFamily="2" charset="-122"/>
                </a:endParaRPr>
              </a:p>
            </p:txBody>
          </p:sp>
        </p:grpSp>
        <p:grpSp>
          <p:nvGrpSpPr>
            <p:cNvPr id="115737" name="组合 61"/>
            <p:cNvGrpSpPr>
              <a:grpSpLocks/>
            </p:cNvGrpSpPr>
            <p:nvPr/>
          </p:nvGrpSpPr>
          <p:grpSpPr bwMode="auto">
            <a:xfrm>
              <a:off x="7387908" y="5115985"/>
              <a:ext cx="466079" cy="522998"/>
              <a:chOff x="2267589" y="1274296"/>
              <a:chExt cx="288047" cy="310339"/>
            </a:xfrm>
          </p:grpSpPr>
          <p:sp>
            <p:nvSpPr>
              <p:cNvPr id="85" name="矩形 84">
                <a:extLst>
                  <a:ext uri="{FF2B5EF4-FFF2-40B4-BE49-F238E27FC236}">
                    <a16:creationId xmlns="" xmlns:a16="http://schemas.microsoft.com/office/drawing/2014/main" id="{66A71803-0AFA-4918-B2DD-8F54D27549BC}"/>
                  </a:ext>
                </a:extLst>
              </p:cNvPr>
              <p:cNvSpPr/>
              <p:nvPr/>
            </p:nvSpPr>
            <p:spPr>
              <a:xfrm>
                <a:off x="2267589" y="1340235"/>
                <a:ext cx="288047" cy="216304"/>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600" b="1" dirty="0">
                  <a:ln>
                    <a:prstDash val="solid"/>
                  </a:ln>
                  <a:solidFill>
                    <a:srgbClr val="000099"/>
                  </a:solidFill>
                  <a:effectLst>
                    <a:outerShdw blurRad="88000" dist="50800" dir="5040000" algn="tl">
                      <a:schemeClr val="accent4">
                        <a:tint val="80000"/>
                        <a:satMod val="250000"/>
                        <a:alpha val="45000"/>
                      </a:schemeClr>
                    </a:outerShdw>
                  </a:effectLst>
                </a:endParaRPr>
              </a:p>
            </p:txBody>
          </p:sp>
          <p:sp>
            <p:nvSpPr>
              <p:cNvPr id="86" name="Rectangle 40">
                <a:extLst>
                  <a:ext uri="{FF2B5EF4-FFF2-40B4-BE49-F238E27FC236}">
                    <a16:creationId xmlns="" xmlns:a16="http://schemas.microsoft.com/office/drawing/2014/main" id="{74DF0890-3E39-4C98-AE32-B12B61013179}"/>
                  </a:ext>
                </a:extLst>
              </p:cNvPr>
              <p:cNvSpPr>
                <a:spLocks noChangeArrowheads="1"/>
              </p:cNvSpPr>
              <p:nvPr/>
            </p:nvSpPr>
            <p:spPr bwMode="auto">
              <a:xfrm>
                <a:off x="2267589" y="1274296"/>
                <a:ext cx="169250" cy="310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sz="2600" b="1" dirty="0">
                    <a:solidFill>
                      <a:srgbClr val="000099"/>
                    </a:solidFill>
                    <a:latin typeface="+mn-lt"/>
                    <a:ea typeface="黑体" pitchFamily="2" charset="-122"/>
                  </a:rPr>
                  <a:t>4</a:t>
                </a:r>
                <a:endParaRPr kumimoji="1" lang="en-US" altLang="zh-CN" sz="2600" b="1" baseline="-25000" dirty="0">
                  <a:solidFill>
                    <a:srgbClr val="000099"/>
                  </a:solidFill>
                  <a:latin typeface="+mn-lt"/>
                  <a:ea typeface="黑体" pitchFamily="2" charset="-122"/>
                </a:endParaRPr>
              </a:p>
            </p:txBody>
          </p:sp>
        </p:grpSp>
        <p:grpSp>
          <p:nvGrpSpPr>
            <p:cNvPr id="115738" name="组合 64"/>
            <p:cNvGrpSpPr>
              <a:grpSpLocks/>
            </p:cNvGrpSpPr>
            <p:nvPr/>
          </p:nvGrpSpPr>
          <p:grpSpPr bwMode="auto">
            <a:xfrm>
              <a:off x="7387908" y="4467748"/>
              <a:ext cx="466079" cy="522997"/>
              <a:chOff x="2267589" y="1278134"/>
              <a:chExt cx="288047" cy="308874"/>
            </a:xfrm>
          </p:grpSpPr>
          <p:sp>
            <p:nvSpPr>
              <p:cNvPr id="88" name="矩形 87">
                <a:extLst>
                  <a:ext uri="{FF2B5EF4-FFF2-40B4-BE49-F238E27FC236}">
                    <a16:creationId xmlns="" xmlns:a16="http://schemas.microsoft.com/office/drawing/2014/main" id="{5B89B1B9-101E-4867-8E4C-7399BBF25C1B}"/>
                  </a:ext>
                </a:extLst>
              </p:cNvPr>
              <p:cNvSpPr/>
              <p:nvPr/>
            </p:nvSpPr>
            <p:spPr>
              <a:xfrm>
                <a:off x="2267589" y="1339699"/>
                <a:ext cx="288047" cy="217314"/>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600" b="1" dirty="0">
                  <a:ln>
                    <a:prstDash val="solid"/>
                  </a:ln>
                  <a:solidFill>
                    <a:srgbClr val="000099"/>
                  </a:solidFill>
                  <a:effectLst>
                    <a:outerShdw blurRad="88000" dist="50800" dir="5040000" algn="tl">
                      <a:schemeClr val="accent4">
                        <a:tint val="80000"/>
                        <a:satMod val="250000"/>
                        <a:alpha val="45000"/>
                      </a:schemeClr>
                    </a:outerShdw>
                  </a:effectLst>
                </a:endParaRPr>
              </a:p>
            </p:txBody>
          </p:sp>
          <p:sp>
            <p:nvSpPr>
              <p:cNvPr id="89" name="Rectangle 40">
                <a:extLst>
                  <a:ext uri="{FF2B5EF4-FFF2-40B4-BE49-F238E27FC236}">
                    <a16:creationId xmlns="" xmlns:a16="http://schemas.microsoft.com/office/drawing/2014/main" id="{28E4DF9D-D124-4ACF-8F3A-8CB9390900AD}"/>
                  </a:ext>
                </a:extLst>
              </p:cNvPr>
              <p:cNvSpPr>
                <a:spLocks noChangeArrowheads="1"/>
              </p:cNvSpPr>
              <p:nvPr/>
            </p:nvSpPr>
            <p:spPr bwMode="auto">
              <a:xfrm>
                <a:off x="2267589" y="1278134"/>
                <a:ext cx="169250" cy="308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sz="2600" b="1" dirty="0">
                    <a:solidFill>
                      <a:srgbClr val="000099"/>
                    </a:solidFill>
                    <a:latin typeface="+mn-lt"/>
                    <a:ea typeface="黑体" pitchFamily="2" charset="-122"/>
                  </a:rPr>
                  <a:t>3</a:t>
                </a:r>
                <a:endParaRPr kumimoji="1" lang="en-US" altLang="zh-CN" sz="2600" b="1" baseline="-25000" dirty="0">
                  <a:solidFill>
                    <a:srgbClr val="000099"/>
                  </a:solidFill>
                  <a:latin typeface="+mn-lt"/>
                  <a:ea typeface="黑体" pitchFamily="2" charset="-122"/>
                </a:endParaRPr>
              </a:p>
            </p:txBody>
          </p:sp>
        </p:grpSp>
        <p:pic>
          <p:nvPicPr>
            <p:cNvPr id="115739"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35503" y="5181791"/>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 name="Rectangle 34">
              <a:extLst>
                <a:ext uri="{FF2B5EF4-FFF2-40B4-BE49-F238E27FC236}">
                  <a16:creationId xmlns="" xmlns:a16="http://schemas.microsoft.com/office/drawing/2014/main" id="{45685EFE-D41F-41BC-BFB4-4752C3506D90}"/>
                </a:ext>
              </a:extLst>
            </p:cNvPr>
            <p:cNvSpPr>
              <a:spLocks noChangeArrowheads="1"/>
            </p:cNvSpPr>
            <p:nvPr/>
          </p:nvSpPr>
          <p:spPr bwMode="auto">
            <a:xfrm>
              <a:off x="9161838" y="5130818"/>
              <a:ext cx="273858" cy="522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sz="2600" b="1" dirty="0">
                  <a:solidFill>
                    <a:srgbClr val="000099"/>
                  </a:solidFill>
                  <a:latin typeface="+mn-lt"/>
                  <a:ea typeface="黑体" pitchFamily="2" charset="-122"/>
                </a:rPr>
                <a:t>D</a:t>
              </a:r>
              <a:endParaRPr kumimoji="1" lang="en-US" altLang="zh-CN" sz="2600" b="1" baseline="-25000" dirty="0">
                <a:solidFill>
                  <a:srgbClr val="000099"/>
                </a:solidFill>
                <a:latin typeface="+mn-lt"/>
                <a:ea typeface="黑体" pitchFamily="2" charset="-122"/>
              </a:endParaRPr>
            </a:p>
          </p:txBody>
        </p:sp>
        <p:pic>
          <p:nvPicPr>
            <p:cNvPr id="115741"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35503" y="4086912"/>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 name="Rectangle 34">
              <a:extLst>
                <a:ext uri="{FF2B5EF4-FFF2-40B4-BE49-F238E27FC236}">
                  <a16:creationId xmlns="" xmlns:a16="http://schemas.microsoft.com/office/drawing/2014/main" id="{418356B5-13A4-4EBF-B99C-BCC6C0D97522}"/>
                </a:ext>
              </a:extLst>
            </p:cNvPr>
            <p:cNvSpPr>
              <a:spLocks noChangeArrowheads="1"/>
            </p:cNvSpPr>
            <p:nvPr/>
          </p:nvSpPr>
          <p:spPr bwMode="auto">
            <a:xfrm>
              <a:off x="9161838" y="4035524"/>
              <a:ext cx="273858" cy="522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sz="2600" b="1" dirty="0">
                  <a:solidFill>
                    <a:srgbClr val="000099"/>
                  </a:solidFill>
                  <a:latin typeface="+mn-lt"/>
                  <a:ea typeface="黑体" pitchFamily="2" charset="-122"/>
                </a:rPr>
                <a:t>B</a:t>
              </a:r>
              <a:endParaRPr kumimoji="1" lang="en-US" altLang="zh-CN" sz="2600" b="1" baseline="-25000" dirty="0">
                <a:solidFill>
                  <a:srgbClr val="000099"/>
                </a:solidFill>
                <a:latin typeface="+mn-lt"/>
                <a:ea typeface="黑体" pitchFamily="2" charset="-122"/>
              </a:endParaRPr>
            </a:p>
          </p:txBody>
        </p:sp>
      </p:grpSp>
      <p:cxnSp>
        <p:nvCxnSpPr>
          <p:cNvPr id="3" name="直接箭头连接符 2"/>
          <p:cNvCxnSpPr/>
          <p:nvPr/>
        </p:nvCxnSpPr>
        <p:spPr>
          <a:xfrm>
            <a:off x="2206774" y="5326260"/>
            <a:ext cx="411973" cy="76220"/>
          </a:xfrm>
          <a:prstGeom prst="straightConnector1">
            <a:avLst/>
          </a:prstGeom>
          <a:ln>
            <a:solidFill>
              <a:srgbClr val="4D4D4D"/>
            </a:solidFill>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264535" y="5076686"/>
            <a:ext cx="335162" cy="369332"/>
          </a:xfrm>
          <a:prstGeom prst="rect">
            <a:avLst/>
          </a:prstGeom>
          <a:noFill/>
        </p:spPr>
        <p:txBody>
          <a:bodyPr wrap="square" rtlCol="0">
            <a:spAutoFit/>
          </a:bodyPr>
          <a:lstStyle/>
          <a:p>
            <a:r>
              <a:rPr lang="zh-CN" altLang="en-US" dirty="0" smtClean="0">
                <a:solidFill>
                  <a:srgbClr val="111111"/>
                </a:solidFill>
                <a:sym typeface="Wingdings"/>
              </a:rPr>
              <a:t></a:t>
            </a:r>
            <a:endParaRPr lang="zh-CN" altLang="en-US" dirty="0">
              <a:solidFill>
                <a:srgbClr val="111111"/>
              </a:solidFill>
            </a:endParaRPr>
          </a:p>
        </p:txBody>
      </p:sp>
    </p:spTree>
  </p:cSld>
  <p:clrMapOvr>
    <a:masterClrMapping/>
  </p:clrMapOvr>
  <p:transition>
    <p:fade/>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7763" name="Rectangle 2"/>
          <p:cNvSpPr>
            <a:spLocks noGrp="1" noChangeArrowheads="1"/>
          </p:cNvSpPr>
          <p:nvPr>
            <p:ph idx="1"/>
          </p:nvPr>
        </p:nvSpPr>
        <p:spPr/>
        <p:txBody>
          <a:bodyPr/>
          <a:lstStyle/>
          <a:p>
            <a:pPr>
              <a:lnSpc>
                <a:spcPct val="140000"/>
              </a:lnSpc>
            </a:pPr>
            <a:r>
              <a:rPr lang="zh-CN" altLang="en-US" sz="2800" b="1" kern="1200" dirty="0">
                <a:solidFill>
                  <a:srgbClr val="4D4D4D"/>
                </a:solidFill>
              </a:rPr>
              <a:t>按交换机自学习和</a:t>
            </a:r>
            <a:r>
              <a:rPr lang="zh-CN" altLang="en-US" sz="2800" b="1" kern="1200" dirty="0" smtClean="0">
                <a:solidFill>
                  <a:srgbClr val="4D4D4D"/>
                </a:solidFill>
              </a:rPr>
              <a:t>转发流程，</a:t>
            </a:r>
            <a:r>
              <a:rPr lang="zh-CN" altLang="en-US" sz="2800" b="1" kern="1200" dirty="0">
                <a:solidFill>
                  <a:srgbClr val="4D4D4D"/>
                </a:solidFill>
              </a:rPr>
              <a:t>该</a:t>
            </a:r>
            <a:r>
              <a:rPr lang="zh-CN" altLang="zh-CN" sz="2800" b="1" kern="1200" dirty="0">
                <a:solidFill>
                  <a:srgbClr val="4D4D4D"/>
                </a:solidFill>
              </a:rPr>
              <a:t>帧的</a:t>
            </a:r>
            <a:r>
              <a:rPr lang="zh-CN" altLang="en-US" sz="2800" b="1" kern="1200" dirty="0">
                <a:solidFill>
                  <a:srgbClr val="4D4D4D"/>
                </a:solidFill>
              </a:rPr>
              <a:t>某个</a:t>
            </a:r>
            <a:r>
              <a:rPr lang="zh-CN" altLang="zh-CN" sz="2800" b="1" kern="1200" dirty="0">
                <a:solidFill>
                  <a:srgbClr val="4D4D4D"/>
                </a:solidFill>
              </a:rPr>
              <a:t>走向</a:t>
            </a:r>
            <a:r>
              <a:rPr lang="zh-CN" altLang="en-US" sz="2800" b="1" kern="1200" dirty="0">
                <a:solidFill>
                  <a:srgbClr val="4D4D4D"/>
                </a:solidFill>
              </a:rPr>
              <a:t>如下</a:t>
            </a:r>
            <a:r>
              <a:rPr lang="zh-CN" altLang="zh-CN" sz="2800" b="1" kern="1200" dirty="0">
                <a:solidFill>
                  <a:srgbClr val="4D4D4D"/>
                </a:solidFill>
              </a:rPr>
              <a:t>：离开</a:t>
            </a:r>
            <a:r>
              <a:rPr lang="zh-CN" altLang="zh-CN" sz="2800" b="1" kern="1200" dirty="0" smtClean="0">
                <a:solidFill>
                  <a:srgbClr val="4D4D4D"/>
                </a:solidFill>
              </a:rPr>
              <a:t>交换机</a:t>
            </a:r>
            <a:r>
              <a:rPr lang="en-US" altLang="zh-CN" sz="2800" b="1" kern="1200" dirty="0" smtClean="0">
                <a:solidFill>
                  <a:srgbClr val="4D4D4D"/>
                </a:solidFill>
              </a:rPr>
              <a:t>#</a:t>
            </a:r>
            <a:r>
              <a:rPr lang="en-US" altLang="zh-CN" sz="2800" b="1" kern="1200" dirty="0">
                <a:solidFill>
                  <a:srgbClr val="4D4D4D"/>
                </a:solidFill>
              </a:rPr>
              <a:t>1 </a:t>
            </a:r>
            <a:r>
              <a:rPr lang="zh-CN" altLang="zh-CN" sz="2800" b="1" kern="1200" dirty="0">
                <a:solidFill>
                  <a:srgbClr val="4D4D4D"/>
                </a:solidFill>
              </a:rPr>
              <a:t>的接口</a:t>
            </a:r>
            <a:r>
              <a:rPr lang="en-US" altLang="zh-CN" sz="2800" b="1" kern="1200" dirty="0">
                <a:solidFill>
                  <a:srgbClr val="4D4D4D"/>
                </a:solidFill>
              </a:rPr>
              <a:t> 3 </a:t>
            </a:r>
            <a:r>
              <a:rPr lang="zh-CN" altLang="zh-CN" sz="2800" b="1" kern="1200" dirty="0">
                <a:solidFill>
                  <a:srgbClr val="4D4D4D"/>
                </a:solidFill>
              </a:rPr>
              <a:t>→</a:t>
            </a:r>
            <a:r>
              <a:rPr lang="en-US" altLang="zh-CN" sz="2800" b="1" kern="1200" dirty="0">
                <a:solidFill>
                  <a:srgbClr val="4D4D4D"/>
                </a:solidFill>
              </a:rPr>
              <a:t> </a:t>
            </a:r>
            <a:r>
              <a:rPr lang="zh-CN" altLang="en-US" sz="2800" b="1" kern="1200" dirty="0" smtClean="0">
                <a:solidFill>
                  <a:srgbClr val="4D4D4D"/>
                </a:solidFill>
              </a:rPr>
              <a:t>进入</a:t>
            </a:r>
            <a:r>
              <a:rPr lang="zh-CN" altLang="zh-CN" sz="2800" b="1" kern="1200" dirty="0" smtClean="0">
                <a:solidFill>
                  <a:srgbClr val="4D4D4D"/>
                </a:solidFill>
              </a:rPr>
              <a:t>交换机</a:t>
            </a:r>
            <a:r>
              <a:rPr lang="en-US" altLang="zh-CN" sz="2800" b="1" kern="1200" dirty="0" smtClean="0">
                <a:solidFill>
                  <a:srgbClr val="4D4D4D"/>
                </a:solidFill>
              </a:rPr>
              <a:t>#</a:t>
            </a:r>
            <a:r>
              <a:rPr lang="en-US" altLang="zh-CN" sz="2800" b="1" kern="1200" dirty="0">
                <a:solidFill>
                  <a:srgbClr val="4D4D4D"/>
                </a:solidFill>
              </a:rPr>
              <a:t>2 </a:t>
            </a:r>
            <a:r>
              <a:rPr lang="zh-CN" altLang="zh-CN" sz="2800" b="1" kern="1200" dirty="0">
                <a:solidFill>
                  <a:srgbClr val="4D4D4D"/>
                </a:solidFill>
              </a:rPr>
              <a:t>的接口</a:t>
            </a:r>
            <a:r>
              <a:rPr lang="en-US" altLang="zh-CN" sz="2800" b="1" kern="1200" dirty="0">
                <a:solidFill>
                  <a:srgbClr val="4D4D4D"/>
                </a:solidFill>
              </a:rPr>
              <a:t> 1 </a:t>
            </a:r>
            <a:r>
              <a:rPr lang="zh-CN" altLang="zh-CN" sz="2800" b="1" kern="1200" dirty="0">
                <a:solidFill>
                  <a:srgbClr val="4D4D4D"/>
                </a:solidFill>
              </a:rPr>
              <a:t>→</a:t>
            </a:r>
            <a:r>
              <a:rPr lang="en-US" altLang="zh-CN" sz="2800" b="1" kern="1200" dirty="0">
                <a:solidFill>
                  <a:srgbClr val="4D4D4D"/>
                </a:solidFill>
              </a:rPr>
              <a:t> </a:t>
            </a:r>
            <a:r>
              <a:rPr lang="zh-CN" altLang="en-US" sz="2800" b="1" kern="1200" dirty="0" smtClean="0">
                <a:solidFill>
                  <a:srgbClr val="4D4D4D"/>
                </a:solidFill>
              </a:rPr>
              <a:t>离开</a:t>
            </a:r>
            <a:r>
              <a:rPr lang="zh-CN" altLang="zh-CN" sz="2800" b="1" kern="1200" dirty="0" smtClean="0"/>
              <a:t>交换机</a:t>
            </a:r>
            <a:r>
              <a:rPr lang="en-US" altLang="zh-CN" sz="2800" b="1" kern="1200" dirty="0" smtClean="0"/>
              <a:t>#2 </a:t>
            </a:r>
            <a:r>
              <a:rPr lang="zh-CN" altLang="en-US" sz="2800" b="1" kern="1200" dirty="0" smtClean="0"/>
              <a:t>的</a:t>
            </a:r>
            <a:r>
              <a:rPr lang="zh-CN" altLang="zh-CN" sz="2800" b="1" kern="1200" dirty="0" smtClean="0">
                <a:solidFill>
                  <a:srgbClr val="4D4D4D"/>
                </a:solidFill>
              </a:rPr>
              <a:t>接口</a:t>
            </a:r>
            <a:r>
              <a:rPr lang="en-US" altLang="zh-CN" sz="2800" b="1" kern="1200" dirty="0" smtClean="0">
                <a:solidFill>
                  <a:srgbClr val="4D4D4D"/>
                </a:solidFill>
              </a:rPr>
              <a:t> </a:t>
            </a:r>
            <a:r>
              <a:rPr lang="en-US" altLang="zh-CN" sz="2800" b="1" kern="1200" dirty="0">
                <a:solidFill>
                  <a:srgbClr val="4D4D4D"/>
                </a:solidFill>
              </a:rPr>
              <a:t>2 </a:t>
            </a:r>
            <a:r>
              <a:rPr lang="zh-CN" altLang="zh-CN" sz="2800" b="1" kern="1200" dirty="0">
                <a:solidFill>
                  <a:srgbClr val="4D4D4D"/>
                </a:solidFill>
              </a:rPr>
              <a:t>→</a:t>
            </a:r>
            <a:r>
              <a:rPr lang="en-US" altLang="zh-CN" sz="2800" b="1" kern="1200" dirty="0">
                <a:solidFill>
                  <a:srgbClr val="4D4D4D"/>
                </a:solidFill>
              </a:rPr>
              <a:t> </a:t>
            </a:r>
            <a:r>
              <a:rPr lang="zh-CN" altLang="en-US" sz="2800" b="1" kern="1200" dirty="0" smtClean="0">
                <a:solidFill>
                  <a:srgbClr val="4D4D4D"/>
                </a:solidFill>
              </a:rPr>
              <a:t>进入</a:t>
            </a:r>
            <a:r>
              <a:rPr lang="zh-CN" altLang="zh-CN" sz="2800" b="1" kern="1200" dirty="0" smtClean="0">
                <a:solidFill>
                  <a:srgbClr val="4D4D4D"/>
                </a:solidFill>
              </a:rPr>
              <a:t>交换机</a:t>
            </a:r>
            <a:r>
              <a:rPr lang="en-US" altLang="zh-CN" sz="2800" b="1" kern="1200" dirty="0" smtClean="0">
                <a:solidFill>
                  <a:srgbClr val="4D4D4D"/>
                </a:solidFill>
              </a:rPr>
              <a:t>#</a:t>
            </a:r>
            <a:r>
              <a:rPr lang="en-US" altLang="zh-CN" sz="2800" b="1" kern="1200" dirty="0">
                <a:solidFill>
                  <a:srgbClr val="4D4D4D"/>
                </a:solidFill>
              </a:rPr>
              <a:t>1 </a:t>
            </a:r>
            <a:r>
              <a:rPr lang="zh-CN" altLang="zh-CN" sz="2800" b="1" kern="1200" dirty="0">
                <a:solidFill>
                  <a:srgbClr val="4D4D4D"/>
                </a:solidFill>
              </a:rPr>
              <a:t>的接口</a:t>
            </a:r>
            <a:r>
              <a:rPr lang="en-US" altLang="zh-CN" sz="2800" b="1" kern="1200" dirty="0">
                <a:solidFill>
                  <a:srgbClr val="4D4D4D"/>
                </a:solidFill>
              </a:rPr>
              <a:t> 4 </a:t>
            </a:r>
            <a:r>
              <a:rPr lang="zh-CN" altLang="zh-CN" sz="2800" b="1" kern="1200" dirty="0" smtClean="0"/>
              <a:t>→</a:t>
            </a:r>
            <a:r>
              <a:rPr lang="en-US" altLang="zh-CN" sz="2800" b="1" kern="1200" dirty="0" smtClean="0"/>
              <a:t> </a:t>
            </a:r>
            <a:r>
              <a:rPr lang="zh-CN" altLang="zh-CN" sz="2800" b="1" kern="1200" dirty="0" smtClean="0"/>
              <a:t>离开交换机</a:t>
            </a:r>
            <a:r>
              <a:rPr lang="en-US" altLang="zh-CN" sz="2800" b="1" kern="1200" dirty="0" smtClean="0"/>
              <a:t>#</a:t>
            </a:r>
            <a:r>
              <a:rPr lang="en-US" altLang="zh-CN" sz="2800" b="1" kern="1200" dirty="0"/>
              <a:t>1 </a:t>
            </a:r>
            <a:r>
              <a:rPr lang="zh-CN" altLang="zh-CN" sz="2800" b="1" kern="1200" dirty="0"/>
              <a:t>的接口</a:t>
            </a:r>
            <a:r>
              <a:rPr lang="en-US" altLang="zh-CN" sz="2800" b="1" kern="1200" dirty="0" smtClean="0">
                <a:solidFill>
                  <a:srgbClr val="4D4D4D"/>
                </a:solidFill>
              </a:rPr>
              <a:t> </a:t>
            </a:r>
            <a:r>
              <a:rPr lang="en-US" altLang="zh-CN" sz="2800" b="1" kern="1200" dirty="0">
                <a:solidFill>
                  <a:srgbClr val="4D4D4D"/>
                </a:solidFill>
              </a:rPr>
              <a:t>3 </a:t>
            </a:r>
            <a:r>
              <a:rPr lang="zh-CN" altLang="zh-CN" sz="2800" b="1" kern="1200" dirty="0">
                <a:solidFill>
                  <a:srgbClr val="4D4D4D"/>
                </a:solidFill>
              </a:rPr>
              <a:t>→</a:t>
            </a:r>
            <a:r>
              <a:rPr lang="en-US" altLang="zh-CN" sz="2800" b="1" kern="1200" dirty="0">
                <a:solidFill>
                  <a:srgbClr val="4D4D4D"/>
                </a:solidFill>
              </a:rPr>
              <a:t> </a:t>
            </a:r>
            <a:r>
              <a:rPr lang="zh-CN" altLang="en-US" sz="2800" b="1" kern="1200" dirty="0" smtClean="0">
                <a:solidFill>
                  <a:srgbClr val="4D4D4D"/>
                </a:solidFill>
              </a:rPr>
              <a:t>进入</a:t>
            </a:r>
            <a:r>
              <a:rPr lang="zh-CN" altLang="zh-CN" sz="2800" b="1" kern="1200" dirty="0" smtClean="0">
                <a:solidFill>
                  <a:srgbClr val="4D4D4D"/>
                </a:solidFill>
              </a:rPr>
              <a:t>交换机</a:t>
            </a:r>
            <a:r>
              <a:rPr lang="en-US" altLang="zh-CN" sz="2800" b="1" kern="1200" dirty="0" smtClean="0">
                <a:solidFill>
                  <a:srgbClr val="4D4D4D"/>
                </a:solidFill>
              </a:rPr>
              <a:t>#</a:t>
            </a:r>
            <a:r>
              <a:rPr lang="en-US" altLang="zh-CN" sz="2800" b="1" kern="1200" dirty="0">
                <a:solidFill>
                  <a:srgbClr val="4D4D4D"/>
                </a:solidFill>
              </a:rPr>
              <a:t>2 </a:t>
            </a:r>
            <a:r>
              <a:rPr lang="zh-CN" altLang="zh-CN" sz="2800" b="1" kern="1200" dirty="0">
                <a:solidFill>
                  <a:srgbClr val="4D4D4D"/>
                </a:solidFill>
              </a:rPr>
              <a:t>的接口</a:t>
            </a:r>
            <a:r>
              <a:rPr lang="en-US" altLang="zh-CN" sz="2800" b="1" kern="1200" dirty="0">
                <a:solidFill>
                  <a:srgbClr val="4D4D4D"/>
                </a:solidFill>
              </a:rPr>
              <a:t> 1 </a:t>
            </a:r>
            <a:r>
              <a:rPr lang="zh-CN" altLang="zh-CN" sz="2800" b="1" kern="1200" dirty="0">
                <a:solidFill>
                  <a:srgbClr val="4D4D4D"/>
                </a:solidFill>
              </a:rPr>
              <a:t>→</a:t>
            </a:r>
            <a:r>
              <a:rPr lang="en-US" altLang="zh-CN" sz="2800" b="1" kern="1200" dirty="0">
                <a:solidFill>
                  <a:srgbClr val="4D4D4D"/>
                </a:solidFill>
              </a:rPr>
              <a:t>……</a:t>
            </a:r>
            <a:r>
              <a:rPr lang="zh-CN" altLang="zh-CN" sz="2800" b="1" kern="1200" dirty="0">
                <a:solidFill>
                  <a:srgbClr val="4D4D4D"/>
                </a:solidFill>
              </a:rPr>
              <a:t>。这样就无限制地循环兜圈子下去，白白消耗了网络资源。</a:t>
            </a:r>
            <a:endParaRPr lang="zh-CN" altLang="en-US" sz="2800" b="1" kern="1200" dirty="0">
              <a:solidFill>
                <a:srgbClr val="4D4D4D"/>
              </a:solidFill>
            </a:endParaRPr>
          </a:p>
        </p:txBody>
      </p:sp>
      <p:sp>
        <p:nvSpPr>
          <p:cNvPr id="117762" name="Rectangle 3"/>
          <p:cNvSpPr>
            <a:spLocks noGrp="1" noChangeArrowheads="1"/>
          </p:cNvSpPr>
          <p:nvPr>
            <p:ph type="title"/>
          </p:nvPr>
        </p:nvSpPr>
        <p:spPr/>
        <p:txBody>
          <a:bodyPr/>
          <a:lstStyle/>
          <a:p>
            <a:r>
              <a:rPr lang="en-US" altLang="zh-CN" dirty="0"/>
              <a:t>3.4.2 </a:t>
            </a:r>
            <a:r>
              <a:rPr lang="zh-CN" altLang="en-US" dirty="0"/>
              <a:t>在数据链路层扩展以太网 </a:t>
            </a:r>
            <a:endParaRPr lang="zh-CN" altLang="en-US" sz="4000" dirty="0">
              <a:solidFill>
                <a:srgbClr val="FFFFFF"/>
              </a:solidFill>
            </a:endParaRPr>
          </a:p>
        </p:txBody>
      </p:sp>
      <p:grpSp>
        <p:nvGrpSpPr>
          <p:cNvPr id="117764" name="组合 1"/>
          <p:cNvGrpSpPr>
            <a:grpSpLocks/>
          </p:cNvGrpSpPr>
          <p:nvPr/>
        </p:nvGrpSpPr>
        <p:grpSpPr bwMode="auto">
          <a:xfrm>
            <a:off x="1132270" y="3954932"/>
            <a:ext cx="10291528" cy="2131602"/>
            <a:chOff x="1048542" y="3639429"/>
            <a:chExt cx="8363240" cy="2309851"/>
          </a:xfrm>
        </p:grpSpPr>
        <p:sp>
          <p:nvSpPr>
            <p:cNvPr id="52" name="矩形 51">
              <a:extLst>
                <a:ext uri="{FF2B5EF4-FFF2-40B4-BE49-F238E27FC236}">
                  <a16:creationId xmlns="" xmlns:a16="http://schemas.microsoft.com/office/drawing/2014/main" id="{691DB6AC-27F8-4724-ADA6-2D3EA7E31740}"/>
                </a:ext>
              </a:extLst>
            </p:cNvPr>
            <p:cNvSpPr/>
            <p:nvPr/>
          </p:nvSpPr>
          <p:spPr>
            <a:xfrm>
              <a:off x="2629084" y="4331871"/>
              <a:ext cx="1625259" cy="1534818"/>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600" b="1" dirty="0">
                  <a:solidFill>
                    <a:srgbClr val="000099"/>
                  </a:solidFill>
                </a:rPr>
                <a:t> </a:t>
              </a:r>
              <a:endParaRPr lang="zh-CN" altLang="en-US" sz="2600" b="1" dirty="0">
                <a:solidFill>
                  <a:srgbClr val="000099"/>
                </a:solidFill>
              </a:endParaRPr>
            </a:p>
          </p:txBody>
        </p:sp>
        <p:cxnSp>
          <p:nvCxnSpPr>
            <p:cNvPr id="53" name="直接连接符 52">
              <a:extLst>
                <a:ext uri="{FF2B5EF4-FFF2-40B4-BE49-F238E27FC236}">
                  <a16:creationId xmlns="" xmlns:a16="http://schemas.microsoft.com/office/drawing/2014/main" id="{76140F42-D2E5-4AD6-8FF3-4DE16AF631C4}"/>
                </a:ext>
              </a:extLst>
            </p:cNvPr>
            <p:cNvCxnSpPr>
              <a:stCxn id="67" idx="3"/>
              <a:endCxn id="82" idx="1"/>
            </p:cNvCxnSpPr>
            <p:nvPr/>
          </p:nvCxnSpPr>
          <p:spPr>
            <a:xfrm>
              <a:off x="4254343" y="5410717"/>
              <a:ext cx="197438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 xmlns:a16="http://schemas.microsoft.com/office/drawing/2014/main" id="{CB9CF036-C399-425E-BC3E-6B431CF997D6}"/>
                </a:ext>
              </a:extLst>
            </p:cNvPr>
            <p:cNvCxnSpPr>
              <a:endCxn id="65" idx="1"/>
            </p:cNvCxnSpPr>
            <p:nvPr/>
          </p:nvCxnSpPr>
          <p:spPr>
            <a:xfrm flipV="1">
              <a:off x="1834513" y="5383552"/>
              <a:ext cx="815209" cy="3026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 xmlns:a16="http://schemas.microsoft.com/office/drawing/2014/main" id="{7CC4C4A1-71AA-47DF-B2E8-46944C6B564D}"/>
                </a:ext>
              </a:extLst>
            </p:cNvPr>
            <p:cNvCxnSpPr>
              <a:stCxn id="71" idx="3"/>
              <a:endCxn id="80" idx="1"/>
            </p:cNvCxnSpPr>
            <p:nvPr/>
          </p:nvCxnSpPr>
          <p:spPr>
            <a:xfrm flipV="1">
              <a:off x="4062119" y="4736588"/>
              <a:ext cx="2166612" cy="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 xmlns:a16="http://schemas.microsoft.com/office/drawing/2014/main" id="{5E57E760-093E-4EE5-8F2C-ED2FA398F085}"/>
                </a:ext>
              </a:extLst>
            </p:cNvPr>
            <p:cNvCxnSpPr>
              <a:endCxn id="62" idx="1"/>
            </p:cNvCxnSpPr>
            <p:nvPr/>
          </p:nvCxnSpPr>
          <p:spPr>
            <a:xfrm>
              <a:off x="1954903" y="4598795"/>
              <a:ext cx="699979" cy="1377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Rectangle 24">
              <a:extLst>
                <a:ext uri="{FF2B5EF4-FFF2-40B4-BE49-F238E27FC236}">
                  <a16:creationId xmlns="" xmlns:a16="http://schemas.microsoft.com/office/drawing/2014/main" id="{A5B2615C-B134-4EBF-9382-7687C2617577}"/>
                </a:ext>
              </a:extLst>
            </p:cNvPr>
            <p:cNvSpPr>
              <a:spLocks noChangeArrowheads="1"/>
            </p:cNvSpPr>
            <p:nvPr/>
          </p:nvSpPr>
          <p:spPr bwMode="auto">
            <a:xfrm>
              <a:off x="2416192" y="3639429"/>
              <a:ext cx="2044165" cy="523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algn="ctr" defTabSz="837330">
                <a:defRPr/>
              </a:pPr>
              <a:r>
                <a:rPr kumimoji="1" lang="zh-CN" altLang="en-US" sz="2600" b="1" dirty="0" smtClean="0">
                  <a:solidFill>
                    <a:srgbClr val="000099"/>
                  </a:solidFill>
                  <a:latin typeface="+mn-lt"/>
                  <a:ea typeface="黑体" pitchFamily="2" charset="-122"/>
                </a:rPr>
                <a:t>以太网交换机</a:t>
              </a:r>
              <a:r>
                <a:rPr kumimoji="1" lang="en-US" altLang="zh-CN" sz="2600" b="1" dirty="0" smtClean="0">
                  <a:solidFill>
                    <a:srgbClr val="000099"/>
                  </a:solidFill>
                  <a:latin typeface="+mn-lt"/>
                  <a:ea typeface="黑体" pitchFamily="2" charset="-122"/>
                </a:rPr>
                <a:t>#</a:t>
              </a:r>
              <a:r>
                <a:rPr kumimoji="1" lang="en-US" altLang="zh-CN" sz="2600" b="1" dirty="0">
                  <a:solidFill>
                    <a:srgbClr val="000099"/>
                  </a:solidFill>
                  <a:latin typeface="+mn-lt"/>
                  <a:ea typeface="黑体" pitchFamily="2" charset="-122"/>
                </a:rPr>
                <a:t>1</a:t>
              </a:r>
            </a:p>
          </p:txBody>
        </p:sp>
        <p:pic>
          <p:nvPicPr>
            <p:cNvPr id="117772"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0710" y="4086912"/>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 name="Rectangle 34">
              <a:extLst>
                <a:ext uri="{FF2B5EF4-FFF2-40B4-BE49-F238E27FC236}">
                  <a16:creationId xmlns="" xmlns:a16="http://schemas.microsoft.com/office/drawing/2014/main" id="{76794F83-18B8-4766-95C7-80E0BD433BCA}"/>
                </a:ext>
              </a:extLst>
            </p:cNvPr>
            <p:cNvSpPr>
              <a:spLocks noChangeArrowheads="1"/>
            </p:cNvSpPr>
            <p:nvPr/>
          </p:nvSpPr>
          <p:spPr bwMode="auto">
            <a:xfrm>
              <a:off x="1048542" y="4056568"/>
              <a:ext cx="273858" cy="523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sz="2600" b="1">
                  <a:solidFill>
                    <a:srgbClr val="000099"/>
                  </a:solidFill>
                  <a:latin typeface="+mn-lt"/>
                  <a:ea typeface="黑体" pitchFamily="2" charset="-122"/>
                </a:rPr>
                <a:t>A</a:t>
              </a:r>
              <a:endParaRPr kumimoji="1" lang="en-US" altLang="zh-CN" sz="2600" b="1" baseline="-25000">
                <a:solidFill>
                  <a:srgbClr val="000099"/>
                </a:solidFill>
                <a:latin typeface="+mn-lt"/>
                <a:ea typeface="黑体" pitchFamily="2" charset="-122"/>
              </a:endParaRPr>
            </a:p>
          </p:txBody>
        </p:sp>
        <p:grpSp>
          <p:nvGrpSpPr>
            <p:cNvPr id="117774" name="组合 57"/>
            <p:cNvGrpSpPr>
              <a:grpSpLocks/>
            </p:cNvGrpSpPr>
            <p:nvPr/>
          </p:nvGrpSpPr>
          <p:grpSpPr bwMode="auto">
            <a:xfrm>
              <a:off x="2629084" y="4474908"/>
              <a:ext cx="462640" cy="523359"/>
              <a:chOff x="2268095" y="1282387"/>
              <a:chExt cx="287502" cy="309604"/>
            </a:xfrm>
          </p:grpSpPr>
          <p:sp>
            <p:nvSpPr>
              <p:cNvPr id="61" name="矩形 60">
                <a:extLst>
                  <a:ext uri="{FF2B5EF4-FFF2-40B4-BE49-F238E27FC236}">
                    <a16:creationId xmlns="" xmlns:a16="http://schemas.microsoft.com/office/drawing/2014/main" id="{4D092371-19D8-4320-B69E-17ED2672E1A6}"/>
                  </a:ext>
                </a:extLst>
              </p:cNvPr>
              <p:cNvSpPr/>
              <p:nvPr/>
            </p:nvSpPr>
            <p:spPr>
              <a:xfrm>
                <a:off x="2268095" y="1340274"/>
                <a:ext cx="287502" cy="21579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600" b="1" dirty="0">
                  <a:ln>
                    <a:prstDash val="solid"/>
                  </a:ln>
                  <a:solidFill>
                    <a:srgbClr val="000099"/>
                  </a:solidFill>
                  <a:effectLst>
                    <a:outerShdw blurRad="88000" dist="50800" dir="5040000" algn="tl">
                      <a:schemeClr val="accent4">
                        <a:tint val="80000"/>
                        <a:satMod val="250000"/>
                        <a:alpha val="45000"/>
                      </a:schemeClr>
                    </a:outerShdw>
                  </a:effectLst>
                </a:endParaRPr>
              </a:p>
            </p:txBody>
          </p:sp>
          <p:sp>
            <p:nvSpPr>
              <p:cNvPr id="62" name="Rectangle 40">
                <a:extLst>
                  <a:ext uri="{FF2B5EF4-FFF2-40B4-BE49-F238E27FC236}">
                    <a16:creationId xmlns="" xmlns:a16="http://schemas.microsoft.com/office/drawing/2014/main" id="{1453F6E2-9782-4C30-9B8B-2466CC052448}"/>
                  </a:ext>
                </a:extLst>
              </p:cNvPr>
              <p:cNvSpPr>
                <a:spLocks noChangeArrowheads="1"/>
              </p:cNvSpPr>
              <p:nvPr/>
            </p:nvSpPr>
            <p:spPr bwMode="auto">
              <a:xfrm>
                <a:off x="2284127" y="1282387"/>
                <a:ext cx="170186" cy="309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sz="2600" b="1" dirty="0">
                    <a:solidFill>
                      <a:srgbClr val="000099"/>
                    </a:solidFill>
                    <a:latin typeface="+mn-lt"/>
                    <a:ea typeface="黑体" pitchFamily="2" charset="-122"/>
                  </a:rPr>
                  <a:t>1</a:t>
                </a:r>
                <a:endParaRPr kumimoji="1" lang="en-US" altLang="zh-CN" sz="2600" b="1" baseline="-25000" dirty="0">
                  <a:solidFill>
                    <a:srgbClr val="000099"/>
                  </a:solidFill>
                  <a:latin typeface="+mn-lt"/>
                  <a:ea typeface="黑体" pitchFamily="2" charset="-122"/>
                </a:endParaRPr>
              </a:p>
            </p:txBody>
          </p:sp>
        </p:grpSp>
        <p:grpSp>
          <p:nvGrpSpPr>
            <p:cNvPr id="117775" name="组合 58"/>
            <p:cNvGrpSpPr>
              <a:grpSpLocks/>
            </p:cNvGrpSpPr>
            <p:nvPr/>
          </p:nvGrpSpPr>
          <p:grpSpPr bwMode="auto">
            <a:xfrm>
              <a:off x="2629084" y="5121872"/>
              <a:ext cx="462640" cy="523360"/>
              <a:chOff x="2268095" y="1277790"/>
              <a:chExt cx="287502" cy="310554"/>
            </a:xfrm>
          </p:grpSpPr>
          <p:sp>
            <p:nvSpPr>
              <p:cNvPr id="64" name="矩形 63">
                <a:extLst>
                  <a:ext uri="{FF2B5EF4-FFF2-40B4-BE49-F238E27FC236}">
                    <a16:creationId xmlns="" xmlns:a16="http://schemas.microsoft.com/office/drawing/2014/main" id="{CF597DFF-C72E-4D81-A7ED-0404AD20940B}"/>
                  </a:ext>
                </a:extLst>
              </p:cNvPr>
              <p:cNvSpPr/>
              <p:nvPr/>
            </p:nvSpPr>
            <p:spPr>
              <a:xfrm>
                <a:off x="2268095" y="1339938"/>
                <a:ext cx="287502" cy="216453"/>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600" b="1" dirty="0">
                  <a:ln>
                    <a:prstDash val="solid"/>
                  </a:ln>
                  <a:solidFill>
                    <a:srgbClr val="000099"/>
                  </a:solidFill>
                  <a:effectLst>
                    <a:outerShdw blurRad="88000" dist="50800" dir="5040000" algn="tl">
                      <a:schemeClr val="accent4">
                        <a:tint val="80000"/>
                        <a:satMod val="250000"/>
                        <a:alpha val="45000"/>
                      </a:schemeClr>
                    </a:outerShdw>
                  </a:effectLst>
                </a:endParaRPr>
              </a:p>
            </p:txBody>
          </p:sp>
          <p:sp>
            <p:nvSpPr>
              <p:cNvPr id="65" name="Rectangle 40">
                <a:extLst>
                  <a:ext uri="{FF2B5EF4-FFF2-40B4-BE49-F238E27FC236}">
                    <a16:creationId xmlns="" xmlns:a16="http://schemas.microsoft.com/office/drawing/2014/main" id="{087C1E90-135F-43ED-87E7-12F564E574D0}"/>
                  </a:ext>
                </a:extLst>
              </p:cNvPr>
              <p:cNvSpPr>
                <a:spLocks noChangeArrowheads="1"/>
              </p:cNvSpPr>
              <p:nvPr/>
            </p:nvSpPr>
            <p:spPr bwMode="auto">
              <a:xfrm>
                <a:off x="2280920" y="1277790"/>
                <a:ext cx="170186" cy="310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sz="2600" b="1" dirty="0">
                    <a:solidFill>
                      <a:srgbClr val="000099"/>
                    </a:solidFill>
                    <a:latin typeface="+mn-lt"/>
                    <a:ea typeface="黑体" pitchFamily="2" charset="-122"/>
                  </a:rPr>
                  <a:t>2</a:t>
                </a:r>
                <a:endParaRPr kumimoji="1" lang="en-US" altLang="zh-CN" sz="2600" b="1" baseline="-25000" dirty="0">
                  <a:solidFill>
                    <a:srgbClr val="000099"/>
                  </a:solidFill>
                  <a:latin typeface="+mn-lt"/>
                  <a:ea typeface="黑体" pitchFamily="2" charset="-122"/>
                </a:endParaRPr>
              </a:p>
            </p:txBody>
          </p:sp>
        </p:grpSp>
        <p:grpSp>
          <p:nvGrpSpPr>
            <p:cNvPr id="117776" name="组合 61"/>
            <p:cNvGrpSpPr>
              <a:grpSpLocks/>
            </p:cNvGrpSpPr>
            <p:nvPr/>
          </p:nvGrpSpPr>
          <p:grpSpPr bwMode="auto">
            <a:xfrm>
              <a:off x="3788262" y="5121872"/>
              <a:ext cx="466079" cy="523360"/>
              <a:chOff x="2267577" y="1277790"/>
              <a:chExt cx="288047" cy="310554"/>
            </a:xfrm>
          </p:grpSpPr>
          <p:sp>
            <p:nvSpPr>
              <p:cNvPr id="67" name="矩形 66">
                <a:extLst>
                  <a:ext uri="{FF2B5EF4-FFF2-40B4-BE49-F238E27FC236}">
                    <a16:creationId xmlns="" xmlns:a16="http://schemas.microsoft.com/office/drawing/2014/main" id="{599C916D-DE32-43DC-B034-AF98857AF4B7}"/>
                  </a:ext>
                </a:extLst>
              </p:cNvPr>
              <p:cNvSpPr/>
              <p:nvPr/>
            </p:nvSpPr>
            <p:spPr>
              <a:xfrm>
                <a:off x="2267577" y="1339938"/>
                <a:ext cx="288047" cy="216453"/>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600" b="1" dirty="0">
                  <a:ln>
                    <a:prstDash val="solid"/>
                  </a:ln>
                  <a:solidFill>
                    <a:srgbClr val="000099"/>
                  </a:solidFill>
                  <a:effectLst>
                    <a:outerShdw blurRad="88000" dist="50800" dir="5040000" algn="tl">
                      <a:schemeClr val="accent4">
                        <a:tint val="80000"/>
                        <a:satMod val="250000"/>
                        <a:alpha val="45000"/>
                      </a:schemeClr>
                    </a:outerShdw>
                  </a:effectLst>
                </a:endParaRPr>
              </a:p>
            </p:txBody>
          </p:sp>
          <p:sp>
            <p:nvSpPr>
              <p:cNvPr id="68" name="Rectangle 40">
                <a:extLst>
                  <a:ext uri="{FF2B5EF4-FFF2-40B4-BE49-F238E27FC236}">
                    <a16:creationId xmlns="" xmlns:a16="http://schemas.microsoft.com/office/drawing/2014/main" id="{45E410EE-F843-4E3A-897F-DC9B64281C54}"/>
                  </a:ext>
                </a:extLst>
              </p:cNvPr>
              <p:cNvSpPr>
                <a:spLocks noChangeArrowheads="1"/>
              </p:cNvSpPr>
              <p:nvPr/>
            </p:nvSpPr>
            <p:spPr bwMode="auto">
              <a:xfrm>
                <a:off x="2267577" y="1277790"/>
                <a:ext cx="169250" cy="310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sz="2600" b="1" dirty="0">
                    <a:solidFill>
                      <a:srgbClr val="000099"/>
                    </a:solidFill>
                    <a:latin typeface="+mn-lt"/>
                    <a:ea typeface="黑体" pitchFamily="2" charset="-122"/>
                  </a:rPr>
                  <a:t>4</a:t>
                </a:r>
                <a:endParaRPr kumimoji="1" lang="en-US" altLang="zh-CN" sz="2600" b="1" baseline="-25000" dirty="0">
                  <a:solidFill>
                    <a:srgbClr val="000099"/>
                  </a:solidFill>
                  <a:latin typeface="+mn-lt"/>
                  <a:ea typeface="黑体" pitchFamily="2" charset="-122"/>
                </a:endParaRPr>
              </a:p>
            </p:txBody>
          </p:sp>
        </p:grpSp>
        <p:grpSp>
          <p:nvGrpSpPr>
            <p:cNvPr id="117777" name="组合 64"/>
            <p:cNvGrpSpPr>
              <a:grpSpLocks/>
            </p:cNvGrpSpPr>
            <p:nvPr/>
          </p:nvGrpSpPr>
          <p:grpSpPr bwMode="auto">
            <a:xfrm>
              <a:off x="3788262" y="4474909"/>
              <a:ext cx="466079" cy="523360"/>
              <a:chOff x="2267577" y="1282362"/>
              <a:chExt cx="288047" cy="309088"/>
            </a:xfrm>
          </p:grpSpPr>
          <p:sp>
            <p:nvSpPr>
              <p:cNvPr id="70" name="矩形 69">
                <a:extLst>
                  <a:ext uri="{FF2B5EF4-FFF2-40B4-BE49-F238E27FC236}">
                    <a16:creationId xmlns="" xmlns:a16="http://schemas.microsoft.com/office/drawing/2014/main" id="{CF193A11-A9D1-4002-A1AF-61CF2FF1AA2F}"/>
                  </a:ext>
                </a:extLst>
              </p:cNvPr>
              <p:cNvSpPr/>
              <p:nvPr/>
            </p:nvSpPr>
            <p:spPr>
              <a:xfrm>
                <a:off x="2267577" y="1340152"/>
                <a:ext cx="288047" cy="217464"/>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600" b="1" dirty="0">
                  <a:ln>
                    <a:prstDash val="solid"/>
                  </a:ln>
                  <a:solidFill>
                    <a:srgbClr val="000099"/>
                  </a:solidFill>
                  <a:effectLst>
                    <a:outerShdw blurRad="88000" dist="50800" dir="5040000" algn="tl">
                      <a:schemeClr val="accent4">
                        <a:tint val="80000"/>
                        <a:satMod val="250000"/>
                        <a:alpha val="45000"/>
                      </a:schemeClr>
                    </a:outerShdw>
                  </a:effectLst>
                </a:endParaRPr>
              </a:p>
            </p:txBody>
          </p:sp>
          <p:sp>
            <p:nvSpPr>
              <p:cNvPr id="71" name="Rectangle 40">
                <a:extLst>
                  <a:ext uri="{FF2B5EF4-FFF2-40B4-BE49-F238E27FC236}">
                    <a16:creationId xmlns="" xmlns:a16="http://schemas.microsoft.com/office/drawing/2014/main" id="{5FEEEE7F-D4D4-453A-B197-4D9EBB914620}"/>
                  </a:ext>
                </a:extLst>
              </p:cNvPr>
              <p:cNvSpPr>
                <a:spLocks noChangeArrowheads="1"/>
              </p:cNvSpPr>
              <p:nvPr/>
            </p:nvSpPr>
            <p:spPr bwMode="auto">
              <a:xfrm>
                <a:off x="2267577" y="1282362"/>
                <a:ext cx="169250" cy="30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sz="2600" b="1" dirty="0">
                    <a:solidFill>
                      <a:srgbClr val="000099"/>
                    </a:solidFill>
                    <a:latin typeface="+mn-lt"/>
                    <a:ea typeface="黑体" pitchFamily="2" charset="-122"/>
                  </a:rPr>
                  <a:t>3</a:t>
                </a:r>
                <a:endParaRPr kumimoji="1" lang="en-US" altLang="zh-CN" sz="2600" b="1" baseline="-25000" dirty="0">
                  <a:solidFill>
                    <a:srgbClr val="000099"/>
                  </a:solidFill>
                  <a:latin typeface="+mn-lt"/>
                  <a:ea typeface="黑体" pitchFamily="2" charset="-122"/>
                </a:endParaRPr>
              </a:p>
            </p:txBody>
          </p:sp>
        </p:grpSp>
        <p:pic>
          <p:nvPicPr>
            <p:cNvPr id="117778"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0710" y="5181791"/>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 name="Rectangle 34">
              <a:extLst>
                <a:ext uri="{FF2B5EF4-FFF2-40B4-BE49-F238E27FC236}">
                  <a16:creationId xmlns="" xmlns:a16="http://schemas.microsoft.com/office/drawing/2014/main" id="{FE7DCE22-2AC1-47A5-98AA-C0CBB58F821D}"/>
                </a:ext>
              </a:extLst>
            </p:cNvPr>
            <p:cNvSpPr>
              <a:spLocks noChangeArrowheads="1"/>
            </p:cNvSpPr>
            <p:nvPr/>
          </p:nvSpPr>
          <p:spPr bwMode="auto">
            <a:xfrm>
              <a:off x="1048542" y="5152619"/>
              <a:ext cx="273858" cy="523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sz="2600" b="1">
                  <a:solidFill>
                    <a:srgbClr val="000099"/>
                  </a:solidFill>
                  <a:latin typeface="+mn-lt"/>
                  <a:ea typeface="黑体" pitchFamily="2" charset="-122"/>
                </a:rPr>
                <a:t>C</a:t>
              </a:r>
              <a:endParaRPr kumimoji="1" lang="en-US" altLang="zh-CN" sz="2600" b="1" baseline="-25000">
                <a:solidFill>
                  <a:srgbClr val="000099"/>
                </a:solidFill>
                <a:latin typeface="+mn-lt"/>
                <a:ea typeface="黑体" pitchFamily="2" charset="-122"/>
              </a:endParaRPr>
            </a:p>
          </p:txBody>
        </p:sp>
        <p:sp>
          <p:nvSpPr>
            <p:cNvPr id="74" name="矩形 73">
              <a:extLst>
                <a:ext uri="{FF2B5EF4-FFF2-40B4-BE49-F238E27FC236}">
                  <a16:creationId xmlns="" xmlns:a16="http://schemas.microsoft.com/office/drawing/2014/main" id="{23189B6C-481F-4D3C-8B0F-5C4CDCDB61E7}"/>
                </a:ext>
              </a:extLst>
            </p:cNvPr>
            <p:cNvSpPr/>
            <p:nvPr/>
          </p:nvSpPr>
          <p:spPr>
            <a:xfrm>
              <a:off x="6228732" y="4331871"/>
              <a:ext cx="1625258" cy="1534818"/>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600" b="1" dirty="0">
                  <a:solidFill>
                    <a:srgbClr val="000099"/>
                  </a:solidFill>
                </a:rPr>
                <a:t> </a:t>
              </a:r>
              <a:endParaRPr lang="zh-CN" altLang="en-US" sz="2600" b="1" dirty="0">
                <a:solidFill>
                  <a:srgbClr val="000099"/>
                </a:solidFill>
              </a:endParaRPr>
            </a:p>
          </p:txBody>
        </p:sp>
        <p:cxnSp>
          <p:nvCxnSpPr>
            <p:cNvPr id="75" name="直接连接符 74">
              <a:extLst>
                <a:ext uri="{FF2B5EF4-FFF2-40B4-BE49-F238E27FC236}">
                  <a16:creationId xmlns="" xmlns:a16="http://schemas.microsoft.com/office/drawing/2014/main" id="{00A5B08C-769F-4937-BDFC-A66AFCD7BB44}"/>
                </a:ext>
              </a:extLst>
            </p:cNvPr>
            <p:cNvCxnSpPr>
              <a:stCxn id="86" idx="3"/>
            </p:cNvCxnSpPr>
            <p:nvPr/>
          </p:nvCxnSpPr>
          <p:spPr>
            <a:xfrm>
              <a:off x="7661766" y="5383552"/>
              <a:ext cx="888763" cy="302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 xmlns:a16="http://schemas.microsoft.com/office/drawing/2014/main" id="{2D9FE37B-F550-4FA5-8ABF-3361601209C4}"/>
                </a:ext>
              </a:extLst>
            </p:cNvPr>
            <p:cNvCxnSpPr>
              <a:stCxn id="89" idx="3"/>
            </p:cNvCxnSpPr>
            <p:nvPr/>
          </p:nvCxnSpPr>
          <p:spPr>
            <a:xfrm flipV="1">
              <a:off x="7661766" y="4598796"/>
              <a:ext cx="1003993" cy="1377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Rectangle 24">
              <a:extLst>
                <a:ext uri="{FF2B5EF4-FFF2-40B4-BE49-F238E27FC236}">
                  <a16:creationId xmlns="" xmlns:a16="http://schemas.microsoft.com/office/drawing/2014/main" id="{C265B32B-5E78-4494-9E7D-32E9C956DD63}"/>
                </a:ext>
              </a:extLst>
            </p:cNvPr>
            <p:cNvSpPr>
              <a:spLocks noChangeArrowheads="1"/>
            </p:cNvSpPr>
            <p:nvPr/>
          </p:nvSpPr>
          <p:spPr bwMode="auto">
            <a:xfrm>
              <a:off x="6015838" y="3639430"/>
              <a:ext cx="2044165" cy="523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algn="ctr" defTabSz="837330">
                <a:defRPr/>
              </a:pPr>
              <a:r>
                <a:rPr kumimoji="1" lang="zh-CN" altLang="en-US" sz="2600" b="1" dirty="0" smtClean="0">
                  <a:solidFill>
                    <a:srgbClr val="000099"/>
                  </a:solidFill>
                  <a:latin typeface="+mn-lt"/>
                  <a:ea typeface="黑体" pitchFamily="2" charset="-122"/>
                </a:rPr>
                <a:t>以太网交换机</a:t>
              </a:r>
              <a:r>
                <a:rPr kumimoji="1" lang="en-US" altLang="zh-CN" sz="2600" b="1" dirty="0" smtClean="0">
                  <a:solidFill>
                    <a:srgbClr val="000099"/>
                  </a:solidFill>
                  <a:latin typeface="+mn-lt"/>
                  <a:ea typeface="黑体" pitchFamily="2" charset="-122"/>
                </a:rPr>
                <a:t>#</a:t>
              </a:r>
              <a:r>
                <a:rPr kumimoji="1" lang="en-US" altLang="zh-CN" sz="2600" b="1" dirty="0">
                  <a:solidFill>
                    <a:srgbClr val="000099"/>
                  </a:solidFill>
                  <a:latin typeface="+mn-lt"/>
                  <a:ea typeface="黑体" pitchFamily="2" charset="-122"/>
                </a:rPr>
                <a:t>2</a:t>
              </a:r>
            </a:p>
          </p:txBody>
        </p:sp>
        <p:grpSp>
          <p:nvGrpSpPr>
            <p:cNvPr id="117784" name="组合 57"/>
            <p:cNvGrpSpPr>
              <a:grpSpLocks/>
            </p:cNvGrpSpPr>
            <p:nvPr/>
          </p:nvGrpSpPr>
          <p:grpSpPr bwMode="auto">
            <a:xfrm>
              <a:off x="6228731" y="4474908"/>
              <a:ext cx="462639" cy="523359"/>
              <a:chOff x="2268108" y="1282387"/>
              <a:chExt cx="287500" cy="309604"/>
            </a:xfrm>
          </p:grpSpPr>
          <p:sp>
            <p:nvSpPr>
              <p:cNvPr id="79" name="矩形 78">
                <a:extLst>
                  <a:ext uri="{FF2B5EF4-FFF2-40B4-BE49-F238E27FC236}">
                    <a16:creationId xmlns="" xmlns:a16="http://schemas.microsoft.com/office/drawing/2014/main" id="{3120D0E8-DF6A-44DA-98BF-279A0F92B45E}"/>
                  </a:ext>
                </a:extLst>
              </p:cNvPr>
              <p:cNvSpPr/>
              <p:nvPr/>
            </p:nvSpPr>
            <p:spPr>
              <a:xfrm>
                <a:off x="2268108" y="1340274"/>
                <a:ext cx="287500" cy="21579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600" b="1" dirty="0">
                  <a:ln>
                    <a:prstDash val="solid"/>
                  </a:ln>
                  <a:solidFill>
                    <a:srgbClr val="000099"/>
                  </a:solidFill>
                  <a:effectLst>
                    <a:outerShdw blurRad="88000" dist="50800" dir="5040000" algn="tl">
                      <a:schemeClr val="accent4">
                        <a:tint val="80000"/>
                        <a:satMod val="250000"/>
                        <a:alpha val="45000"/>
                      </a:schemeClr>
                    </a:outerShdw>
                  </a:effectLst>
                </a:endParaRPr>
              </a:p>
            </p:txBody>
          </p:sp>
          <p:sp>
            <p:nvSpPr>
              <p:cNvPr id="80" name="Rectangle 40">
                <a:extLst>
                  <a:ext uri="{FF2B5EF4-FFF2-40B4-BE49-F238E27FC236}">
                    <a16:creationId xmlns="" xmlns:a16="http://schemas.microsoft.com/office/drawing/2014/main" id="{2A289180-08A9-45D5-9CB9-3E899A229570}"/>
                  </a:ext>
                </a:extLst>
              </p:cNvPr>
              <p:cNvSpPr>
                <a:spLocks noChangeArrowheads="1"/>
              </p:cNvSpPr>
              <p:nvPr/>
            </p:nvSpPr>
            <p:spPr bwMode="auto">
              <a:xfrm>
                <a:off x="2268108" y="1282387"/>
                <a:ext cx="170185" cy="309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sz="2600" b="1" dirty="0">
                    <a:solidFill>
                      <a:srgbClr val="000099"/>
                    </a:solidFill>
                    <a:latin typeface="+mn-lt"/>
                    <a:ea typeface="黑体" pitchFamily="2" charset="-122"/>
                  </a:rPr>
                  <a:t>1</a:t>
                </a:r>
                <a:endParaRPr kumimoji="1" lang="en-US" altLang="zh-CN" sz="2600" b="1" baseline="-25000" dirty="0">
                  <a:solidFill>
                    <a:srgbClr val="000099"/>
                  </a:solidFill>
                  <a:latin typeface="+mn-lt"/>
                  <a:ea typeface="黑体" pitchFamily="2" charset="-122"/>
                </a:endParaRPr>
              </a:p>
            </p:txBody>
          </p:sp>
        </p:grpSp>
        <p:grpSp>
          <p:nvGrpSpPr>
            <p:cNvPr id="117785" name="组合 58"/>
            <p:cNvGrpSpPr>
              <a:grpSpLocks/>
            </p:cNvGrpSpPr>
            <p:nvPr/>
          </p:nvGrpSpPr>
          <p:grpSpPr bwMode="auto">
            <a:xfrm>
              <a:off x="6228731" y="5121872"/>
              <a:ext cx="462639" cy="523360"/>
              <a:chOff x="2268108" y="1277790"/>
              <a:chExt cx="287500" cy="310554"/>
            </a:xfrm>
          </p:grpSpPr>
          <p:sp>
            <p:nvSpPr>
              <p:cNvPr id="82" name="矩形 81">
                <a:extLst>
                  <a:ext uri="{FF2B5EF4-FFF2-40B4-BE49-F238E27FC236}">
                    <a16:creationId xmlns="" xmlns:a16="http://schemas.microsoft.com/office/drawing/2014/main" id="{E4684C48-C26E-4381-9B53-2A5DDD583D21}"/>
                  </a:ext>
                </a:extLst>
              </p:cNvPr>
              <p:cNvSpPr/>
              <p:nvPr/>
            </p:nvSpPr>
            <p:spPr>
              <a:xfrm>
                <a:off x="2268108" y="1339938"/>
                <a:ext cx="287500" cy="216453"/>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600" b="1" dirty="0">
                  <a:ln>
                    <a:prstDash val="solid"/>
                  </a:ln>
                  <a:solidFill>
                    <a:srgbClr val="000099"/>
                  </a:solidFill>
                  <a:effectLst>
                    <a:outerShdw blurRad="88000" dist="50800" dir="5040000" algn="tl">
                      <a:schemeClr val="accent4">
                        <a:tint val="80000"/>
                        <a:satMod val="250000"/>
                        <a:alpha val="45000"/>
                      </a:schemeClr>
                    </a:outerShdw>
                  </a:effectLst>
                </a:endParaRPr>
              </a:p>
            </p:txBody>
          </p:sp>
          <p:sp>
            <p:nvSpPr>
              <p:cNvPr id="83" name="Rectangle 40">
                <a:extLst>
                  <a:ext uri="{FF2B5EF4-FFF2-40B4-BE49-F238E27FC236}">
                    <a16:creationId xmlns="" xmlns:a16="http://schemas.microsoft.com/office/drawing/2014/main" id="{1EF0F9FC-459D-44BC-A9F6-EF94CF5672E5}"/>
                  </a:ext>
                </a:extLst>
              </p:cNvPr>
              <p:cNvSpPr>
                <a:spLocks noChangeArrowheads="1"/>
              </p:cNvSpPr>
              <p:nvPr/>
            </p:nvSpPr>
            <p:spPr bwMode="auto">
              <a:xfrm>
                <a:off x="2268108" y="1277790"/>
                <a:ext cx="170185" cy="310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sz="2600" b="1" dirty="0">
                    <a:solidFill>
                      <a:srgbClr val="000099"/>
                    </a:solidFill>
                    <a:latin typeface="+mn-lt"/>
                    <a:ea typeface="黑体" pitchFamily="2" charset="-122"/>
                  </a:rPr>
                  <a:t>2</a:t>
                </a:r>
                <a:endParaRPr kumimoji="1" lang="en-US" altLang="zh-CN" sz="2600" b="1" baseline="-25000" dirty="0">
                  <a:solidFill>
                    <a:srgbClr val="000099"/>
                  </a:solidFill>
                  <a:latin typeface="+mn-lt"/>
                  <a:ea typeface="黑体" pitchFamily="2" charset="-122"/>
                </a:endParaRPr>
              </a:p>
            </p:txBody>
          </p:sp>
        </p:grpSp>
        <p:grpSp>
          <p:nvGrpSpPr>
            <p:cNvPr id="117786" name="组合 61"/>
            <p:cNvGrpSpPr>
              <a:grpSpLocks/>
            </p:cNvGrpSpPr>
            <p:nvPr/>
          </p:nvGrpSpPr>
          <p:grpSpPr bwMode="auto">
            <a:xfrm>
              <a:off x="7387908" y="5121872"/>
              <a:ext cx="466079" cy="523360"/>
              <a:chOff x="2267589" y="1277790"/>
              <a:chExt cx="288047" cy="310554"/>
            </a:xfrm>
          </p:grpSpPr>
          <p:sp>
            <p:nvSpPr>
              <p:cNvPr id="85" name="矩形 84">
                <a:extLst>
                  <a:ext uri="{FF2B5EF4-FFF2-40B4-BE49-F238E27FC236}">
                    <a16:creationId xmlns="" xmlns:a16="http://schemas.microsoft.com/office/drawing/2014/main" id="{0227A50E-128D-47EF-A561-A4EDEC626440}"/>
                  </a:ext>
                </a:extLst>
              </p:cNvPr>
              <p:cNvSpPr/>
              <p:nvPr/>
            </p:nvSpPr>
            <p:spPr>
              <a:xfrm>
                <a:off x="2267589" y="1339938"/>
                <a:ext cx="288047" cy="216453"/>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600" b="1" dirty="0">
                  <a:ln>
                    <a:prstDash val="solid"/>
                  </a:ln>
                  <a:solidFill>
                    <a:srgbClr val="000099"/>
                  </a:solidFill>
                  <a:effectLst>
                    <a:outerShdw blurRad="88000" dist="50800" dir="5040000" algn="tl">
                      <a:schemeClr val="accent4">
                        <a:tint val="80000"/>
                        <a:satMod val="250000"/>
                        <a:alpha val="45000"/>
                      </a:schemeClr>
                    </a:outerShdw>
                  </a:effectLst>
                </a:endParaRPr>
              </a:p>
            </p:txBody>
          </p:sp>
          <p:sp>
            <p:nvSpPr>
              <p:cNvPr id="86" name="Rectangle 40">
                <a:extLst>
                  <a:ext uri="{FF2B5EF4-FFF2-40B4-BE49-F238E27FC236}">
                    <a16:creationId xmlns="" xmlns:a16="http://schemas.microsoft.com/office/drawing/2014/main" id="{4747737F-BA3A-4478-A0BC-B2B56DCFE24F}"/>
                  </a:ext>
                </a:extLst>
              </p:cNvPr>
              <p:cNvSpPr>
                <a:spLocks noChangeArrowheads="1"/>
              </p:cNvSpPr>
              <p:nvPr/>
            </p:nvSpPr>
            <p:spPr bwMode="auto">
              <a:xfrm>
                <a:off x="2267589" y="1277790"/>
                <a:ext cx="169250" cy="310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sz="2600" b="1" dirty="0">
                    <a:solidFill>
                      <a:srgbClr val="000099"/>
                    </a:solidFill>
                    <a:latin typeface="+mn-lt"/>
                    <a:ea typeface="黑体" pitchFamily="2" charset="-122"/>
                  </a:rPr>
                  <a:t>4</a:t>
                </a:r>
                <a:endParaRPr kumimoji="1" lang="en-US" altLang="zh-CN" sz="2600" b="1" baseline="-25000" dirty="0">
                  <a:solidFill>
                    <a:srgbClr val="000099"/>
                  </a:solidFill>
                  <a:latin typeface="+mn-lt"/>
                  <a:ea typeface="黑体" pitchFamily="2" charset="-122"/>
                </a:endParaRPr>
              </a:p>
            </p:txBody>
          </p:sp>
        </p:grpSp>
        <p:grpSp>
          <p:nvGrpSpPr>
            <p:cNvPr id="117787" name="组合 64"/>
            <p:cNvGrpSpPr>
              <a:grpSpLocks/>
            </p:cNvGrpSpPr>
            <p:nvPr/>
          </p:nvGrpSpPr>
          <p:grpSpPr bwMode="auto">
            <a:xfrm>
              <a:off x="7387908" y="4474909"/>
              <a:ext cx="466079" cy="523360"/>
              <a:chOff x="2267589" y="1282362"/>
              <a:chExt cx="288047" cy="309088"/>
            </a:xfrm>
          </p:grpSpPr>
          <p:sp>
            <p:nvSpPr>
              <p:cNvPr id="88" name="矩形 87">
                <a:extLst>
                  <a:ext uri="{FF2B5EF4-FFF2-40B4-BE49-F238E27FC236}">
                    <a16:creationId xmlns="" xmlns:a16="http://schemas.microsoft.com/office/drawing/2014/main" id="{8093399B-F14C-48C4-B0B8-E3D78ADD6C38}"/>
                  </a:ext>
                </a:extLst>
              </p:cNvPr>
              <p:cNvSpPr/>
              <p:nvPr/>
            </p:nvSpPr>
            <p:spPr>
              <a:xfrm>
                <a:off x="2267589" y="1340152"/>
                <a:ext cx="288047" cy="217464"/>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600" b="1" dirty="0">
                  <a:ln>
                    <a:prstDash val="solid"/>
                  </a:ln>
                  <a:solidFill>
                    <a:srgbClr val="000099"/>
                  </a:solidFill>
                  <a:effectLst>
                    <a:outerShdw blurRad="88000" dist="50800" dir="5040000" algn="tl">
                      <a:schemeClr val="accent4">
                        <a:tint val="80000"/>
                        <a:satMod val="250000"/>
                        <a:alpha val="45000"/>
                      </a:schemeClr>
                    </a:outerShdw>
                  </a:effectLst>
                </a:endParaRPr>
              </a:p>
            </p:txBody>
          </p:sp>
          <p:sp>
            <p:nvSpPr>
              <p:cNvPr id="89" name="Rectangle 40">
                <a:extLst>
                  <a:ext uri="{FF2B5EF4-FFF2-40B4-BE49-F238E27FC236}">
                    <a16:creationId xmlns="" xmlns:a16="http://schemas.microsoft.com/office/drawing/2014/main" id="{27B91D1F-DB8E-49D3-9E7E-9D7E9351BC4D}"/>
                  </a:ext>
                </a:extLst>
              </p:cNvPr>
              <p:cNvSpPr>
                <a:spLocks noChangeArrowheads="1"/>
              </p:cNvSpPr>
              <p:nvPr/>
            </p:nvSpPr>
            <p:spPr bwMode="auto">
              <a:xfrm>
                <a:off x="2267589" y="1282362"/>
                <a:ext cx="169250" cy="30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sz="2600" b="1" dirty="0">
                    <a:solidFill>
                      <a:srgbClr val="000099"/>
                    </a:solidFill>
                    <a:latin typeface="+mn-lt"/>
                    <a:ea typeface="黑体" pitchFamily="2" charset="-122"/>
                  </a:rPr>
                  <a:t>3</a:t>
                </a:r>
                <a:endParaRPr kumimoji="1" lang="en-US" altLang="zh-CN" sz="2600" b="1" baseline="-25000" dirty="0">
                  <a:solidFill>
                    <a:srgbClr val="000099"/>
                  </a:solidFill>
                  <a:latin typeface="+mn-lt"/>
                  <a:ea typeface="黑体" pitchFamily="2" charset="-122"/>
                </a:endParaRPr>
              </a:p>
            </p:txBody>
          </p:sp>
        </p:grpSp>
        <p:pic>
          <p:nvPicPr>
            <p:cNvPr id="117788"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35503" y="5181791"/>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 name="Rectangle 34">
              <a:extLst>
                <a:ext uri="{FF2B5EF4-FFF2-40B4-BE49-F238E27FC236}">
                  <a16:creationId xmlns="" xmlns:a16="http://schemas.microsoft.com/office/drawing/2014/main" id="{8C48B5DE-7440-4A6B-AE08-853D2A8AB429}"/>
                </a:ext>
              </a:extLst>
            </p:cNvPr>
            <p:cNvSpPr>
              <a:spLocks noChangeArrowheads="1"/>
            </p:cNvSpPr>
            <p:nvPr/>
          </p:nvSpPr>
          <p:spPr bwMode="auto">
            <a:xfrm>
              <a:off x="9137924" y="5101000"/>
              <a:ext cx="273858" cy="523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sz="2600" b="1" dirty="0">
                  <a:solidFill>
                    <a:srgbClr val="000099"/>
                  </a:solidFill>
                  <a:latin typeface="+mn-lt"/>
                  <a:ea typeface="黑体" pitchFamily="2" charset="-122"/>
                </a:rPr>
                <a:t>D</a:t>
              </a:r>
              <a:endParaRPr kumimoji="1" lang="en-US" altLang="zh-CN" sz="2600" b="1" baseline="-25000" dirty="0">
                <a:solidFill>
                  <a:srgbClr val="000099"/>
                </a:solidFill>
                <a:latin typeface="+mn-lt"/>
                <a:ea typeface="黑体" pitchFamily="2" charset="-122"/>
              </a:endParaRPr>
            </a:p>
          </p:txBody>
        </p:sp>
        <p:pic>
          <p:nvPicPr>
            <p:cNvPr id="117790"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35503" y="4086912"/>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 name="Rectangle 34">
              <a:extLst>
                <a:ext uri="{FF2B5EF4-FFF2-40B4-BE49-F238E27FC236}">
                  <a16:creationId xmlns="" xmlns:a16="http://schemas.microsoft.com/office/drawing/2014/main" id="{714EC8E5-14D2-475E-A5C2-D633FC5625C1}"/>
                </a:ext>
              </a:extLst>
            </p:cNvPr>
            <p:cNvSpPr>
              <a:spLocks noChangeArrowheads="1"/>
            </p:cNvSpPr>
            <p:nvPr/>
          </p:nvSpPr>
          <p:spPr bwMode="auto">
            <a:xfrm>
              <a:off x="9137924" y="4006668"/>
              <a:ext cx="273858" cy="523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3527" tIns="41031" rIns="83527" bIns="41031">
              <a:spAutoFit/>
            </a:bodyPr>
            <a:lstStyle/>
            <a:p>
              <a:pPr defTabSz="837330">
                <a:defRPr/>
              </a:pPr>
              <a:r>
                <a:rPr kumimoji="1" lang="en-US" altLang="zh-CN" sz="2600" b="1" dirty="0">
                  <a:solidFill>
                    <a:srgbClr val="000099"/>
                  </a:solidFill>
                  <a:latin typeface="+mn-lt"/>
                  <a:ea typeface="黑体" pitchFamily="2" charset="-122"/>
                </a:rPr>
                <a:t>B</a:t>
              </a:r>
              <a:endParaRPr kumimoji="1" lang="en-US" altLang="zh-CN" sz="2600" b="1" baseline="-25000" dirty="0">
                <a:solidFill>
                  <a:srgbClr val="000099"/>
                </a:solidFill>
                <a:latin typeface="+mn-lt"/>
                <a:ea typeface="黑体" pitchFamily="2" charset="-122"/>
              </a:endParaRPr>
            </a:p>
          </p:txBody>
        </p:sp>
        <p:cxnSp>
          <p:nvCxnSpPr>
            <p:cNvPr id="117792" name="直接箭头连接符 55"/>
            <p:cNvCxnSpPr>
              <a:cxnSpLocks noChangeShapeType="1"/>
            </p:cNvCxnSpPr>
            <p:nvPr/>
          </p:nvCxnSpPr>
          <p:spPr bwMode="auto">
            <a:xfrm>
              <a:off x="4592960" y="4607516"/>
              <a:ext cx="1275146" cy="0"/>
            </a:xfrm>
            <a:prstGeom prst="straightConnector1">
              <a:avLst/>
            </a:prstGeom>
            <a:noFill/>
            <a:ln w="57150" algn="ctr">
              <a:solidFill>
                <a:srgbClr val="0000FF"/>
              </a:solidFill>
              <a:round/>
              <a:headEnd/>
              <a:tailEnd type="triangle" w="med" len="lg"/>
            </a:ln>
            <a:extLst>
              <a:ext uri="{909E8E84-426E-40DD-AFC4-6F175D3DCCD1}">
                <a14:hiddenFill xmlns:a14="http://schemas.microsoft.com/office/drawing/2010/main">
                  <a:noFill/>
                </a14:hiddenFill>
              </a:ext>
            </a:extLst>
          </p:spPr>
        </p:cxnSp>
        <p:cxnSp>
          <p:nvCxnSpPr>
            <p:cNvPr id="117793" name="直接箭头连接符 55"/>
            <p:cNvCxnSpPr>
              <a:cxnSpLocks noChangeShapeType="1"/>
            </p:cNvCxnSpPr>
            <p:nvPr/>
          </p:nvCxnSpPr>
          <p:spPr bwMode="auto">
            <a:xfrm flipH="1">
              <a:off x="4592960" y="5546751"/>
              <a:ext cx="1275146" cy="0"/>
            </a:xfrm>
            <a:prstGeom prst="straightConnector1">
              <a:avLst/>
            </a:prstGeom>
            <a:noFill/>
            <a:ln w="57150" algn="ctr">
              <a:solidFill>
                <a:srgbClr val="0000FF"/>
              </a:solidFill>
              <a:round/>
              <a:headEnd/>
              <a:tailEnd type="triangle" w="med" len="lg"/>
            </a:ln>
            <a:extLst>
              <a:ext uri="{909E8E84-426E-40DD-AFC4-6F175D3DCCD1}">
                <a14:hiddenFill xmlns:a14="http://schemas.microsoft.com/office/drawing/2010/main">
                  <a:noFill/>
                </a14:hiddenFill>
              </a:ext>
            </a:extLst>
          </p:spPr>
        </p:cxnSp>
        <p:sp>
          <p:nvSpPr>
            <p:cNvPr id="96" name="弧形 95">
              <a:extLst>
                <a:ext uri="{FF2B5EF4-FFF2-40B4-BE49-F238E27FC236}">
                  <a16:creationId xmlns="" xmlns:a16="http://schemas.microsoft.com/office/drawing/2014/main" id="{A22E3512-15CB-4ABC-8290-46EA106A2DEE}"/>
                </a:ext>
              </a:extLst>
            </p:cNvPr>
            <p:cNvSpPr/>
            <p:nvPr/>
          </p:nvSpPr>
          <p:spPr>
            <a:xfrm rot="13631864">
              <a:off x="3405354" y="4723517"/>
              <a:ext cx="1047874" cy="856486"/>
            </a:xfrm>
            <a:prstGeom prst="arc">
              <a:avLst>
                <a:gd name="adj1" fmla="val 16200000"/>
                <a:gd name="adj2" fmla="val 602015"/>
              </a:avLst>
            </a:prstGeom>
            <a:ln w="57150">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2600" b="1">
                <a:solidFill>
                  <a:srgbClr val="000099"/>
                </a:solidFill>
              </a:endParaRPr>
            </a:p>
          </p:txBody>
        </p:sp>
        <p:sp>
          <p:nvSpPr>
            <p:cNvPr id="97" name="弧形 96">
              <a:extLst>
                <a:ext uri="{FF2B5EF4-FFF2-40B4-BE49-F238E27FC236}">
                  <a16:creationId xmlns="" xmlns:a16="http://schemas.microsoft.com/office/drawing/2014/main" id="{A4CAFEAD-EA37-4E46-8D1D-9CFD46B4E73B}"/>
                </a:ext>
              </a:extLst>
            </p:cNvPr>
            <p:cNvSpPr/>
            <p:nvPr/>
          </p:nvSpPr>
          <p:spPr>
            <a:xfrm rot="2831864">
              <a:off x="6035875" y="4629741"/>
              <a:ext cx="1004859" cy="856486"/>
            </a:xfrm>
            <a:prstGeom prst="arc">
              <a:avLst>
                <a:gd name="adj1" fmla="val 16200000"/>
                <a:gd name="adj2" fmla="val 422187"/>
              </a:avLst>
            </a:prstGeom>
            <a:ln w="57150">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2600" b="1">
                <a:solidFill>
                  <a:srgbClr val="000099"/>
                </a:solidFill>
              </a:endParaRPr>
            </a:p>
          </p:txBody>
        </p:sp>
      </p:grpSp>
      <p:sp>
        <p:nvSpPr>
          <p:cNvPr id="3" name="矩形 2">
            <a:extLst>
              <a:ext uri="{FF2B5EF4-FFF2-40B4-BE49-F238E27FC236}">
                <a16:creationId xmlns="" xmlns:a16="http://schemas.microsoft.com/office/drawing/2014/main" id="{307A2B93-23B8-484B-BFD1-962F4F07429F}"/>
              </a:ext>
            </a:extLst>
          </p:cNvPr>
          <p:cNvSpPr/>
          <p:nvPr/>
        </p:nvSpPr>
        <p:spPr>
          <a:xfrm>
            <a:off x="2846547" y="6088123"/>
            <a:ext cx="6882504" cy="510023"/>
          </a:xfrm>
          <a:prstGeom prst="rect">
            <a:avLst/>
          </a:prstGeom>
        </p:spPr>
        <p:txBody>
          <a:bodyPr lIns="108850" tIns="54425" rIns="108850" bIns="54425">
            <a:spAutoFit/>
          </a:bodyPr>
          <a:lstStyle/>
          <a:p>
            <a:pPr algn="ctr">
              <a:defRPr/>
            </a:pPr>
            <a:r>
              <a:rPr lang="zh-CN" altLang="zh-CN" sz="2600" b="1" dirty="0">
                <a:solidFill>
                  <a:srgbClr val="111111"/>
                </a:solidFill>
                <a:latin typeface="+mn-lt"/>
                <a:ea typeface="黑体" pitchFamily="2" charset="-122"/>
              </a:rPr>
              <a:t>在两个交换机之间兜圈子的帧</a:t>
            </a:r>
            <a:endParaRPr lang="zh-CN" altLang="en-US" sz="2600" b="1" dirty="0">
              <a:solidFill>
                <a:srgbClr val="111111"/>
              </a:solidFill>
              <a:latin typeface="+mn-lt"/>
              <a:ea typeface="黑体" pitchFamily="2" charset="-122"/>
            </a:endParaRPr>
          </a:p>
        </p:txBody>
      </p:sp>
      <p:cxnSp>
        <p:nvCxnSpPr>
          <p:cNvPr id="58" name="直接箭头连接符 57"/>
          <p:cNvCxnSpPr/>
          <p:nvPr/>
        </p:nvCxnSpPr>
        <p:spPr>
          <a:xfrm>
            <a:off x="2514881" y="4797588"/>
            <a:ext cx="411973" cy="76220"/>
          </a:xfrm>
          <a:prstGeom prst="straightConnector1">
            <a:avLst/>
          </a:prstGeom>
          <a:ln>
            <a:solidFill>
              <a:srgbClr val="4D4D4D"/>
            </a:solidFill>
            <a:tailEnd type="arrow"/>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2572642" y="4548014"/>
            <a:ext cx="335162" cy="369332"/>
          </a:xfrm>
          <a:prstGeom prst="rect">
            <a:avLst/>
          </a:prstGeom>
          <a:noFill/>
        </p:spPr>
        <p:txBody>
          <a:bodyPr wrap="square" rtlCol="0">
            <a:spAutoFit/>
          </a:bodyPr>
          <a:lstStyle/>
          <a:p>
            <a:r>
              <a:rPr lang="zh-CN" altLang="en-US" dirty="0" smtClean="0">
                <a:solidFill>
                  <a:srgbClr val="111111"/>
                </a:solidFill>
                <a:sym typeface="Wingdings"/>
              </a:rPr>
              <a:t></a:t>
            </a:r>
            <a:endParaRPr lang="zh-CN" altLang="en-US" dirty="0">
              <a:solidFill>
                <a:srgbClr val="111111"/>
              </a:solidFill>
            </a:endParaRPr>
          </a:p>
        </p:txBody>
      </p:sp>
      <p:sp>
        <p:nvSpPr>
          <p:cNvPr id="63" name="TextBox 62"/>
          <p:cNvSpPr txBox="1"/>
          <p:nvPr/>
        </p:nvSpPr>
        <p:spPr>
          <a:xfrm>
            <a:off x="6110909" y="4500622"/>
            <a:ext cx="335162" cy="369332"/>
          </a:xfrm>
          <a:prstGeom prst="rect">
            <a:avLst/>
          </a:prstGeom>
          <a:noFill/>
        </p:spPr>
        <p:txBody>
          <a:bodyPr wrap="square" rtlCol="0">
            <a:spAutoFit/>
          </a:bodyPr>
          <a:lstStyle/>
          <a:p>
            <a:r>
              <a:rPr lang="zh-CN" altLang="en-US" dirty="0" smtClean="0">
                <a:solidFill>
                  <a:srgbClr val="111111"/>
                </a:solidFill>
                <a:sym typeface="Wingdings"/>
              </a:rPr>
              <a:t></a:t>
            </a:r>
            <a:endParaRPr lang="zh-CN" altLang="en-US" dirty="0">
              <a:solidFill>
                <a:srgbClr val="111111"/>
              </a:solidFill>
            </a:endParaRPr>
          </a:p>
        </p:txBody>
      </p:sp>
      <p:sp>
        <p:nvSpPr>
          <p:cNvPr id="66" name="TextBox 65"/>
          <p:cNvSpPr txBox="1"/>
          <p:nvPr/>
        </p:nvSpPr>
        <p:spPr>
          <a:xfrm>
            <a:off x="8399462" y="5085978"/>
            <a:ext cx="335162" cy="369332"/>
          </a:xfrm>
          <a:prstGeom prst="rect">
            <a:avLst/>
          </a:prstGeom>
          <a:noFill/>
        </p:spPr>
        <p:txBody>
          <a:bodyPr wrap="square" rtlCol="0">
            <a:spAutoFit/>
          </a:bodyPr>
          <a:lstStyle/>
          <a:p>
            <a:r>
              <a:rPr lang="zh-CN" altLang="en-US" dirty="0">
                <a:solidFill>
                  <a:srgbClr val="111111"/>
                </a:solidFill>
                <a:sym typeface="Wingdings"/>
              </a:rPr>
              <a:t></a:t>
            </a:r>
            <a:endParaRPr lang="zh-CN" altLang="en-US" dirty="0">
              <a:solidFill>
                <a:srgbClr val="111111"/>
              </a:solidFill>
            </a:endParaRPr>
          </a:p>
        </p:txBody>
      </p:sp>
      <p:sp>
        <p:nvSpPr>
          <p:cNvPr id="69" name="TextBox 68"/>
          <p:cNvSpPr txBox="1"/>
          <p:nvPr/>
        </p:nvSpPr>
        <p:spPr>
          <a:xfrm>
            <a:off x="6095206" y="5724758"/>
            <a:ext cx="335162" cy="369332"/>
          </a:xfrm>
          <a:prstGeom prst="rect">
            <a:avLst/>
          </a:prstGeom>
          <a:noFill/>
        </p:spPr>
        <p:txBody>
          <a:bodyPr wrap="square" rtlCol="0">
            <a:spAutoFit/>
          </a:bodyPr>
          <a:lstStyle/>
          <a:p>
            <a:r>
              <a:rPr lang="zh-CN" altLang="en-US" dirty="0" smtClean="0">
                <a:solidFill>
                  <a:srgbClr val="111111"/>
                </a:solidFill>
                <a:sym typeface="Wingdings"/>
              </a:rPr>
              <a:t></a:t>
            </a:r>
            <a:endParaRPr lang="zh-CN" altLang="en-US" dirty="0">
              <a:solidFill>
                <a:srgbClr val="111111"/>
              </a:solidFill>
            </a:endParaRPr>
          </a:p>
        </p:txBody>
      </p:sp>
      <p:sp>
        <p:nvSpPr>
          <p:cNvPr id="72" name="TextBox 71"/>
          <p:cNvSpPr txBox="1"/>
          <p:nvPr/>
        </p:nvSpPr>
        <p:spPr>
          <a:xfrm>
            <a:off x="3790950" y="5148694"/>
            <a:ext cx="335162" cy="369332"/>
          </a:xfrm>
          <a:prstGeom prst="rect">
            <a:avLst/>
          </a:prstGeom>
          <a:noFill/>
        </p:spPr>
        <p:txBody>
          <a:bodyPr wrap="square" rtlCol="0">
            <a:spAutoFit/>
          </a:bodyPr>
          <a:lstStyle/>
          <a:p>
            <a:r>
              <a:rPr lang="zh-CN" altLang="en-US" dirty="0" smtClean="0">
                <a:solidFill>
                  <a:srgbClr val="111111"/>
                </a:solidFill>
                <a:sym typeface="Wingdings"/>
              </a:rPr>
              <a:t></a:t>
            </a:r>
            <a:endParaRPr lang="zh-CN" altLang="en-US" dirty="0">
              <a:solidFill>
                <a:srgbClr val="111111"/>
              </a:solidFill>
            </a:endParaRPr>
          </a:p>
        </p:txBody>
      </p:sp>
    </p:spTree>
  </p:cSld>
  <p:clrMapOvr>
    <a:masterClrMapping/>
  </p:clrMapOvr>
  <p:transition>
    <p:fade/>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7763" name="Rectangle 2"/>
          <p:cNvSpPr>
            <a:spLocks noGrp="1" noChangeArrowheads="1"/>
          </p:cNvSpPr>
          <p:nvPr>
            <p:ph idx="1"/>
          </p:nvPr>
        </p:nvSpPr>
        <p:spPr/>
        <p:txBody>
          <a:bodyPr/>
          <a:lstStyle/>
          <a:p>
            <a:r>
              <a:rPr lang="zh-CN" altLang="en-US" sz="3200" b="1" kern="1200" dirty="0" smtClean="0">
                <a:solidFill>
                  <a:srgbClr val="4D4D4D"/>
                </a:solidFill>
              </a:rPr>
              <a:t>为了解决这种兜圈子的问题，</a:t>
            </a:r>
            <a:r>
              <a:rPr lang="en-US" altLang="zh-CN" sz="3200" b="1" kern="1200" dirty="0" smtClean="0">
                <a:solidFill>
                  <a:srgbClr val="4D4D4D"/>
                </a:solidFill>
              </a:rPr>
              <a:t>IEEE </a:t>
            </a:r>
            <a:r>
              <a:rPr lang="zh-CN" altLang="en-US" sz="3200" b="1" kern="1200" dirty="0" smtClean="0">
                <a:solidFill>
                  <a:srgbClr val="4D4D4D"/>
                </a:solidFill>
              </a:rPr>
              <a:t>的 </a:t>
            </a:r>
            <a:r>
              <a:rPr lang="en-US" altLang="zh-CN" sz="3200" b="1" kern="1200" dirty="0" smtClean="0">
                <a:solidFill>
                  <a:srgbClr val="4D4D4D"/>
                </a:solidFill>
              </a:rPr>
              <a:t>802.1D </a:t>
            </a:r>
            <a:r>
              <a:rPr lang="zh-CN" altLang="en-US" sz="3200" b="1" kern="1200" dirty="0" smtClean="0">
                <a:solidFill>
                  <a:srgbClr val="4D4D4D"/>
                </a:solidFill>
              </a:rPr>
              <a:t>标准制定了一个</a:t>
            </a:r>
            <a:r>
              <a:rPr lang="zh-CN" altLang="en-US" sz="3200" b="1" kern="1200" dirty="0" smtClean="0">
                <a:solidFill>
                  <a:srgbClr val="C00000"/>
                </a:solidFill>
              </a:rPr>
              <a:t>生成树协议 </a:t>
            </a:r>
            <a:r>
              <a:rPr lang="en-US" altLang="zh-CN" sz="3200" b="1" kern="1200" dirty="0" smtClean="0">
                <a:solidFill>
                  <a:srgbClr val="4D4D4D"/>
                </a:solidFill>
              </a:rPr>
              <a:t>STP</a:t>
            </a:r>
            <a:r>
              <a:rPr lang="en-US" altLang="zh-CN" b="1" kern="1200" dirty="0" smtClean="0"/>
              <a:t>(Spanning Tree Protocol)</a:t>
            </a:r>
            <a:r>
              <a:rPr lang="zh-CN" altLang="zh-CN" sz="3200" b="1" kern="1200" dirty="0" smtClean="0">
                <a:solidFill>
                  <a:srgbClr val="4D4D4D"/>
                </a:solidFill>
              </a:rPr>
              <a:t>。</a:t>
            </a:r>
            <a:endParaRPr lang="en-US" altLang="zh-CN" sz="3200" b="1" kern="1200" dirty="0" smtClean="0">
              <a:solidFill>
                <a:srgbClr val="4D4D4D"/>
              </a:solidFill>
            </a:endParaRPr>
          </a:p>
          <a:p>
            <a:r>
              <a:rPr lang="en-US" altLang="zh-CN" b="1" kern="1200" dirty="0" smtClean="0"/>
              <a:t>STP </a:t>
            </a:r>
            <a:r>
              <a:rPr lang="zh-CN" altLang="en-US" b="1" kern="1200" dirty="0" smtClean="0"/>
              <a:t>不改变网络的实际拓扑结构，但在逻辑上则切断某些链路以消除网络中的环路，使网络在逻辑上变成树状拓扑，从而消除了兜圈子的现象。一旦出现单点故障，</a:t>
            </a:r>
            <a:r>
              <a:rPr lang="en-US" altLang="zh-CN" b="1" kern="1200" dirty="0" smtClean="0"/>
              <a:t>STP </a:t>
            </a:r>
            <a:r>
              <a:rPr lang="zh-CN" altLang="en-US" b="1" kern="1200" dirty="0" smtClean="0"/>
              <a:t>会检测到网络拓扑结构的变化，此时 </a:t>
            </a:r>
            <a:r>
              <a:rPr lang="en-US" altLang="zh-CN" b="1" kern="1200" dirty="0" smtClean="0"/>
              <a:t>STP </a:t>
            </a:r>
            <a:r>
              <a:rPr lang="zh-CN" altLang="en-US" b="1" kern="1200" dirty="0" smtClean="0"/>
              <a:t>会恢复冗余的链路并重新生成一个无环路的树状结构。</a:t>
            </a:r>
            <a:endParaRPr lang="zh-CN" altLang="en-US" sz="3200" b="1" kern="1200" dirty="0">
              <a:solidFill>
                <a:srgbClr val="4D4D4D"/>
              </a:solidFill>
            </a:endParaRPr>
          </a:p>
        </p:txBody>
      </p:sp>
      <p:sp>
        <p:nvSpPr>
          <p:cNvPr id="117762" name="Rectangle 3"/>
          <p:cNvSpPr>
            <a:spLocks noGrp="1" noChangeArrowheads="1"/>
          </p:cNvSpPr>
          <p:nvPr>
            <p:ph type="title"/>
          </p:nvPr>
        </p:nvSpPr>
        <p:spPr/>
        <p:txBody>
          <a:bodyPr/>
          <a:lstStyle/>
          <a:p>
            <a:r>
              <a:rPr lang="en-US" altLang="zh-CN" dirty="0"/>
              <a:t>3.4.2 </a:t>
            </a:r>
            <a:r>
              <a:rPr lang="zh-CN" altLang="en-US" dirty="0"/>
              <a:t>在数据链路层扩展以太网 </a:t>
            </a:r>
            <a:endParaRPr lang="zh-CN" altLang="en-US" sz="4000" dirty="0">
              <a:solidFill>
                <a:srgbClr val="FFFFFF"/>
              </a:solidFill>
            </a:endParaRPr>
          </a:p>
        </p:txBody>
      </p:sp>
    </p:spTree>
    <p:extLst>
      <p:ext uri="{BB962C8B-B14F-4D97-AF65-F5344CB8AC3E}">
        <p14:creationId xmlns:p14="http://schemas.microsoft.com/office/powerpoint/2010/main" val="1178520132"/>
      </p:ext>
    </p:extLst>
  </p:cSld>
  <p:clrMapOvr>
    <a:masterClrMapping/>
  </p:clrMapOvr>
  <p:transition>
    <p:fade/>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内容占位符 2"/>
          <p:cNvSpPr>
            <a:spLocks noGrp="1" noChangeArrowheads="1"/>
          </p:cNvSpPr>
          <p:nvPr>
            <p:ph idx="1"/>
          </p:nvPr>
        </p:nvSpPr>
        <p:spPr/>
        <p:txBody>
          <a:bodyPr/>
          <a:lstStyle/>
          <a:p>
            <a:r>
              <a:rPr lang="zh-CN" altLang="en-US" sz="3200" b="1" kern="1200" dirty="0">
                <a:solidFill>
                  <a:srgbClr val="4D4D4D"/>
                </a:solidFill>
              </a:rPr>
              <a:t>实验</a:t>
            </a:r>
            <a:r>
              <a:rPr lang="en-US" altLang="zh-CN" sz="3200" b="1" kern="1200" dirty="0">
                <a:solidFill>
                  <a:srgbClr val="4D4D4D"/>
                </a:solidFill>
              </a:rPr>
              <a:t>3-1</a:t>
            </a:r>
            <a:r>
              <a:rPr lang="zh-CN" altLang="en-US" sz="3200" b="1" kern="1200" dirty="0">
                <a:solidFill>
                  <a:srgbClr val="4D4D4D"/>
                </a:solidFill>
              </a:rPr>
              <a:t>：</a:t>
            </a:r>
            <a:r>
              <a:rPr lang="en-US" altLang="zh-CN" sz="3200" b="1" kern="1200" dirty="0" smtClean="0">
                <a:solidFill>
                  <a:srgbClr val="4D4D4D"/>
                </a:solidFill>
              </a:rPr>
              <a:t>Packet Tracer </a:t>
            </a:r>
            <a:r>
              <a:rPr lang="zh-CN" altLang="en-US" sz="3200" b="1" kern="1200" dirty="0" smtClean="0">
                <a:solidFill>
                  <a:srgbClr val="4D4D4D"/>
                </a:solidFill>
              </a:rPr>
              <a:t>的</a:t>
            </a:r>
            <a:r>
              <a:rPr lang="zh-CN" altLang="en-US" sz="3200" b="1" kern="1200" dirty="0">
                <a:solidFill>
                  <a:srgbClr val="4D4D4D"/>
                </a:solidFill>
              </a:rPr>
              <a:t>使用</a:t>
            </a:r>
            <a:r>
              <a:rPr lang="zh-CN" altLang="en-US" sz="3200" b="1" kern="1200" dirty="0" smtClean="0">
                <a:solidFill>
                  <a:srgbClr val="4D4D4D"/>
                </a:solidFill>
              </a:rPr>
              <a:t>及基本</a:t>
            </a:r>
            <a:r>
              <a:rPr lang="zh-CN" altLang="en-US" sz="3200" b="1" kern="1200" dirty="0">
                <a:solidFill>
                  <a:srgbClr val="4D4D4D"/>
                </a:solidFill>
              </a:rPr>
              <a:t>命令</a:t>
            </a:r>
            <a:endParaRPr lang="en-US" altLang="zh-CN" sz="3200" b="1" kern="1200" dirty="0">
              <a:solidFill>
                <a:srgbClr val="4D4D4D"/>
              </a:solidFill>
            </a:endParaRPr>
          </a:p>
          <a:p>
            <a:r>
              <a:rPr lang="zh-CN" altLang="en-US" sz="3200" b="1" kern="1200" dirty="0">
                <a:solidFill>
                  <a:srgbClr val="4D4D4D"/>
                </a:solidFill>
              </a:rPr>
              <a:t>实验</a:t>
            </a:r>
            <a:r>
              <a:rPr lang="en-US" altLang="zh-CN" sz="3200" b="1" kern="1200" dirty="0">
                <a:solidFill>
                  <a:srgbClr val="4D4D4D"/>
                </a:solidFill>
              </a:rPr>
              <a:t>3-2</a:t>
            </a:r>
            <a:r>
              <a:rPr lang="zh-CN" altLang="en-US" sz="3200" b="1" kern="1200" dirty="0">
                <a:solidFill>
                  <a:srgbClr val="4D4D4D"/>
                </a:solidFill>
              </a:rPr>
              <a:t>：局域网连接</a:t>
            </a:r>
            <a:endParaRPr lang="en-US" altLang="zh-CN" sz="3200" b="1" kern="1200" dirty="0">
              <a:solidFill>
                <a:srgbClr val="4D4D4D"/>
              </a:solidFill>
            </a:endParaRPr>
          </a:p>
          <a:p>
            <a:r>
              <a:rPr lang="zh-CN" altLang="en-US" sz="3200" b="1" kern="1200" dirty="0">
                <a:solidFill>
                  <a:srgbClr val="4D4D4D"/>
                </a:solidFill>
              </a:rPr>
              <a:t>实验</a:t>
            </a:r>
            <a:r>
              <a:rPr lang="en-US" altLang="zh-CN" sz="3200" b="1" kern="1200" dirty="0">
                <a:solidFill>
                  <a:srgbClr val="4D4D4D"/>
                </a:solidFill>
              </a:rPr>
              <a:t>3-3</a:t>
            </a:r>
            <a:r>
              <a:rPr lang="zh-CN" altLang="en-US" sz="3200" b="1" kern="1200" dirty="0">
                <a:solidFill>
                  <a:srgbClr val="4D4D4D"/>
                </a:solidFill>
              </a:rPr>
              <a:t>：查看交换机</a:t>
            </a:r>
            <a:r>
              <a:rPr lang="zh-CN" altLang="en-US" sz="3200" b="1" kern="1200" dirty="0" smtClean="0">
                <a:solidFill>
                  <a:srgbClr val="4D4D4D"/>
                </a:solidFill>
              </a:rPr>
              <a:t>的 </a:t>
            </a:r>
            <a:r>
              <a:rPr lang="en-US" altLang="zh-CN" sz="3200" b="1" kern="1200" dirty="0" smtClean="0">
                <a:solidFill>
                  <a:srgbClr val="4D4D4D"/>
                </a:solidFill>
              </a:rPr>
              <a:t>MAC </a:t>
            </a:r>
            <a:r>
              <a:rPr lang="zh-CN" altLang="en-US" sz="3200" b="1" kern="1200" dirty="0" smtClean="0">
                <a:solidFill>
                  <a:srgbClr val="4D4D4D"/>
                </a:solidFill>
              </a:rPr>
              <a:t>地址</a:t>
            </a:r>
            <a:r>
              <a:rPr lang="zh-CN" altLang="en-US" sz="3200" b="1" kern="1200" dirty="0">
                <a:solidFill>
                  <a:srgbClr val="4D4D4D"/>
                </a:solidFill>
              </a:rPr>
              <a:t>表</a:t>
            </a:r>
            <a:endParaRPr lang="en-US" altLang="zh-CN" sz="3200" b="1" kern="1200" dirty="0">
              <a:solidFill>
                <a:srgbClr val="4D4D4D"/>
              </a:solidFill>
            </a:endParaRPr>
          </a:p>
          <a:p>
            <a:endParaRPr lang="zh-CN" altLang="en-US" b="1" dirty="0"/>
          </a:p>
        </p:txBody>
      </p:sp>
      <p:sp>
        <p:nvSpPr>
          <p:cNvPr id="121858" name="标题 1"/>
          <p:cNvSpPr>
            <a:spLocks noGrp="1" noChangeArrowheads="1"/>
          </p:cNvSpPr>
          <p:nvPr>
            <p:ph type="title"/>
          </p:nvPr>
        </p:nvSpPr>
        <p:spPr/>
        <p:txBody>
          <a:bodyPr/>
          <a:lstStyle/>
          <a:p>
            <a:r>
              <a:rPr lang="zh-CN" altLang="en-US" sz="4000" dirty="0">
                <a:solidFill>
                  <a:srgbClr val="FFFFFF"/>
                </a:solidFill>
              </a:rPr>
              <a:t>动手实验</a:t>
            </a:r>
          </a:p>
        </p:txBody>
      </p:sp>
    </p:spTree>
  </p:cSld>
  <p:clrMapOvr>
    <a:masterClrMapping/>
  </p:clrMapOvr>
  <p:transition>
    <p:fade/>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883" name="Rectangle 3"/>
          <p:cNvSpPr>
            <a:spLocks noGrp="1" noChangeArrowheads="1"/>
          </p:cNvSpPr>
          <p:nvPr>
            <p:ph idx="1"/>
          </p:nvPr>
        </p:nvSpPr>
        <p:spPr/>
        <p:txBody>
          <a:bodyPr/>
          <a:lstStyle/>
          <a:p>
            <a:r>
              <a:rPr lang="zh-CN" altLang="en-US" sz="3000" b="1" kern="1200" dirty="0" smtClean="0"/>
              <a:t>一个以太</a:t>
            </a:r>
            <a:r>
              <a:rPr lang="zh-CN" altLang="en-US" sz="3000" b="1" kern="1200" dirty="0" smtClean="0">
                <a:solidFill>
                  <a:srgbClr val="4D4D4D"/>
                </a:solidFill>
              </a:rPr>
              <a:t>网是一个</a:t>
            </a:r>
            <a:r>
              <a:rPr lang="zh-CN" altLang="en-US" sz="3000" b="1" kern="1200" dirty="0" smtClean="0">
                <a:solidFill>
                  <a:srgbClr val="C00000"/>
                </a:solidFill>
              </a:rPr>
              <a:t>广播域</a:t>
            </a:r>
            <a:r>
              <a:rPr lang="zh-CN" altLang="en-US" sz="3000" b="1" kern="1200" dirty="0"/>
              <a:t>，</a:t>
            </a:r>
            <a:r>
              <a:rPr lang="zh-CN" altLang="en-US" sz="3000" b="1" kern="1200" dirty="0" smtClean="0"/>
              <a:t>即以太网中</a:t>
            </a:r>
            <a:r>
              <a:rPr lang="zh-CN" altLang="en-US" sz="3000" b="1" kern="1200" dirty="0"/>
              <a:t>任何一台设备发出的</a:t>
            </a:r>
            <a:r>
              <a:rPr lang="zh-CN" altLang="en-US" sz="3000" b="1" kern="1200" dirty="0" smtClean="0"/>
              <a:t>广播帧都</a:t>
            </a:r>
            <a:r>
              <a:rPr lang="zh-CN" altLang="en-US" sz="3000" b="1" kern="1200" dirty="0"/>
              <a:t>能被</a:t>
            </a:r>
            <a:r>
              <a:rPr lang="zh-CN" altLang="en-US" sz="3000" b="1" kern="1200" dirty="0" smtClean="0"/>
              <a:t>该网络</a:t>
            </a:r>
            <a:r>
              <a:rPr lang="zh-CN" altLang="en-US" sz="3000" b="1" kern="1200" dirty="0"/>
              <a:t>中的所有其他设备所接收</a:t>
            </a:r>
            <a:r>
              <a:rPr lang="zh-CN" altLang="en-US" sz="3000" b="1" kern="1200" dirty="0" smtClean="0"/>
              <a:t>。</a:t>
            </a:r>
            <a:endParaRPr lang="en-US" altLang="zh-CN" sz="3000" b="1" kern="1200" dirty="0" smtClean="0"/>
          </a:p>
          <a:p>
            <a:r>
              <a:rPr lang="zh-CN" altLang="en-US" sz="3000" b="1" kern="1200" dirty="0"/>
              <a:t>一</a:t>
            </a:r>
            <a:r>
              <a:rPr lang="zh-CN" altLang="en-US" sz="3000" b="1" kern="1200" dirty="0" smtClean="0"/>
              <a:t>个单位的以太网往往为几个部门所共享，但有些部门的信息是需要保密的（例如财务、人事），许多部门共享一个局域网对信息安全不利。</a:t>
            </a:r>
            <a:endParaRPr lang="zh-CN" altLang="en-US" sz="3000" b="1" kern="1200" dirty="0" smtClean="0">
              <a:solidFill>
                <a:srgbClr val="4D4D4D"/>
              </a:solidFill>
            </a:endParaRPr>
          </a:p>
          <a:p>
            <a:r>
              <a:rPr lang="zh-CN" altLang="en-US" sz="3000" b="1" kern="1200" dirty="0"/>
              <a:t>利用以太网交换机可以很</a:t>
            </a:r>
            <a:r>
              <a:rPr lang="zh-CN" altLang="en-US" sz="3000" b="1" kern="1200" dirty="0" smtClean="0"/>
              <a:t>方便、灵活地建立</a:t>
            </a:r>
            <a:r>
              <a:rPr lang="zh-CN" altLang="en-US" sz="3000" b="1" kern="1200" dirty="0" smtClean="0">
                <a:solidFill>
                  <a:srgbClr val="C00000"/>
                </a:solidFill>
              </a:rPr>
              <a:t>虚拟</a:t>
            </a:r>
            <a:r>
              <a:rPr lang="zh-CN" altLang="en-US" sz="3000" b="1" kern="1200" dirty="0">
                <a:solidFill>
                  <a:srgbClr val="C00000"/>
                </a:solidFill>
              </a:rPr>
              <a:t>局域网 </a:t>
            </a:r>
            <a:r>
              <a:rPr lang="en-US" altLang="zh-CN" sz="3000" b="1" kern="1200" dirty="0">
                <a:solidFill>
                  <a:srgbClr val="C00000"/>
                </a:solidFill>
              </a:rPr>
              <a:t>VLAN</a:t>
            </a:r>
            <a:r>
              <a:rPr lang="en-US" altLang="zh-CN" sz="3000" b="1" kern="1200" dirty="0"/>
              <a:t> (Virtual LAN</a:t>
            </a:r>
            <a:r>
              <a:rPr lang="en-US" altLang="zh-CN" sz="3000" b="1" kern="1200" dirty="0" smtClean="0"/>
              <a:t>)</a:t>
            </a:r>
            <a:r>
              <a:rPr lang="zh-CN" altLang="en-US" sz="3000" b="1" kern="1200" dirty="0" smtClean="0"/>
              <a:t>，从而把一个较大的局域网，分割成一些较小的局域网。</a:t>
            </a:r>
            <a:endParaRPr lang="zh-CN" altLang="en-US" sz="3000" b="1" kern="1200" dirty="0"/>
          </a:p>
        </p:txBody>
      </p:sp>
      <p:sp>
        <p:nvSpPr>
          <p:cNvPr id="122882" name="Rectangle 2"/>
          <p:cNvSpPr>
            <a:spLocks noGrp="1" noChangeArrowheads="1"/>
          </p:cNvSpPr>
          <p:nvPr>
            <p:ph type="title"/>
          </p:nvPr>
        </p:nvSpPr>
        <p:spPr/>
        <p:txBody>
          <a:bodyPr/>
          <a:lstStyle/>
          <a:p>
            <a:r>
              <a:rPr lang="en-US" altLang="zh-CN" sz="4000" dirty="0" smtClean="0">
                <a:solidFill>
                  <a:srgbClr val="FFFFFF"/>
                </a:solidFill>
              </a:rPr>
              <a:t>3.4.3 </a:t>
            </a:r>
            <a:r>
              <a:rPr lang="zh-CN" altLang="en-US" sz="4000" dirty="0" smtClean="0">
                <a:solidFill>
                  <a:srgbClr val="FFFFFF"/>
                </a:solidFill>
              </a:rPr>
              <a:t>虚拟</a:t>
            </a:r>
            <a:r>
              <a:rPr lang="zh-CN" altLang="en-US" sz="4000" dirty="0">
                <a:solidFill>
                  <a:srgbClr val="FFFFFF"/>
                </a:solidFill>
              </a:rPr>
              <a:t>局域网</a:t>
            </a:r>
          </a:p>
        </p:txBody>
      </p:sp>
    </p:spTree>
  </p:cSld>
  <p:clrMapOvr>
    <a:masterClrMapping/>
  </p:clrMapOvr>
  <p:transition>
    <p:fade/>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883" name="Rectangle 3"/>
          <p:cNvSpPr>
            <a:spLocks noGrp="1" noChangeArrowheads="1"/>
          </p:cNvSpPr>
          <p:nvPr>
            <p:ph idx="1"/>
          </p:nvPr>
        </p:nvSpPr>
        <p:spPr/>
        <p:txBody>
          <a:bodyPr/>
          <a:lstStyle/>
          <a:p>
            <a:r>
              <a:rPr lang="zh-CN" altLang="en-US" b="1" kern="1200" dirty="0"/>
              <a:t>使用虚拟</a:t>
            </a:r>
            <a:r>
              <a:rPr lang="zh-CN" altLang="en-US" b="1" kern="1200" dirty="0" smtClean="0"/>
              <a:t>局域网不但可使广播域范围缩小，还能提高整个局域网的安全性。</a:t>
            </a:r>
            <a:endParaRPr lang="zh-CN" altLang="en-US" sz="3200" b="1" kern="1200" dirty="0" smtClean="0">
              <a:solidFill>
                <a:srgbClr val="4D4D4D"/>
              </a:solidFill>
            </a:endParaRPr>
          </a:p>
          <a:p>
            <a:r>
              <a:rPr lang="zh-CN" altLang="en-US" sz="3200" b="1" kern="1200" dirty="0" smtClean="0">
                <a:solidFill>
                  <a:srgbClr val="4D4D4D"/>
                </a:solidFill>
              </a:rPr>
              <a:t>虚拟局域网</a:t>
            </a:r>
            <a:r>
              <a:rPr lang="zh-CN" altLang="en-US" sz="3200" b="1" kern="1200" dirty="0">
                <a:solidFill>
                  <a:srgbClr val="4D4D4D"/>
                </a:solidFill>
              </a:rPr>
              <a:t>其实只是局域网给用户提供的一种</a:t>
            </a:r>
            <a:r>
              <a:rPr lang="zh-CN" altLang="en-US" sz="3200" b="1" kern="1200" dirty="0" smtClean="0">
                <a:solidFill>
                  <a:srgbClr val="C00000"/>
                </a:solidFill>
              </a:rPr>
              <a:t>服务</a:t>
            </a:r>
            <a:r>
              <a:rPr lang="zh-CN" altLang="en-US" sz="3200" b="1" kern="1200" dirty="0" smtClean="0">
                <a:solidFill>
                  <a:srgbClr val="4D4D4D"/>
                </a:solidFill>
              </a:rPr>
              <a:t>（或</a:t>
            </a:r>
            <a:r>
              <a:rPr lang="zh-CN" altLang="en-US" sz="3200" b="1" kern="1200" dirty="0" smtClean="0">
                <a:solidFill>
                  <a:srgbClr val="C00000"/>
                </a:solidFill>
              </a:rPr>
              <a:t>功能</a:t>
            </a:r>
            <a:r>
              <a:rPr lang="zh-CN" altLang="en-US" sz="3200" b="1" kern="1200" dirty="0" smtClean="0">
                <a:solidFill>
                  <a:srgbClr val="4D4D4D"/>
                </a:solidFill>
              </a:rPr>
              <a:t>），</a:t>
            </a:r>
            <a:r>
              <a:rPr lang="zh-CN" altLang="en-US" sz="3200" b="1" kern="1200" dirty="0">
                <a:solidFill>
                  <a:srgbClr val="4D4D4D"/>
                </a:solidFill>
              </a:rPr>
              <a:t>而并不是一种新型局域网。</a:t>
            </a:r>
          </a:p>
        </p:txBody>
      </p:sp>
      <p:sp>
        <p:nvSpPr>
          <p:cNvPr id="122882" name="Rectangle 2"/>
          <p:cNvSpPr>
            <a:spLocks noGrp="1" noChangeArrowheads="1"/>
          </p:cNvSpPr>
          <p:nvPr>
            <p:ph type="title"/>
          </p:nvPr>
        </p:nvSpPr>
        <p:spPr/>
        <p:txBody>
          <a:bodyPr/>
          <a:lstStyle/>
          <a:p>
            <a:r>
              <a:rPr lang="en-US" altLang="zh-CN" sz="4000" dirty="0" smtClean="0">
                <a:solidFill>
                  <a:srgbClr val="FFFFFF"/>
                </a:solidFill>
              </a:rPr>
              <a:t>3.4.3 </a:t>
            </a:r>
            <a:r>
              <a:rPr lang="zh-CN" altLang="en-US" sz="4000" dirty="0" smtClean="0">
                <a:solidFill>
                  <a:srgbClr val="FFFFFF"/>
                </a:solidFill>
              </a:rPr>
              <a:t>虚拟</a:t>
            </a:r>
            <a:r>
              <a:rPr lang="zh-CN" altLang="en-US" sz="4000" dirty="0">
                <a:solidFill>
                  <a:srgbClr val="FFFFFF"/>
                </a:solidFill>
              </a:rPr>
              <a:t>局域网</a:t>
            </a:r>
          </a:p>
        </p:txBody>
      </p:sp>
    </p:spTree>
    <p:extLst>
      <p:ext uri="{BB962C8B-B14F-4D97-AF65-F5344CB8AC3E}">
        <p14:creationId xmlns:p14="http://schemas.microsoft.com/office/powerpoint/2010/main" val="778445072"/>
      </p:ext>
    </p:extLst>
  </p:cSld>
  <p:clrMapOvr>
    <a:masterClrMapping/>
  </p:clrMapOvr>
  <p:transition>
    <p:fade/>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3" name="直接连接符 2"/>
          <p:cNvCxnSpPr/>
          <p:nvPr/>
        </p:nvCxnSpPr>
        <p:spPr>
          <a:xfrm>
            <a:off x="2219512" y="4144198"/>
            <a:ext cx="8988262" cy="0"/>
          </a:xfrm>
          <a:prstGeom prst="line">
            <a:avLst/>
          </a:prstGeom>
          <a:ln w="19050">
            <a:solidFill>
              <a:srgbClr val="11111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32099" name="Rectangle 3"/>
          <p:cNvSpPr>
            <a:spLocks noGrp="1" noChangeArrowheads="1"/>
          </p:cNvSpPr>
          <p:nvPr>
            <p:ph idx="1"/>
          </p:nvPr>
        </p:nvSpPr>
        <p:spPr/>
        <p:txBody>
          <a:bodyPr/>
          <a:lstStyle/>
          <a:p>
            <a:r>
              <a:rPr lang="zh-CN" altLang="en-US" sz="3200" b="1" kern="1200" dirty="0">
                <a:solidFill>
                  <a:srgbClr val="4D4D4D"/>
                </a:solidFill>
              </a:rPr>
              <a:t>虚拟局域网协议允许在以太网的帧格式中插入一个 </a:t>
            </a:r>
            <a:r>
              <a:rPr lang="en-US" altLang="zh-CN" sz="3200" b="1" kern="1200" dirty="0">
                <a:solidFill>
                  <a:srgbClr val="4D4D4D"/>
                </a:solidFill>
              </a:rPr>
              <a:t>4 </a:t>
            </a:r>
            <a:r>
              <a:rPr lang="zh-CN" altLang="en-US" sz="3200" b="1" kern="1200" dirty="0">
                <a:solidFill>
                  <a:srgbClr val="4D4D4D"/>
                </a:solidFill>
              </a:rPr>
              <a:t>字节的标识符，称为 </a:t>
            </a:r>
            <a:r>
              <a:rPr lang="en-US" altLang="zh-CN" sz="3200" b="1" kern="1200" dirty="0">
                <a:solidFill>
                  <a:srgbClr val="C00000"/>
                </a:solidFill>
              </a:rPr>
              <a:t>VLAN </a:t>
            </a:r>
            <a:r>
              <a:rPr lang="zh-CN" altLang="en-US" sz="3200" b="1" kern="1200" dirty="0" smtClean="0">
                <a:solidFill>
                  <a:srgbClr val="C00000"/>
                </a:solidFill>
              </a:rPr>
              <a:t>标签</a:t>
            </a:r>
            <a:r>
              <a:rPr lang="en-US" altLang="zh-CN" sz="3200" b="1" kern="1200" dirty="0" smtClean="0">
                <a:solidFill>
                  <a:srgbClr val="4D4D4D"/>
                </a:solidFill>
              </a:rPr>
              <a:t>(</a:t>
            </a:r>
            <a:r>
              <a:rPr lang="en-US" altLang="zh-CN" sz="3200" b="1" kern="1200" dirty="0">
                <a:solidFill>
                  <a:srgbClr val="4D4D4D"/>
                </a:solidFill>
              </a:rPr>
              <a:t>tag)</a:t>
            </a:r>
            <a:r>
              <a:rPr lang="zh-CN" altLang="en-US" sz="3200" b="1" kern="1200" dirty="0">
                <a:solidFill>
                  <a:srgbClr val="4D4D4D"/>
                </a:solidFill>
              </a:rPr>
              <a:t>，用来指明发送该帧</a:t>
            </a:r>
            <a:r>
              <a:rPr lang="zh-CN" altLang="en-US" sz="3200" b="1" kern="1200" dirty="0" smtClean="0">
                <a:solidFill>
                  <a:srgbClr val="4D4D4D"/>
                </a:solidFill>
              </a:rPr>
              <a:t>的计算机属于</a:t>
            </a:r>
            <a:r>
              <a:rPr lang="zh-CN" altLang="en-US" sz="3200" b="1" kern="1200" dirty="0">
                <a:solidFill>
                  <a:srgbClr val="4D4D4D"/>
                </a:solidFill>
              </a:rPr>
              <a:t>哪一个虚拟局域网。 </a:t>
            </a:r>
          </a:p>
          <a:p>
            <a:endParaRPr lang="zh-CN" altLang="en-US" b="1" dirty="0"/>
          </a:p>
        </p:txBody>
      </p:sp>
      <p:sp>
        <p:nvSpPr>
          <p:cNvPr id="132098" name="Rectangle 2"/>
          <p:cNvSpPr>
            <a:spLocks noGrp="1" noChangeArrowheads="1"/>
          </p:cNvSpPr>
          <p:nvPr>
            <p:ph type="title"/>
          </p:nvPr>
        </p:nvSpPr>
        <p:spPr/>
        <p:txBody>
          <a:bodyPr/>
          <a:lstStyle/>
          <a:p>
            <a:r>
              <a:rPr lang="en-US" altLang="zh-CN" sz="4000" dirty="0" smtClean="0">
                <a:solidFill>
                  <a:srgbClr val="FFFFFF"/>
                </a:solidFill>
              </a:rPr>
              <a:t>3.4.3 </a:t>
            </a:r>
            <a:r>
              <a:rPr lang="zh-CN" altLang="en-US" sz="4000" dirty="0" smtClean="0">
                <a:solidFill>
                  <a:srgbClr val="FFFFFF"/>
                </a:solidFill>
              </a:rPr>
              <a:t>虚拟局域网</a:t>
            </a:r>
            <a:endParaRPr lang="zh-CN" altLang="en-US" sz="4000" dirty="0">
              <a:solidFill>
                <a:srgbClr val="FFFFFF"/>
              </a:solidFill>
            </a:endParaRPr>
          </a:p>
        </p:txBody>
      </p:sp>
      <p:sp>
        <p:nvSpPr>
          <p:cNvPr id="132100" name="Rectangle 5"/>
          <p:cNvSpPr>
            <a:spLocks noChangeArrowheads="1"/>
          </p:cNvSpPr>
          <p:nvPr/>
        </p:nvSpPr>
        <p:spPr bwMode="auto">
          <a:xfrm>
            <a:off x="2786654" y="5456811"/>
            <a:ext cx="7310015" cy="670080"/>
          </a:xfrm>
          <a:prstGeom prst="rect">
            <a:avLst/>
          </a:prstGeom>
          <a:solidFill>
            <a:srgbClr val="CCECFF"/>
          </a:solidFill>
          <a:ln w="19050">
            <a:solidFill>
              <a:schemeClr val="folHlink"/>
            </a:solidFill>
            <a:miter lim="800000"/>
            <a:headEnd/>
            <a:tailEnd/>
          </a:ln>
          <a:effectLst>
            <a:outerShdw dist="35921" dir="2700000" algn="ctr" rotWithShape="0">
              <a:schemeClr val="bg2"/>
            </a:outerShdw>
          </a:effectLst>
        </p:spPr>
        <p:txBody>
          <a:bodyPr wrap="none" lIns="108850" tIns="54425" rIns="108850" bIns="54425" anchor="ctr"/>
          <a:lstStyle/>
          <a:p>
            <a:pPr eaLnBrk="1" hangingPunct="1"/>
            <a:endParaRPr lang="zh-CN" altLang="en-US" b="1"/>
          </a:p>
        </p:txBody>
      </p:sp>
      <p:sp>
        <p:nvSpPr>
          <p:cNvPr id="132101" name="Rectangle 6"/>
          <p:cNvSpPr>
            <a:spLocks noChangeArrowheads="1"/>
          </p:cNvSpPr>
          <p:nvPr/>
        </p:nvSpPr>
        <p:spPr bwMode="auto">
          <a:xfrm>
            <a:off x="270085" y="4585865"/>
            <a:ext cx="1963209" cy="340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lnSpc>
                <a:spcPct val="80000"/>
              </a:lnSpc>
            </a:pPr>
            <a:r>
              <a:rPr kumimoji="1" lang="zh-CN" altLang="en-US" sz="1900" b="1" dirty="0">
                <a:solidFill>
                  <a:srgbClr val="333399"/>
                </a:solidFill>
                <a:latin typeface="Times New Roman" pitchFamily="18" charset="0"/>
                <a:ea typeface="黑体" pitchFamily="49" charset="-122"/>
              </a:rPr>
              <a:t>  </a:t>
            </a:r>
            <a:r>
              <a:rPr kumimoji="1" lang="zh-CN" altLang="en-US" sz="1900" b="1" dirty="0" smtClean="0">
                <a:solidFill>
                  <a:srgbClr val="333399"/>
                </a:solidFill>
                <a:latin typeface="Times New Roman" pitchFamily="18" charset="0"/>
                <a:ea typeface="黑体" pitchFamily="49" charset="-122"/>
              </a:rPr>
              <a:t>以太网</a:t>
            </a:r>
            <a:r>
              <a:rPr kumimoji="1" lang="en-US" altLang="zh-CN" sz="1900" b="1" dirty="0" smtClean="0">
                <a:solidFill>
                  <a:srgbClr val="333399"/>
                </a:solidFill>
                <a:latin typeface="Times New Roman" pitchFamily="18" charset="0"/>
                <a:ea typeface="黑体" pitchFamily="49" charset="-122"/>
              </a:rPr>
              <a:t>MAC </a:t>
            </a:r>
            <a:r>
              <a:rPr kumimoji="1" lang="zh-CN" altLang="en-US" sz="1900" b="1" dirty="0">
                <a:solidFill>
                  <a:srgbClr val="333399"/>
                </a:solidFill>
                <a:latin typeface="Times New Roman" pitchFamily="18" charset="0"/>
                <a:ea typeface="黑体" pitchFamily="49" charset="-122"/>
              </a:rPr>
              <a:t>帧</a:t>
            </a:r>
          </a:p>
        </p:txBody>
      </p:sp>
      <p:sp>
        <p:nvSpPr>
          <p:cNvPr id="132102" name="Rectangle 7"/>
          <p:cNvSpPr>
            <a:spLocks noChangeArrowheads="1"/>
          </p:cNvSpPr>
          <p:nvPr/>
        </p:nvSpPr>
        <p:spPr bwMode="auto">
          <a:xfrm>
            <a:off x="1650151" y="4218274"/>
            <a:ext cx="704851"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1900" b="1">
                <a:solidFill>
                  <a:srgbClr val="333399"/>
                </a:solidFill>
                <a:latin typeface="Times New Roman" pitchFamily="18" charset="0"/>
                <a:ea typeface="黑体" pitchFamily="49" charset="-122"/>
              </a:rPr>
              <a:t>字节</a:t>
            </a:r>
          </a:p>
        </p:txBody>
      </p:sp>
      <p:sp>
        <p:nvSpPr>
          <p:cNvPr id="132103" name="Rectangle 8"/>
          <p:cNvSpPr>
            <a:spLocks noChangeArrowheads="1"/>
          </p:cNvSpPr>
          <p:nvPr/>
        </p:nvSpPr>
        <p:spPr bwMode="auto">
          <a:xfrm>
            <a:off x="2773956" y="4202395"/>
            <a:ext cx="339366"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1900" b="1">
                <a:solidFill>
                  <a:srgbClr val="333399"/>
                </a:solidFill>
                <a:latin typeface="Times New Roman" pitchFamily="18" charset="0"/>
                <a:ea typeface="黑体" pitchFamily="49" charset="-122"/>
              </a:rPr>
              <a:t>6</a:t>
            </a:r>
          </a:p>
        </p:txBody>
      </p:sp>
      <p:sp>
        <p:nvSpPr>
          <p:cNvPr id="132104" name="Rectangle 9"/>
          <p:cNvSpPr>
            <a:spLocks noChangeArrowheads="1"/>
          </p:cNvSpPr>
          <p:nvPr/>
        </p:nvSpPr>
        <p:spPr bwMode="auto">
          <a:xfrm>
            <a:off x="4056489" y="4202395"/>
            <a:ext cx="339366"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1900" b="1">
                <a:solidFill>
                  <a:srgbClr val="333399"/>
                </a:solidFill>
                <a:latin typeface="Times New Roman" pitchFamily="18" charset="0"/>
                <a:ea typeface="黑体" pitchFamily="49" charset="-122"/>
              </a:rPr>
              <a:t>6</a:t>
            </a:r>
          </a:p>
        </p:txBody>
      </p:sp>
      <p:sp>
        <p:nvSpPr>
          <p:cNvPr id="132105" name="Rectangle 10"/>
          <p:cNvSpPr>
            <a:spLocks noChangeArrowheads="1"/>
          </p:cNvSpPr>
          <p:nvPr/>
        </p:nvSpPr>
        <p:spPr bwMode="auto">
          <a:xfrm>
            <a:off x="6682929" y="4202395"/>
            <a:ext cx="339366"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1900" b="1">
                <a:solidFill>
                  <a:srgbClr val="333399"/>
                </a:solidFill>
                <a:latin typeface="Times New Roman" pitchFamily="18" charset="0"/>
                <a:ea typeface="黑体" pitchFamily="49" charset="-122"/>
              </a:rPr>
              <a:t>2</a:t>
            </a:r>
          </a:p>
        </p:txBody>
      </p:sp>
      <p:sp>
        <p:nvSpPr>
          <p:cNvPr id="132106" name="Rectangle 11"/>
          <p:cNvSpPr>
            <a:spLocks noChangeArrowheads="1"/>
          </p:cNvSpPr>
          <p:nvPr/>
        </p:nvSpPr>
        <p:spPr bwMode="auto">
          <a:xfrm>
            <a:off x="8088214" y="4202395"/>
            <a:ext cx="1201782"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1900" b="1">
                <a:solidFill>
                  <a:srgbClr val="333399"/>
                </a:solidFill>
                <a:latin typeface="Times New Roman" pitchFamily="18" charset="0"/>
                <a:ea typeface="黑体" pitchFamily="49" charset="-122"/>
              </a:rPr>
              <a:t>46 ~ 1500</a:t>
            </a:r>
          </a:p>
        </p:txBody>
      </p:sp>
      <p:sp>
        <p:nvSpPr>
          <p:cNvPr id="132107" name="Rectangle 12"/>
          <p:cNvSpPr>
            <a:spLocks noChangeArrowheads="1"/>
          </p:cNvSpPr>
          <p:nvPr/>
        </p:nvSpPr>
        <p:spPr bwMode="auto">
          <a:xfrm>
            <a:off x="10513597" y="4202395"/>
            <a:ext cx="339366"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1900" b="1">
                <a:solidFill>
                  <a:srgbClr val="333399"/>
                </a:solidFill>
                <a:latin typeface="Times New Roman" pitchFamily="18" charset="0"/>
                <a:ea typeface="黑体" pitchFamily="49" charset="-122"/>
              </a:rPr>
              <a:t>4</a:t>
            </a:r>
          </a:p>
        </p:txBody>
      </p:sp>
      <p:sp>
        <p:nvSpPr>
          <p:cNvPr id="132108" name="Line 13"/>
          <p:cNvSpPr>
            <a:spLocks noChangeShapeType="1"/>
          </p:cNvSpPr>
          <p:nvPr/>
        </p:nvSpPr>
        <p:spPr bwMode="auto">
          <a:xfrm>
            <a:off x="2219461" y="4758149"/>
            <a:ext cx="7695198" cy="0"/>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grpSp>
        <p:nvGrpSpPr>
          <p:cNvPr id="132109" name="Group 14"/>
          <p:cNvGrpSpPr>
            <a:grpSpLocks/>
          </p:cNvGrpSpPr>
          <p:nvPr/>
        </p:nvGrpSpPr>
        <p:grpSpPr bwMode="auto">
          <a:xfrm>
            <a:off x="6678697" y="4540609"/>
            <a:ext cx="1290999" cy="460051"/>
            <a:chOff x="2494" y="1932"/>
            <a:chExt cx="677" cy="330"/>
          </a:xfrm>
        </p:grpSpPr>
        <p:sp>
          <p:nvSpPr>
            <p:cNvPr id="132136" name="Rectangle 15"/>
            <p:cNvSpPr>
              <a:spLocks noChangeArrowheads="1"/>
            </p:cNvSpPr>
            <p:nvPr/>
          </p:nvSpPr>
          <p:spPr bwMode="auto">
            <a:xfrm>
              <a:off x="2513" y="1932"/>
              <a:ext cx="658" cy="288"/>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b="1"/>
            </a:p>
          </p:txBody>
        </p:sp>
        <p:sp>
          <p:nvSpPr>
            <p:cNvPr id="132137" name="Rectangle 16"/>
            <p:cNvSpPr>
              <a:spLocks noChangeArrowheads="1"/>
            </p:cNvSpPr>
            <p:nvPr/>
          </p:nvSpPr>
          <p:spPr bwMode="auto">
            <a:xfrm>
              <a:off x="2494" y="1988"/>
              <a:ext cx="562"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907085"/>
              <a:r>
                <a:rPr kumimoji="1" lang="en-US" altLang="zh-CN" sz="1900" b="1">
                  <a:solidFill>
                    <a:srgbClr val="333399"/>
                  </a:solidFill>
                  <a:latin typeface="Times New Roman" pitchFamily="18" charset="0"/>
                  <a:ea typeface="黑体" pitchFamily="49" charset="-122"/>
                </a:rPr>
                <a:t>MAC </a:t>
              </a:r>
              <a:r>
                <a:rPr kumimoji="1" lang="zh-CN" altLang="en-US" sz="1900" b="1">
                  <a:solidFill>
                    <a:srgbClr val="333399"/>
                  </a:solidFill>
                  <a:latin typeface="Times New Roman" pitchFamily="18" charset="0"/>
                  <a:ea typeface="黑体" pitchFamily="49" charset="-122"/>
                </a:rPr>
                <a:t>帧</a:t>
              </a:r>
            </a:p>
          </p:txBody>
        </p:sp>
      </p:grpSp>
      <p:sp>
        <p:nvSpPr>
          <p:cNvPr id="132110" name="Rectangle 17"/>
          <p:cNvSpPr>
            <a:spLocks noChangeArrowheads="1"/>
          </p:cNvSpPr>
          <p:nvPr/>
        </p:nvSpPr>
        <p:spPr bwMode="auto">
          <a:xfrm>
            <a:off x="2213112" y="4523145"/>
            <a:ext cx="8994662" cy="401730"/>
          </a:xfrm>
          <a:prstGeom prst="rect">
            <a:avLst/>
          </a:prstGeom>
          <a:solidFill>
            <a:schemeClr val="bg1"/>
          </a:solidFill>
          <a:ln w="12700">
            <a:solidFill>
              <a:schemeClr val="folHlink"/>
            </a:solidFill>
            <a:miter lim="800000"/>
            <a:headEnd/>
            <a:tailEnd/>
          </a:ln>
          <a:effectLst>
            <a:outerShdw dist="35921" dir="2700000" algn="ctr" rotWithShape="0">
              <a:schemeClr val="bg2"/>
            </a:outerShdw>
          </a:effectLst>
        </p:spPr>
        <p:txBody>
          <a:bodyPr wrap="none" lIns="108850" tIns="54425" rIns="108850" bIns="54425" anchor="ctr"/>
          <a:lstStyle/>
          <a:p>
            <a:pPr eaLnBrk="1" hangingPunct="1"/>
            <a:endParaRPr lang="zh-CN" altLang="en-US" b="1"/>
          </a:p>
        </p:txBody>
      </p:sp>
      <p:sp>
        <p:nvSpPr>
          <p:cNvPr id="132111" name="Freeform 18"/>
          <p:cNvSpPr>
            <a:spLocks/>
          </p:cNvSpPr>
          <p:nvPr/>
        </p:nvSpPr>
        <p:spPr bwMode="auto">
          <a:xfrm>
            <a:off x="2833215" y="4943929"/>
            <a:ext cx="7214777" cy="501766"/>
          </a:xfrm>
          <a:custGeom>
            <a:avLst/>
            <a:gdLst>
              <a:gd name="T0" fmla="*/ 2147483646 w 3784"/>
              <a:gd name="T1" fmla="*/ 2147483646 h 360"/>
              <a:gd name="T2" fmla="*/ 2147483646 w 3784"/>
              <a:gd name="T3" fmla="*/ 0 h 360"/>
              <a:gd name="T4" fmla="*/ 2147483646 w 3784"/>
              <a:gd name="T5" fmla="*/ 2147483646 h 360"/>
              <a:gd name="T6" fmla="*/ 0 w 3784"/>
              <a:gd name="T7" fmla="*/ 2147483646 h 360"/>
              <a:gd name="T8" fmla="*/ 2147483646 w 3784"/>
              <a:gd name="T9" fmla="*/ 2147483646 h 360"/>
              <a:gd name="T10" fmla="*/ 0 60000 65536"/>
              <a:gd name="T11" fmla="*/ 0 60000 65536"/>
              <a:gd name="T12" fmla="*/ 0 60000 65536"/>
              <a:gd name="T13" fmla="*/ 0 60000 65536"/>
              <a:gd name="T14" fmla="*/ 0 60000 65536"/>
              <a:gd name="T15" fmla="*/ 0 w 3784"/>
              <a:gd name="T16" fmla="*/ 0 h 360"/>
              <a:gd name="T17" fmla="*/ 3784 w 3784"/>
              <a:gd name="T18" fmla="*/ 360 h 360"/>
            </a:gdLst>
            <a:ahLst/>
            <a:cxnLst>
              <a:cxn ang="T10">
                <a:pos x="T0" y="T1"/>
              </a:cxn>
              <a:cxn ang="T11">
                <a:pos x="T2" y="T3"/>
              </a:cxn>
              <a:cxn ang="T12">
                <a:pos x="T4" y="T5"/>
              </a:cxn>
              <a:cxn ang="T13">
                <a:pos x="T6" y="T7"/>
              </a:cxn>
              <a:cxn ang="T14">
                <a:pos x="T8" y="T9"/>
              </a:cxn>
            </a:cxnLst>
            <a:rect l="T15" t="T16" r="T17" b="T18"/>
            <a:pathLst>
              <a:path w="3784" h="360">
                <a:moveTo>
                  <a:pt x="1100" y="4"/>
                </a:moveTo>
                <a:lnTo>
                  <a:pt x="1800" y="0"/>
                </a:lnTo>
                <a:lnTo>
                  <a:pt x="3784" y="360"/>
                </a:lnTo>
                <a:lnTo>
                  <a:pt x="0" y="360"/>
                </a:lnTo>
                <a:lnTo>
                  <a:pt x="1100" y="4"/>
                </a:lnTo>
                <a:close/>
              </a:path>
            </a:pathLst>
          </a:custGeom>
          <a:gradFill rotWithShape="1">
            <a:gsLst>
              <a:gs pos="0">
                <a:srgbClr val="5E6D76"/>
              </a:gs>
              <a:gs pos="100000">
                <a:srgbClr val="CCEC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lIns="108850" tIns="54425" rIns="108850" bIns="54425"/>
          <a:lstStyle/>
          <a:p>
            <a:endParaRPr lang="zh-CN" altLang="en-US" b="1"/>
          </a:p>
        </p:txBody>
      </p:sp>
      <p:sp>
        <p:nvSpPr>
          <p:cNvPr id="132112" name="Rectangle 19"/>
          <p:cNvSpPr>
            <a:spLocks noChangeArrowheads="1"/>
          </p:cNvSpPr>
          <p:nvPr/>
        </p:nvSpPr>
        <p:spPr bwMode="auto">
          <a:xfrm>
            <a:off x="4968652" y="4539024"/>
            <a:ext cx="1297348" cy="39061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nchor="ctr"/>
          <a:lstStyle/>
          <a:p>
            <a:pPr eaLnBrk="1" hangingPunct="1"/>
            <a:endParaRPr lang="zh-CN" altLang="en-US" b="1"/>
          </a:p>
        </p:txBody>
      </p:sp>
      <p:sp>
        <p:nvSpPr>
          <p:cNvPr id="132113" name="Line 20"/>
          <p:cNvSpPr>
            <a:spLocks noChangeShapeType="1"/>
          </p:cNvSpPr>
          <p:nvPr/>
        </p:nvSpPr>
        <p:spPr bwMode="auto">
          <a:xfrm>
            <a:off x="3586649" y="4523145"/>
            <a:ext cx="0" cy="40173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132114" name="Line 21"/>
          <p:cNvSpPr>
            <a:spLocks noChangeShapeType="1"/>
          </p:cNvSpPr>
          <p:nvPr/>
        </p:nvSpPr>
        <p:spPr bwMode="auto">
          <a:xfrm>
            <a:off x="4960186" y="4523145"/>
            <a:ext cx="0" cy="40173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132115" name="Line 22"/>
          <p:cNvSpPr>
            <a:spLocks noChangeShapeType="1"/>
          </p:cNvSpPr>
          <p:nvPr/>
        </p:nvSpPr>
        <p:spPr bwMode="auto">
          <a:xfrm>
            <a:off x="7597210" y="4523145"/>
            <a:ext cx="0" cy="40173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132116" name="Line 23"/>
          <p:cNvSpPr>
            <a:spLocks noChangeShapeType="1"/>
          </p:cNvSpPr>
          <p:nvPr/>
        </p:nvSpPr>
        <p:spPr bwMode="auto">
          <a:xfrm>
            <a:off x="10253281" y="4523145"/>
            <a:ext cx="0" cy="40173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132117" name="Rectangle 24"/>
          <p:cNvSpPr>
            <a:spLocks noChangeArrowheads="1"/>
          </p:cNvSpPr>
          <p:nvPr/>
        </p:nvSpPr>
        <p:spPr bwMode="auto">
          <a:xfrm>
            <a:off x="2263905" y="4558078"/>
            <a:ext cx="1192164"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1900" b="1">
                <a:solidFill>
                  <a:srgbClr val="333399"/>
                </a:solidFill>
                <a:latin typeface="Times New Roman" pitchFamily="18" charset="0"/>
                <a:ea typeface="黑体" pitchFamily="49" charset="-122"/>
              </a:rPr>
              <a:t>目地地址</a:t>
            </a:r>
          </a:p>
        </p:txBody>
      </p:sp>
      <p:sp>
        <p:nvSpPr>
          <p:cNvPr id="132118" name="Rectangle 25"/>
          <p:cNvSpPr>
            <a:spLocks noChangeArrowheads="1"/>
          </p:cNvSpPr>
          <p:nvPr/>
        </p:nvSpPr>
        <p:spPr bwMode="auto">
          <a:xfrm>
            <a:off x="3747496" y="4570781"/>
            <a:ext cx="948507"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1900" b="1">
                <a:solidFill>
                  <a:srgbClr val="333399"/>
                </a:solidFill>
                <a:latin typeface="Times New Roman" pitchFamily="18" charset="0"/>
                <a:ea typeface="黑体" pitchFamily="49" charset="-122"/>
              </a:rPr>
              <a:t>源地址</a:t>
            </a:r>
          </a:p>
        </p:txBody>
      </p:sp>
      <p:sp>
        <p:nvSpPr>
          <p:cNvPr id="132119" name="Rectangle 26"/>
          <p:cNvSpPr>
            <a:spLocks noChangeArrowheads="1"/>
          </p:cNvSpPr>
          <p:nvPr/>
        </p:nvSpPr>
        <p:spPr bwMode="auto">
          <a:xfrm>
            <a:off x="6550010" y="4570781"/>
            <a:ext cx="704851"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1900" b="1" dirty="0" smtClean="0">
                <a:solidFill>
                  <a:srgbClr val="333399"/>
                </a:solidFill>
                <a:latin typeface="Times New Roman" pitchFamily="18" charset="0"/>
                <a:ea typeface="黑体" pitchFamily="49" charset="-122"/>
              </a:rPr>
              <a:t>类型</a:t>
            </a:r>
            <a:endParaRPr kumimoji="1" lang="zh-CN" altLang="en-US" sz="1900" b="1" dirty="0">
              <a:solidFill>
                <a:srgbClr val="333399"/>
              </a:solidFill>
              <a:latin typeface="Times New Roman" pitchFamily="18" charset="0"/>
              <a:ea typeface="黑体" pitchFamily="49" charset="-122"/>
            </a:endParaRPr>
          </a:p>
        </p:txBody>
      </p:sp>
      <p:sp>
        <p:nvSpPr>
          <p:cNvPr id="132120" name="Rectangle 27"/>
          <p:cNvSpPr>
            <a:spLocks noChangeArrowheads="1"/>
          </p:cNvSpPr>
          <p:nvPr/>
        </p:nvSpPr>
        <p:spPr bwMode="auto">
          <a:xfrm>
            <a:off x="8310435" y="4583484"/>
            <a:ext cx="1070335"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zh-CN" altLang="en-US" sz="1900" b="1">
                <a:solidFill>
                  <a:srgbClr val="333399"/>
                </a:solidFill>
                <a:latin typeface="Times New Roman" pitchFamily="18" charset="0"/>
                <a:ea typeface="黑体" pitchFamily="49" charset="-122"/>
              </a:rPr>
              <a:t>数      据</a:t>
            </a:r>
          </a:p>
        </p:txBody>
      </p:sp>
      <p:sp>
        <p:nvSpPr>
          <p:cNvPr id="132121" name="Rectangle 28"/>
          <p:cNvSpPr>
            <a:spLocks noChangeArrowheads="1"/>
          </p:cNvSpPr>
          <p:nvPr/>
        </p:nvSpPr>
        <p:spPr bwMode="auto">
          <a:xfrm>
            <a:off x="10361217" y="4572368"/>
            <a:ext cx="679203"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1900" b="1">
                <a:solidFill>
                  <a:srgbClr val="333399"/>
                </a:solidFill>
                <a:latin typeface="Times New Roman" pitchFamily="18" charset="0"/>
                <a:ea typeface="黑体" pitchFamily="49" charset="-122"/>
              </a:rPr>
              <a:t>FCS</a:t>
            </a:r>
          </a:p>
        </p:txBody>
      </p:sp>
      <p:sp>
        <p:nvSpPr>
          <p:cNvPr id="132122" name="Line 29"/>
          <p:cNvSpPr>
            <a:spLocks noChangeShapeType="1"/>
          </p:cNvSpPr>
          <p:nvPr/>
        </p:nvSpPr>
        <p:spPr bwMode="auto">
          <a:xfrm>
            <a:off x="6266000" y="4518380"/>
            <a:ext cx="0" cy="40808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b="1"/>
          </a:p>
        </p:txBody>
      </p:sp>
      <p:sp>
        <p:nvSpPr>
          <p:cNvPr id="132123" name="Text Box 30"/>
          <p:cNvSpPr txBox="1">
            <a:spLocks noChangeArrowheads="1"/>
          </p:cNvSpPr>
          <p:nvPr/>
        </p:nvSpPr>
        <p:spPr bwMode="auto">
          <a:xfrm>
            <a:off x="2790886" y="5399648"/>
            <a:ext cx="7658850" cy="774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lnSpc>
                <a:spcPct val="135000"/>
              </a:lnSpc>
            </a:pPr>
            <a:r>
              <a:rPr kumimoji="1" lang="en-US" altLang="zh-CN" dirty="0" smtClean="0">
                <a:solidFill>
                  <a:srgbClr val="333399"/>
                </a:solidFill>
                <a:latin typeface="Times New Roman" pitchFamily="18" charset="0"/>
              </a:rPr>
              <a:t>            802.1Q </a:t>
            </a:r>
            <a:r>
              <a:rPr kumimoji="1" lang="zh-CN" altLang="en-US" dirty="0" smtClean="0">
                <a:solidFill>
                  <a:srgbClr val="333399"/>
                </a:solidFill>
                <a:latin typeface="Times New Roman" pitchFamily="18" charset="0"/>
              </a:rPr>
              <a:t>标签类型                                                       标签控制</a:t>
            </a:r>
            <a:r>
              <a:rPr kumimoji="1" lang="zh-CN" altLang="en-US" dirty="0">
                <a:solidFill>
                  <a:srgbClr val="333399"/>
                </a:solidFill>
                <a:latin typeface="Times New Roman" pitchFamily="18" charset="0"/>
              </a:rPr>
              <a:t>信息</a:t>
            </a:r>
          </a:p>
          <a:p>
            <a:pPr eaLnBrk="1" hangingPunct="1">
              <a:lnSpc>
                <a:spcPct val="135000"/>
              </a:lnSpc>
            </a:pPr>
            <a:r>
              <a:rPr kumimoji="1" lang="zh-CN" altLang="en-US" dirty="0">
                <a:solidFill>
                  <a:srgbClr val="333399"/>
                </a:solidFill>
                <a:latin typeface="Times New Roman" pitchFamily="18" charset="0"/>
              </a:rPr>
              <a:t> </a:t>
            </a:r>
            <a:r>
              <a:rPr kumimoji="1" lang="en-US" altLang="zh-CN" dirty="0">
                <a:solidFill>
                  <a:srgbClr val="333399"/>
                </a:solidFill>
                <a:latin typeface="Times New Roman" pitchFamily="18" charset="0"/>
              </a:rPr>
              <a:t>1 0 0 0 0 0 0 1  0 0 0 0 0 0 0 0                         </a:t>
            </a:r>
            <a:r>
              <a:rPr kumimoji="1" lang="en-US" altLang="zh-CN" dirty="0" smtClean="0">
                <a:solidFill>
                  <a:srgbClr val="333399"/>
                </a:solidFill>
                <a:latin typeface="Times New Roman" pitchFamily="18" charset="0"/>
              </a:rPr>
              <a:t>  4</a:t>
            </a:r>
            <a:r>
              <a:rPr kumimoji="1" lang="zh-CN" altLang="en-US" dirty="0" smtClean="0">
                <a:solidFill>
                  <a:srgbClr val="333399"/>
                </a:solidFill>
                <a:latin typeface="Times New Roman" pitchFamily="18" charset="0"/>
              </a:rPr>
              <a:t>位</a:t>
            </a:r>
            <a:r>
              <a:rPr kumimoji="1" lang="en-US" altLang="zh-CN" dirty="0" smtClean="0">
                <a:solidFill>
                  <a:srgbClr val="333399"/>
                </a:solidFill>
                <a:latin typeface="Times New Roman" pitchFamily="18" charset="0"/>
              </a:rPr>
              <a:t>                     VID</a:t>
            </a:r>
            <a:r>
              <a:rPr kumimoji="1" lang="zh-CN" altLang="en-US" dirty="0" smtClean="0">
                <a:solidFill>
                  <a:srgbClr val="333399"/>
                </a:solidFill>
                <a:latin typeface="Times New Roman" pitchFamily="18" charset="0"/>
              </a:rPr>
              <a:t>（</a:t>
            </a:r>
            <a:r>
              <a:rPr kumimoji="1" lang="en-US" altLang="zh-CN" dirty="0" smtClean="0">
                <a:solidFill>
                  <a:srgbClr val="333399"/>
                </a:solidFill>
                <a:latin typeface="Times New Roman" pitchFamily="18" charset="0"/>
              </a:rPr>
              <a:t>12</a:t>
            </a:r>
            <a:r>
              <a:rPr kumimoji="1" lang="zh-CN" altLang="en-US" dirty="0" smtClean="0">
                <a:solidFill>
                  <a:srgbClr val="333399"/>
                </a:solidFill>
                <a:latin typeface="Times New Roman" pitchFamily="18" charset="0"/>
              </a:rPr>
              <a:t>位）</a:t>
            </a:r>
            <a:r>
              <a:rPr kumimoji="1" lang="en-US" altLang="zh-CN" dirty="0" smtClean="0">
                <a:solidFill>
                  <a:srgbClr val="333399"/>
                </a:solidFill>
                <a:latin typeface="Times New Roman" pitchFamily="18" charset="0"/>
              </a:rPr>
              <a:t>                  </a:t>
            </a:r>
            <a:endParaRPr kumimoji="1" lang="en-US" altLang="zh-CN" dirty="0">
              <a:solidFill>
                <a:srgbClr val="333399"/>
              </a:solidFill>
              <a:latin typeface="Times New Roman" pitchFamily="18" charset="0"/>
            </a:endParaRPr>
          </a:p>
        </p:txBody>
      </p:sp>
      <p:sp>
        <p:nvSpPr>
          <p:cNvPr id="132124" name="Line 31"/>
          <p:cNvSpPr>
            <a:spLocks noChangeShapeType="1"/>
          </p:cNvSpPr>
          <p:nvPr/>
        </p:nvSpPr>
        <p:spPr bwMode="auto">
          <a:xfrm>
            <a:off x="6448010" y="5456811"/>
            <a:ext cx="0" cy="6700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132125" name="Rectangle 32"/>
          <p:cNvSpPr>
            <a:spLocks noChangeArrowheads="1"/>
          </p:cNvSpPr>
          <p:nvPr/>
        </p:nvSpPr>
        <p:spPr bwMode="auto">
          <a:xfrm>
            <a:off x="4143260" y="6126891"/>
            <a:ext cx="887593"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1900" b="1">
                <a:solidFill>
                  <a:srgbClr val="333399"/>
                </a:solidFill>
                <a:latin typeface="Times New Roman" pitchFamily="18" charset="0"/>
                <a:ea typeface="黑体" pitchFamily="49" charset="-122"/>
              </a:rPr>
              <a:t>2 </a:t>
            </a:r>
            <a:r>
              <a:rPr kumimoji="1" lang="zh-CN" altLang="en-US" sz="1900" b="1">
                <a:solidFill>
                  <a:srgbClr val="333399"/>
                </a:solidFill>
                <a:latin typeface="Times New Roman" pitchFamily="18" charset="0"/>
                <a:ea typeface="黑体" pitchFamily="49" charset="-122"/>
              </a:rPr>
              <a:t>字节</a:t>
            </a:r>
          </a:p>
        </p:txBody>
      </p:sp>
      <p:sp>
        <p:nvSpPr>
          <p:cNvPr id="132126" name="Rectangle 33"/>
          <p:cNvSpPr>
            <a:spLocks noChangeArrowheads="1"/>
          </p:cNvSpPr>
          <p:nvPr/>
        </p:nvSpPr>
        <p:spPr bwMode="auto">
          <a:xfrm>
            <a:off x="7713613" y="6126891"/>
            <a:ext cx="887593"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1900" b="1">
                <a:solidFill>
                  <a:srgbClr val="333399"/>
                </a:solidFill>
                <a:latin typeface="Times New Roman" pitchFamily="18" charset="0"/>
                <a:ea typeface="黑体" pitchFamily="49" charset="-122"/>
              </a:rPr>
              <a:t>2 </a:t>
            </a:r>
            <a:r>
              <a:rPr kumimoji="1" lang="zh-CN" altLang="en-US" sz="1900" b="1">
                <a:solidFill>
                  <a:srgbClr val="333399"/>
                </a:solidFill>
                <a:latin typeface="Times New Roman" pitchFamily="18" charset="0"/>
                <a:ea typeface="黑体" pitchFamily="49" charset="-122"/>
              </a:rPr>
              <a:t>字节</a:t>
            </a:r>
          </a:p>
        </p:txBody>
      </p:sp>
      <p:sp>
        <p:nvSpPr>
          <p:cNvPr id="132127" name="AutoShape 34"/>
          <p:cNvSpPr>
            <a:spLocks noChangeArrowheads="1"/>
          </p:cNvSpPr>
          <p:nvPr/>
        </p:nvSpPr>
        <p:spPr bwMode="auto">
          <a:xfrm>
            <a:off x="2147504" y="3714919"/>
            <a:ext cx="3659240" cy="357271"/>
          </a:xfrm>
          <a:prstGeom prst="wedgeRoundRectCallout">
            <a:avLst>
              <a:gd name="adj1" fmla="val 41616"/>
              <a:gd name="adj2" fmla="val 203907"/>
              <a:gd name="adj3" fmla="val 16667"/>
            </a:avLst>
          </a:prstGeom>
          <a:solidFill>
            <a:schemeClr val="bg1"/>
          </a:solidFill>
          <a:ln w="9525">
            <a:solidFill>
              <a:schemeClr val="folHlink"/>
            </a:solidFill>
            <a:miter lim="800000"/>
            <a:headEnd/>
            <a:tailEnd/>
          </a:ln>
          <a:effectLst>
            <a:outerShdw dist="35921" dir="2700000" algn="ctr" rotWithShape="0">
              <a:schemeClr val="bg2"/>
            </a:outerShdw>
          </a:effectLst>
        </p:spPr>
        <p:txBody>
          <a:bodyPr lIns="108850" tIns="54425" rIns="108850" bIns="54425"/>
          <a:lstStyle/>
          <a:p>
            <a:pPr algn="ctr" eaLnBrk="1" hangingPunct="1"/>
            <a:r>
              <a:rPr kumimoji="1" lang="zh-CN" altLang="en-US" sz="1900" b="1" dirty="0">
                <a:solidFill>
                  <a:srgbClr val="333399"/>
                </a:solidFill>
                <a:latin typeface="Times New Roman" pitchFamily="18" charset="0"/>
                <a:ea typeface="黑体" pitchFamily="49" charset="-122"/>
              </a:rPr>
              <a:t>插入 </a:t>
            </a:r>
            <a:r>
              <a:rPr kumimoji="1" lang="en-US" altLang="zh-CN" sz="1900" b="1" dirty="0">
                <a:solidFill>
                  <a:srgbClr val="333399"/>
                </a:solidFill>
                <a:latin typeface="Times New Roman" pitchFamily="18" charset="0"/>
                <a:ea typeface="黑体" pitchFamily="49" charset="-122"/>
              </a:rPr>
              <a:t>4 </a:t>
            </a:r>
            <a:r>
              <a:rPr kumimoji="1" lang="zh-CN" altLang="en-US" sz="1900" b="1" dirty="0">
                <a:solidFill>
                  <a:srgbClr val="333399"/>
                </a:solidFill>
                <a:latin typeface="Times New Roman" pitchFamily="18" charset="0"/>
                <a:ea typeface="黑体" pitchFamily="49" charset="-122"/>
              </a:rPr>
              <a:t>字节的 </a:t>
            </a:r>
            <a:r>
              <a:rPr kumimoji="1" lang="en-US" altLang="zh-CN" sz="1900" b="1" dirty="0">
                <a:solidFill>
                  <a:srgbClr val="333399"/>
                </a:solidFill>
                <a:latin typeface="Times New Roman" pitchFamily="18" charset="0"/>
                <a:ea typeface="黑体" pitchFamily="49" charset="-122"/>
              </a:rPr>
              <a:t>VLAN </a:t>
            </a:r>
            <a:r>
              <a:rPr kumimoji="1" lang="zh-CN" altLang="en-US" sz="1900" b="1" dirty="0" smtClean="0">
                <a:solidFill>
                  <a:srgbClr val="333399"/>
                </a:solidFill>
                <a:latin typeface="Times New Roman" pitchFamily="18" charset="0"/>
                <a:ea typeface="黑体" pitchFamily="49" charset="-122"/>
              </a:rPr>
              <a:t>标签</a:t>
            </a:r>
            <a:endParaRPr kumimoji="1" lang="zh-CN" altLang="en-US" sz="1900" b="1" dirty="0">
              <a:solidFill>
                <a:srgbClr val="333399"/>
              </a:solidFill>
              <a:latin typeface="Times New Roman" pitchFamily="18" charset="0"/>
              <a:ea typeface="黑体" pitchFamily="49" charset="-122"/>
            </a:endParaRPr>
          </a:p>
        </p:txBody>
      </p:sp>
      <p:sp>
        <p:nvSpPr>
          <p:cNvPr id="132128" name="Rectangle 35"/>
          <p:cNvSpPr>
            <a:spLocks noChangeArrowheads="1"/>
          </p:cNvSpPr>
          <p:nvPr/>
        </p:nvSpPr>
        <p:spPr bwMode="auto">
          <a:xfrm>
            <a:off x="5442724" y="4199220"/>
            <a:ext cx="339366" cy="39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7717" tIns="52913" rIns="107717" bIns="52913">
            <a:spAutoFit/>
          </a:bodyPr>
          <a:lstStyle/>
          <a:p>
            <a:pPr defTabSz="907085"/>
            <a:r>
              <a:rPr kumimoji="1" lang="en-US" altLang="zh-CN" sz="1900" b="1">
                <a:solidFill>
                  <a:srgbClr val="333399"/>
                </a:solidFill>
                <a:latin typeface="Times New Roman" pitchFamily="18" charset="0"/>
                <a:ea typeface="黑体" pitchFamily="49" charset="-122"/>
              </a:rPr>
              <a:t>4</a:t>
            </a:r>
          </a:p>
        </p:txBody>
      </p:sp>
      <p:sp>
        <p:nvSpPr>
          <p:cNvPr id="132129" name="Line 36"/>
          <p:cNvSpPr>
            <a:spLocks noChangeShapeType="1"/>
          </p:cNvSpPr>
          <p:nvPr/>
        </p:nvSpPr>
        <p:spPr bwMode="auto">
          <a:xfrm>
            <a:off x="2786654" y="5814080"/>
            <a:ext cx="7322713"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132130" name="Line 37"/>
          <p:cNvSpPr>
            <a:spLocks noChangeShapeType="1"/>
          </p:cNvSpPr>
          <p:nvPr/>
        </p:nvSpPr>
        <p:spPr bwMode="auto">
          <a:xfrm>
            <a:off x="7463358" y="5814080"/>
            <a:ext cx="0" cy="3128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8" name="TextBox 7"/>
          <p:cNvSpPr txBox="1"/>
          <p:nvPr/>
        </p:nvSpPr>
        <p:spPr>
          <a:xfrm>
            <a:off x="6931156" y="3933850"/>
            <a:ext cx="1238209" cy="369332"/>
          </a:xfrm>
          <a:prstGeom prst="rect">
            <a:avLst/>
          </a:prstGeom>
          <a:solidFill>
            <a:schemeClr val="bg1"/>
          </a:solidFill>
        </p:spPr>
        <p:txBody>
          <a:bodyPr wrap="square" rtlCol="0">
            <a:spAutoFit/>
          </a:bodyPr>
          <a:lstStyle/>
          <a:p>
            <a:r>
              <a:rPr lang="en-US" altLang="zh-CN" b="1" dirty="0" smtClean="0">
                <a:solidFill>
                  <a:srgbClr val="333399"/>
                </a:solidFill>
                <a:latin typeface="Times New Roman" pitchFamily="18" charset="0"/>
                <a:cs typeface="Times New Roman" pitchFamily="18" charset="0"/>
              </a:rPr>
              <a:t>802.1Q</a:t>
            </a:r>
            <a:r>
              <a:rPr lang="en-US" altLang="zh-CN" b="1" dirty="0" smtClean="0">
                <a:solidFill>
                  <a:srgbClr val="333399"/>
                </a:solidFill>
              </a:rPr>
              <a:t> </a:t>
            </a:r>
            <a:r>
              <a:rPr lang="zh-CN" altLang="en-US" b="1" dirty="0" smtClean="0">
                <a:solidFill>
                  <a:srgbClr val="333399"/>
                </a:solidFill>
                <a:latin typeface="黑体" pitchFamily="49" charset="-122"/>
                <a:ea typeface="黑体" pitchFamily="49" charset="-122"/>
              </a:rPr>
              <a:t>帧</a:t>
            </a:r>
            <a:endParaRPr lang="zh-CN" altLang="en-US" b="1" dirty="0">
              <a:solidFill>
                <a:srgbClr val="333399"/>
              </a:solidFill>
              <a:latin typeface="黑体" pitchFamily="49" charset="-122"/>
              <a:ea typeface="黑体" pitchFamily="49" charset="-122"/>
            </a:endParaRPr>
          </a:p>
        </p:txBody>
      </p:sp>
    </p:spTree>
  </p:cSld>
  <p:clrMapOvr>
    <a:masterClrMapping/>
  </p:clrMapOvr>
  <p:transition>
    <p:fade/>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883" name="Rectangle 3"/>
          <p:cNvSpPr>
            <a:spLocks noGrp="1" noChangeArrowheads="1"/>
          </p:cNvSpPr>
          <p:nvPr>
            <p:ph idx="1"/>
          </p:nvPr>
        </p:nvSpPr>
        <p:spPr/>
        <p:txBody>
          <a:bodyPr/>
          <a:lstStyle/>
          <a:p>
            <a:r>
              <a:rPr lang="zh-CN" altLang="en-US" b="1" kern="1200" dirty="0" smtClean="0"/>
              <a:t>一个虚拟局域网的范围可以跨越多个交换机。划分虚拟局域网的方法有很多种，最常用的是按交换机的接口划分。</a:t>
            </a:r>
            <a:endParaRPr lang="en-US" altLang="zh-CN" b="1" kern="1200" dirty="0" smtClean="0"/>
          </a:p>
          <a:p>
            <a:r>
              <a:rPr lang="zh-CN" altLang="en-US" sz="3200" b="1" kern="1200" dirty="0" smtClean="0">
                <a:solidFill>
                  <a:srgbClr val="4D4D4D"/>
                </a:solidFill>
              </a:rPr>
              <a:t>每台主机都是通过</a:t>
            </a:r>
            <a:r>
              <a:rPr lang="zh-CN" altLang="en-US" sz="3200" b="1" kern="1200" dirty="0" smtClean="0">
                <a:solidFill>
                  <a:srgbClr val="C00000"/>
                </a:solidFill>
              </a:rPr>
              <a:t>接入链路</a:t>
            </a:r>
            <a:r>
              <a:rPr lang="zh-CN" altLang="en-US" sz="3200" b="1" kern="1200" dirty="0" smtClean="0">
                <a:solidFill>
                  <a:srgbClr val="4D4D4D"/>
                </a:solidFill>
              </a:rPr>
              <a:t>（</a:t>
            </a:r>
            <a:r>
              <a:rPr lang="en-US" altLang="zh-CN" sz="3200" b="1" kern="1200" dirty="0" smtClean="0">
                <a:solidFill>
                  <a:srgbClr val="4D4D4D"/>
                </a:solidFill>
              </a:rPr>
              <a:t>access </a:t>
            </a:r>
            <a:r>
              <a:rPr lang="en-US" altLang="zh-CN" b="1" kern="1200" dirty="0" smtClean="0"/>
              <a:t>link</a:t>
            </a:r>
            <a:r>
              <a:rPr lang="zh-CN" altLang="en-US" b="1" kern="1200" dirty="0" smtClean="0"/>
              <a:t>）连接到交换机的，但</a:t>
            </a:r>
            <a:r>
              <a:rPr lang="zh-CN" altLang="en-US" sz="3200" b="1" kern="1200" dirty="0" smtClean="0">
                <a:solidFill>
                  <a:srgbClr val="4D4D4D"/>
                </a:solidFill>
              </a:rPr>
              <a:t>主机并不知道 </a:t>
            </a:r>
            <a:r>
              <a:rPr lang="en-US" altLang="zh-CN" sz="3200" b="1" kern="1200" dirty="0" smtClean="0">
                <a:solidFill>
                  <a:srgbClr val="4D4D4D"/>
                </a:solidFill>
              </a:rPr>
              <a:t>VLAN </a:t>
            </a:r>
            <a:r>
              <a:rPr lang="zh-CN" altLang="en-US" b="1" kern="1200" dirty="0" smtClean="0"/>
              <a:t>的存在，它们发往交换机的帧都是标准以太网帧。</a:t>
            </a:r>
            <a:endParaRPr lang="en-US" altLang="zh-CN" b="1" kern="1200" dirty="0" smtClean="0"/>
          </a:p>
          <a:p>
            <a:r>
              <a:rPr lang="zh-CN" altLang="en-US" sz="3200" b="1" kern="1200" dirty="0" smtClean="0">
                <a:solidFill>
                  <a:srgbClr val="4D4D4D"/>
                </a:solidFill>
              </a:rPr>
              <a:t>两台交换机之间的链路称为</a:t>
            </a:r>
            <a:r>
              <a:rPr lang="zh-CN" altLang="en-US" sz="3200" b="1" kern="1200" dirty="0" smtClean="0">
                <a:solidFill>
                  <a:srgbClr val="C00000"/>
                </a:solidFill>
              </a:rPr>
              <a:t>汇聚链路</a:t>
            </a:r>
            <a:r>
              <a:rPr lang="zh-CN" altLang="en-US" sz="3200" b="1" kern="1200" dirty="0" smtClean="0">
                <a:solidFill>
                  <a:srgbClr val="4D4D4D"/>
                </a:solidFill>
              </a:rPr>
              <a:t>（</a:t>
            </a:r>
            <a:r>
              <a:rPr lang="en-US" altLang="zh-CN" sz="3200" b="1" kern="1200" dirty="0" smtClean="0">
                <a:solidFill>
                  <a:srgbClr val="4D4D4D"/>
                </a:solidFill>
              </a:rPr>
              <a:t>trunk link</a:t>
            </a:r>
            <a:r>
              <a:rPr lang="zh-CN" altLang="en-US" sz="3200" b="1" kern="1200" dirty="0" smtClean="0">
                <a:solidFill>
                  <a:srgbClr val="4D4D4D"/>
                </a:solidFill>
              </a:rPr>
              <a:t>）。只有在汇聚链路上才会使用 </a:t>
            </a:r>
            <a:r>
              <a:rPr lang="en-US" altLang="zh-CN" sz="3200" b="1" kern="1200" dirty="0" smtClean="0">
                <a:solidFill>
                  <a:srgbClr val="4D4D4D"/>
                </a:solidFill>
                <a:latin typeface="Times New Roman" pitchFamily="18" charset="0"/>
                <a:cs typeface="Times New Roman" pitchFamily="18" charset="0"/>
              </a:rPr>
              <a:t>802.1Q</a:t>
            </a:r>
            <a:r>
              <a:rPr lang="en-US" altLang="zh-CN" sz="3200" b="1" kern="1200" dirty="0" smtClean="0">
                <a:solidFill>
                  <a:srgbClr val="4D4D4D"/>
                </a:solidFill>
              </a:rPr>
              <a:t> </a:t>
            </a:r>
            <a:r>
              <a:rPr lang="zh-CN" altLang="en-US" sz="3200" b="1" kern="1200" dirty="0" smtClean="0">
                <a:solidFill>
                  <a:srgbClr val="4D4D4D"/>
                </a:solidFill>
              </a:rPr>
              <a:t>帧。</a:t>
            </a:r>
          </a:p>
        </p:txBody>
      </p:sp>
      <p:sp>
        <p:nvSpPr>
          <p:cNvPr id="122882" name="Rectangle 2"/>
          <p:cNvSpPr>
            <a:spLocks noGrp="1" noChangeArrowheads="1"/>
          </p:cNvSpPr>
          <p:nvPr>
            <p:ph type="title"/>
          </p:nvPr>
        </p:nvSpPr>
        <p:spPr/>
        <p:txBody>
          <a:bodyPr/>
          <a:lstStyle/>
          <a:p>
            <a:r>
              <a:rPr lang="en-US" altLang="zh-CN" sz="4000" dirty="0" smtClean="0">
                <a:solidFill>
                  <a:srgbClr val="FFFFFF"/>
                </a:solidFill>
              </a:rPr>
              <a:t>3.4.3 </a:t>
            </a:r>
            <a:r>
              <a:rPr lang="zh-CN" altLang="en-US" sz="4000" dirty="0" smtClean="0">
                <a:solidFill>
                  <a:srgbClr val="FFFFFF"/>
                </a:solidFill>
              </a:rPr>
              <a:t>虚拟</a:t>
            </a:r>
            <a:r>
              <a:rPr lang="zh-CN" altLang="en-US" sz="4000" dirty="0">
                <a:solidFill>
                  <a:srgbClr val="FFFFFF"/>
                </a:solidFill>
              </a:rPr>
              <a:t>局域网</a:t>
            </a:r>
          </a:p>
        </p:txBody>
      </p:sp>
    </p:spTree>
    <p:extLst>
      <p:ext uri="{BB962C8B-B14F-4D97-AF65-F5344CB8AC3E}">
        <p14:creationId xmlns:p14="http://schemas.microsoft.com/office/powerpoint/2010/main" val="1010927212"/>
      </p:ext>
    </p:extLst>
  </p:cSld>
  <p:clrMapOvr>
    <a:masterClrMapping/>
  </p:clrMapOvr>
  <p:transition>
    <p:fade/>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883" name="Rectangle 3"/>
          <p:cNvSpPr>
            <a:spLocks noGrp="1" noChangeArrowheads="1"/>
          </p:cNvSpPr>
          <p:nvPr>
            <p:ph idx="1"/>
          </p:nvPr>
        </p:nvSpPr>
        <p:spPr/>
        <p:txBody>
          <a:bodyPr/>
          <a:lstStyle/>
          <a:p>
            <a:r>
              <a:rPr lang="zh-CN" altLang="en-US" b="1" dirty="0" smtClean="0"/>
              <a:t>在汇聚链路上传送的帧是 </a:t>
            </a:r>
            <a:r>
              <a:rPr lang="en-US" altLang="zh-CN" b="1" dirty="0" smtClean="0">
                <a:latin typeface="Times New Roman" pitchFamily="18" charset="0"/>
                <a:ea typeface="黑体" pitchFamily="49" charset="-122"/>
                <a:cs typeface="Times New Roman" pitchFamily="18" charset="0"/>
              </a:rPr>
              <a:t>802.1Q</a:t>
            </a:r>
            <a:r>
              <a:rPr lang="en-US" altLang="zh-CN" b="1" dirty="0" smtClean="0">
                <a:latin typeface="黑体" pitchFamily="49" charset="-122"/>
                <a:ea typeface="黑体" pitchFamily="49" charset="-122"/>
              </a:rPr>
              <a:t> </a:t>
            </a:r>
            <a:r>
              <a:rPr lang="zh-CN" altLang="en-US" b="1" dirty="0" smtClean="0"/>
              <a:t>帧，在接入链路上传送的帧是标准以太网帧：</a:t>
            </a:r>
            <a:endParaRPr lang="zh-CN" altLang="en-US" b="1" dirty="0"/>
          </a:p>
          <a:p>
            <a:endParaRPr lang="zh-CN" altLang="en-US" sz="3200" b="1" kern="1200" dirty="0">
              <a:solidFill>
                <a:srgbClr val="4D4D4D"/>
              </a:solidFill>
            </a:endParaRPr>
          </a:p>
        </p:txBody>
      </p:sp>
      <p:sp>
        <p:nvSpPr>
          <p:cNvPr id="4" name="AutoShape 42"/>
          <p:cNvSpPr>
            <a:spLocks noChangeArrowheads="1"/>
          </p:cNvSpPr>
          <p:nvPr/>
        </p:nvSpPr>
        <p:spPr bwMode="auto">
          <a:xfrm>
            <a:off x="1482810" y="3000122"/>
            <a:ext cx="9148900" cy="3382000"/>
          </a:xfrm>
          <a:prstGeom prst="roundRect">
            <a:avLst>
              <a:gd name="adj" fmla="val 16667"/>
            </a:avLst>
          </a:prstGeom>
          <a:solidFill>
            <a:srgbClr val="66FFFF"/>
          </a:solidFill>
          <a:ln w="127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dirty="0">
              <a:solidFill>
                <a:srgbClr val="0000CC"/>
              </a:solidFill>
              <a:latin typeface="微软雅黑" pitchFamily="34" charset="-122"/>
              <a:ea typeface="微软雅黑" pitchFamily="34" charset="-122"/>
            </a:endParaRPr>
          </a:p>
        </p:txBody>
      </p:sp>
      <p:sp>
        <p:nvSpPr>
          <p:cNvPr id="67" name="椭圆 66"/>
          <p:cNvSpPr/>
          <p:nvPr/>
        </p:nvSpPr>
        <p:spPr>
          <a:xfrm>
            <a:off x="1597160" y="3285778"/>
            <a:ext cx="2553830" cy="1603554"/>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66" name="椭圆 65"/>
          <p:cNvSpPr/>
          <p:nvPr/>
        </p:nvSpPr>
        <p:spPr>
          <a:xfrm>
            <a:off x="7649666" y="4913387"/>
            <a:ext cx="2553830" cy="1368152"/>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65" name="椭圆 64"/>
          <p:cNvSpPr/>
          <p:nvPr/>
        </p:nvSpPr>
        <p:spPr>
          <a:xfrm>
            <a:off x="1597160" y="5229994"/>
            <a:ext cx="2265798" cy="957146"/>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 name="椭圆 2"/>
          <p:cNvSpPr/>
          <p:nvPr/>
        </p:nvSpPr>
        <p:spPr>
          <a:xfrm>
            <a:off x="7933864" y="3249809"/>
            <a:ext cx="2553830" cy="1620145"/>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63" name="Line 53"/>
          <p:cNvSpPr>
            <a:spLocks noChangeShapeType="1"/>
          </p:cNvSpPr>
          <p:nvPr/>
        </p:nvSpPr>
        <p:spPr bwMode="auto">
          <a:xfrm flipV="1">
            <a:off x="7737922" y="4344129"/>
            <a:ext cx="929953" cy="293109"/>
          </a:xfrm>
          <a:prstGeom prst="line">
            <a:avLst/>
          </a:prstGeom>
          <a:noFill/>
          <a:ln w="19050">
            <a:solidFill>
              <a:srgbClr val="11111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22882" name="Rectangle 2"/>
          <p:cNvSpPr>
            <a:spLocks noGrp="1" noChangeArrowheads="1"/>
          </p:cNvSpPr>
          <p:nvPr>
            <p:ph type="title"/>
          </p:nvPr>
        </p:nvSpPr>
        <p:spPr/>
        <p:txBody>
          <a:bodyPr/>
          <a:lstStyle/>
          <a:p>
            <a:r>
              <a:rPr lang="en-US" altLang="zh-CN" sz="4000" dirty="0" smtClean="0">
                <a:solidFill>
                  <a:srgbClr val="FFFFFF"/>
                </a:solidFill>
              </a:rPr>
              <a:t>3.4.3 </a:t>
            </a:r>
            <a:r>
              <a:rPr lang="zh-CN" altLang="en-US" sz="4000" dirty="0" smtClean="0">
                <a:solidFill>
                  <a:srgbClr val="FFFFFF"/>
                </a:solidFill>
              </a:rPr>
              <a:t>虚拟</a:t>
            </a:r>
            <a:r>
              <a:rPr lang="zh-CN" altLang="en-US" sz="4000" dirty="0">
                <a:solidFill>
                  <a:srgbClr val="FFFFFF"/>
                </a:solidFill>
              </a:rPr>
              <a:t>局域网</a:t>
            </a:r>
          </a:p>
        </p:txBody>
      </p:sp>
      <p:sp>
        <p:nvSpPr>
          <p:cNvPr id="5" name="Line 51"/>
          <p:cNvSpPr>
            <a:spLocks noChangeShapeType="1"/>
          </p:cNvSpPr>
          <p:nvPr/>
        </p:nvSpPr>
        <p:spPr bwMode="auto">
          <a:xfrm>
            <a:off x="7561112" y="4747158"/>
            <a:ext cx="1144551" cy="1067605"/>
          </a:xfrm>
          <a:prstGeom prst="line">
            <a:avLst/>
          </a:prstGeom>
          <a:noFill/>
          <a:ln w="19050">
            <a:solidFill>
              <a:srgbClr val="11111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 name="Line 53"/>
          <p:cNvSpPr>
            <a:spLocks noChangeShapeType="1"/>
          </p:cNvSpPr>
          <p:nvPr/>
        </p:nvSpPr>
        <p:spPr bwMode="auto">
          <a:xfrm>
            <a:off x="7433350" y="4693644"/>
            <a:ext cx="1262929" cy="587316"/>
          </a:xfrm>
          <a:prstGeom prst="line">
            <a:avLst/>
          </a:prstGeom>
          <a:noFill/>
          <a:ln w="19050">
            <a:solidFill>
              <a:srgbClr val="11111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 name="Line 54"/>
          <p:cNvSpPr>
            <a:spLocks noChangeShapeType="1"/>
          </p:cNvSpPr>
          <p:nvPr/>
        </p:nvSpPr>
        <p:spPr bwMode="auto">
          <a:xfrm flipV="1">
            <a:off x="7561112" y="3634585"/>
            <a:ext cx="1225228" cy="1023863"/>
          </a:xfrm>
          <a:prstGeom prst="line">
            <a:avLst/>
          </a:prstGeom>
          <a:noFill/>
          <a:ln w="19050">
            <a:solidFill>
              <a:srgbClr val="11111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54462" y="5648679"/>
            <a:ext cx="609096" cy="58942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20008" y="5000607"/>
            <a:ext cx="609096" cy="589427"/>
          </a:xfrm>
          <a:prstGeom prst="rect">
            <a:avLst/>
          </a:prstGeom>
          <a:noFill/>
          <a:extLst>
            <a:ext uri="{909E8E84-426E-40DD-AFC4-6F175D3DCCD1}">
              <a14:hiddenFill xmlns:a14="http://schemas.microsoft.com/office/drawing/2010/main">
                <a:solidFill>
                  <a:srgbClr val="FFFFFF"/>
                </a:solidFill>
              </a14:hiddenFill>
            </a:ext>
          </a:extLst>
        </p:spPr>
      </p:pic>
      <p:sp>
        <p:nvSpPr>
          <p:cNvPr id="10" name="Line 51"/>
          <p:cNvSpPr>
            <a:spLocks noChangeShapeType="1"/>
          </p:cNvSpPr>
          <p:nvPr/>
        </p:nvSpPr>
        <p:spPr bwMode="auto">
          <a:xfrm flipH="1">
            <a:off x="3099314" y="4725938"/>
            <a:ext cx="1051676" cy="967179"/>
          </a:xfrm>
          <a:prstGeom prst="line">
            <a:avLst/>
          </a:prstGeom>
          <a:noFill/>
          <a:ln w="19050">
            <a:solidFill>
              <a:srgbClr val="11111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1" name="Line 53"/>
          <p:cNvSpPr>
            <a:spLocks noChangeShapeType="1"/>
          </p:cNvSpPr>
          <p:nvPr/>
        </p:nvSpPr>
        <p:spPr bwMode="auto">
          <a:xfrm flipH="1" flipV="1">
            <a:off x="3252823" y="4380247"/>
            <a:ext cx="1030572" cy="328213"/>
          </a:xfrm>
          <a:prstGeom prst="line">
            <a:avLst/>
          </a:prstGeom>
          <a:noFill/>
          <a:ln w="19050">
            <a:solidFill>
              <a:srgbClr val="11111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2" name="Line 54"/>
          <p:cNvSpPr>
            <a:spLocks noChangeShapeType="1"/>
          </p:cNvSpPr>
          <p:nvPr/>
        </p:nvSpPr>
        <p:spPr bwMode="auto">
          <a:xfrm flipH="1" flipV="1">
            <a:off x="3099314" y="3634585"/>
            <a:ext cx="1225228" cy="1023863"/>
          </a:xfrm>
          <a:prstGeom prst="line">
            <a:avLst/>
          </a:prstGeom>
          <a:noFill/>
          <a:ln w="19050">
            <a:solidFill>
              <a:srgbClr val="11111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1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00805" y="4085534"/>
            <a:ext cx="609096" cy="58942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02181" y="3416431"/>
            <a:ext cx="609096" cy="589427"/>
          </a:xfrm>
          <a:prstGeom prst="rect">
            <a:avLst/>
          </a:prstGeom>
          <a:noFill/>
          <a:extLst>
            <a:ext uri="{909E8E84-426E-40DD-AFC4-6F175D3DCCD1}">
              <a14:hiddenFill xmlns:a14="http://schemas.microsoft.com/office/drawing/2010/main">
                <a:solidFill>
                  <a:srgbClr val="FFFFFF"/>
                </a:solidFill>
              </a14:hiddenFill>
            </a:ext>
          </a:extLst>
        </p:spPr>
      </p:pic>
      <p:sp>
        <p:nvSpPr>
          <p:cNvPr id="15" name="Line 48"/>
          <p:cNvSpPr>
            <a:spLocks noChangeShapeType="1"/>
          </p:cNvSpPr>
          <p:nvPr/>
        </p:nvSpPr>
        <p:spPr bwMode="auto">
          <a:xfrm>
            <a:off x="4510221" y="4652891"/>
            <a:ext cx="2496787" cy="0"/>
          </a:xfrm>
          <a:prstGeom prst="line">
            <a:avLst/>
          </a:prstGeom>
          <a:noFill/>
          <a:ln w="28575">
            <a:solidFill>
              <a:srgbClr val="11111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6" name="矩形 15"/>
          <p:cNvSpPr/>
          <p:nvPr/>
        </p:nvSpPr>
        <p:spPr>
          <a:xfrm>
            <a:off x="4160238" y="3883329"/>
            <a:ext cx="926856" cy="338554"/>
          </a:xfrm>
          <a:prstGeom prst="rect">
            <a:avLst/>
          </a:prstGeom>
        </p:spPr>
        <p:txBody>
          <a:bodyPr wrap="none">
            <a:spAutoFit/>
          </a:bodyPr>
          <a:lstStyle/>
          <a:p>
            <a:r>
              <a:rPr lang="zh-CN" altLang="en-US" sz="1600" b="1" dirty="0" smtClean="0">
                <a:solidFill>
                  <a:srgbClr val="111111"/>
                </a:solidFill>
                <a:latin typeface="微软雅黑" pitchFamily="34" charset="-122"/>
                <a:ea typeface="微软雅黑" pitchFamily="34" charset="-122"/>
              </a:rPr>
              <a:t>交换机</a:t>
            </a:r>
            <a:r>
              <a:rPr lang="en-US" altLang="zh-CN" sz="1600" b="1" dirty="0" smtClean="0">
                <a:solidFill>
                  <a:srgbClr val="111111"/>
                </a:solidFill>
                <a:latin typeface="微软雅黑" pitchFamily="34" charset="-122"/>
                <a:ea typeface="微软雅黑" pitchFamily="34" charset="-122"/>
              </a:rPr>
              <a:t>1</a:t>
            </a:r>
            <a:endParaRPr lang="zh-CN" altLang="en-US" sz="1600" b="1" dirty="0">
              <a:solidFill>
                <a:srgbClr val="111111"/>
              </a:solidFill>
              <a:latin typeface="微软雅黑" pitchFamily="34" charset="-122"/>
              <a:ea typeface="微软雅黑" pitchFamily="34" charset="-122"/>
            </a:endParaRPr>
          </a:p>
        </p:txBody>
      </p:sp>
      <p:sp>
        <p:nvSpPr>
          <p:cNvPr id="17" name="矩形 16"/>
          <p:cNvSpPr/>
          <p:nvPr/>
        </p:nvSpPr>
        <p:spPr>
          <a:xfrm>
            <a:off x="7007008" y="3883329"/>
            <a:ext cx="926856" cy="338554"/>
          </a:xfrm>
          <a:prstGeom prst="rect">
            <a:avLst/>
          </a:prstGeom>
        </p:spPr>
        <p:txBody>
          <a:bodyPr wrap="none">
            <a:spAutoFit/>
          </a:bodyPr>
          <a:lstStyle/>
          <a:p>
            <a:r>
              <a:rPr lang="zh-CN" altLang="en-US" sz="1600" b="1" dirty="0" smtClean="0">
                <a:solidFill>
                  <a:srgbClr val="111111"/>
                </a:solidFill>
                <a:latin typeface="微软雅黑" pitchFamily="34" charset="-122"/>
                <a:ea typeface="微软雅黑" pitchFamily="34" charset="-122"/>
              </a:rPr>
              <a:t>交换机</a:t>
            </a:r>
            <a:r>
              <a:rPr lang="en-US" altLang="zh-CN" sz="1600" b="1" dirty="0" smtClean="0">
                <a:solidFill>
                  <a:srgbClr val="111111"/>
                </a:solidFill>
                <a:latin typeface="微软雅黑" pitchFamily="34" charset="-122"/>
                <a:ea typeface="微软雅黑" pitchFamily="34" charset="-122"/>
              </a:rPr>
              <a:t>2</a:t>
            </a:r>
            <a:endParaRPr lang="zh-CN" altLang="en-US" sz="1600" b="1" dirty="0">
              <a:solidFill>
                <a:srgbClr val="111111"/>
              </a:solidFill>
              <a:latin typeface="微软雅黑" pitchFamily="34" charset="-122"/>
              <a:ea typeface="微软雅黑" pitchFamily="34" charset="-122"/>
            </a:endParaRPr>
          </a:p>
        </p:txBody>
      </p:sp>
      <p:grpSp>
        <p:nvGrpSpPr>
          <p:cNvPr id="18" name="Group 202"/>
          <p:cNvGrpSpPr>
            <a:grpSpLocks/>
          </p:cNvGrpSpPr>
          <p:nvPr/>
        </p:nvGrpSpPr>
        <p:grpSpPr bwMode="auto">
          <a:xfrm>
            <a:off x="2722245" y="5373495"/>
            <a:ext cx="657455" cy="630085"/>
            <a:chOff x="630" y="3200"/>
            <a:chExt cx="627" cy="604"/>
          </a:xfrm>
        </p:grpSpPr>
        <p:sp>
          <p:nvSpPr>
            <p:cNvPr id="19" name="Freeform 203"/>
            <p:cNvSpPr>
              <a:spLocks/>
            </p:cNvSpPr>
            <p:nvPr/>
          </p:nvSpPr>
          <p:spPr bwMode="auto">
            <a:xfrm>
              <a:off x="666" y="3200"/>
              <a:ext cx="560" cy="456"/>
            </a:xfrm>
            <a:custGeom>
              <a:avLst/>
              <a:gdLst>
                <a:gd name="T0" fmla="*/ 529 w 10643"/>
                <a:gd name="T1" fmla="*/ 0 h 8672"/>
                <a:gd name="T2" fmla="*/ 534 w 10643"/>
                <a:gd name="T3" fmla="*/ 1 h 8672"/>
                <a:gd name="T4" fmla="*/ 539 w 10643"/>
                <a:gd name="T5" fmla="*/ 2 h 8672"/>
                <a:gd name="T6" fmla="*/ 543 w 10643"/>
                <a:gd name="T7" fmla="*/ 4 h 8672"/>
                <a:gd name="T8" fmla="*/ 547 w 10643"/>
                <a:gd name="T9" fmla="*/ 7 h 8672"/>
                <a:gd name="T10" fmla="*/ 551 w 10643"/>
                <a:gd name="T11" fmla="*/ 10 h 8672"/>
                <a:gd name="T12" fmla="*/ 554 w 10643"/>
                <a:gd name="T13" fmla="*/ 13 h 8672"/>
                <a:gd name="T14" fmla="*/ 556 w 10643"/>
                <a:gd name="T15" fmla="*/ 17 h 8672"/>
                <a:gd name="T16" fmla="*/ 558 w 10643"/>
                <a:gd name="T17" fmla="*/ 21 h 8672"/>
                <a:gd name="T18" fmla="*/ 559 w 10643"/>
                <a:gd name="T19" fmla="*/ 26 h 8672"/>
                <a:gd name="T20" fmla="*/ 560 w 10643"/>
                <a:gd name="T21" fmla="*/ 31 h 8672"/>
                <a:gd name="T22" fmla="*/ 560 w 10643"/>
                <a:gd name="T23" fmla="*/ 425 h 8672"/>
                <a:gd name="T24" fmla="*/ 559 w 10643"/>
                <a:gd name="T25" fmla="*/ 430 h 8672"/>
                <a:gd name="T26" fmla="*/ 558 w 10643"/>
                <a:gd name="T27" fmla="*/ 435 h 8672"/>
                <a:gd name="T28" fmla="*/ 556 w 10643"/>
                <a:gd name="T29" fmla="*/ 439 h 8672"/>
                <a:gd name="T30" fmla="*/ 554 w 10643"/>
                <a:gd name="T31" fmla="*/ 443 h 8672"/>
                <a:gd name="T32" fmla="*/ 551 w 10643"/>
                <a:gd name="T33" fmla="*/ 446 h 8672"/>
                <a:gd name="T34" fmla="*/ 547 w 10643"/>
                <a:gd name="T35" fmla="*/ 449 h 8672"/>
                <a:gd name="T36" fmla="*/ 543 w 10643"/>
                <a:gd name="T37" fmla="*/ 452 h 8672"/>
                <a:gd name="T38" fmla="*/ 539 w 10643"/>
                <a:gd name="T39" fmla="*/ 454 h 8672"/>
                <a:gd name="T40" fmla="*/ 534 w 10643"/>
                <a:gd name="T41" fmla="*/ 455 h 8672"/>
                <a:gd name="T42" fmla="*/ 529 w 10643"/>
                <a:gd name="T43" fmla="*/ 456 h 8672"/>
                <a:gd name="T44" fmla="*/ 31 w 10643"/>
                <a:gd name="T45" fmla="*/ 456 h 8672"/>
                <a:gd name="T46" fmla="*/ 26 w 10643"/>
                <a:gd name="T47" fmla="*/ 455 h 8672"/>
                <a:gd name="T48" fmla="*/ 21 w 10643"/>
                <a:gd name="T49" fmla="*/ 454 h 8672"/>
                <a:gd name="T50" fmla="*/ 17 w 10643"/>
                <a:gd name="T51" fmla="*/ 452 h 8672"/>
                <a:gd name="T52" fmla="*/ 13 w 10643"/>
                <a:gd name="T53" fmla="*/ 449 h 8672"/>
                <a:gd name="T54" fmla="*/ 10 w 10643"/>
                <a:gd name="T55" fmla="*/ 446 h 8672"/>
                <a:gd name="T56" fmla="*/ 6 w 10643"/>
                <a:gd name="T57" fmla="*/ 443 h 8672"/>
                <a:gd name="T58" fmla="*/ 4 w 10643"/>
                <a:gd name="T59" fmla="*/ 439 h 8672"/>
                <a:gd name="T60" fmla="*/ 2 w 10643"/>
                <a:gd name="T61" fmla="*/ 435 h 8672"/>
                <a:gd name="T62" fmla="*/ 1 w 10643"/>
                <a:gd name="T63" fmla="*/ 430 h 8672"/>
                <a:gd name="T64" fmla="*/ 0 w 10643"/>
                <a:gd name="T65" fmla="*/ 425 h 8672"/>
                <a:gd name="T66" fmla="*/ 0 w 10643"/>
                <a:gd name="T67" fmla="*/ 31 h 8672"/>
                <a:gd name="T68" fmla="*/ 1 w 10643"/>
                <a:gd name="T69" fmla="*/ 26 h 8672"/>
                <a:gd name="T70" fmla="*/ 2 w 10643"/>
                <a:gd name="T71" fmla="*/ 21 h 8672"/>
                <a:gd name="T72" fmla="*/ 4 w 10643"/>
                <a:gd name="T73" fmla="*/ 17 h 8672"/>
                <a:gd name="T74" fmla="*/ 6 w 10643"/>
                <a:gd name="T75" fmla="*/ 13 h 8672"/>
                <a:gd name="T76" fmla="*/ 10 w 10643"/>
                <a:gd name="T77" fmla="*/ 10 h 8672"/>
                <a:gd name="T78" fmla="*/ 13 w 10643"/>
                <a:gd name="T79" fmla="*/ 7 h 8672"/>
                <a:gd name="T80" fmla="*/ 17 w 10643"/>
                <a:gd name="T81" fmla="*/ 4 h 8672"/>
                <a:gd name="T82" fmla="*/ 21 w 10643"/>
                <a:gd name="T83" fmla="*/ 2 h 8672"/>
                <a:gd name="T84" fmla="*/ 26 w 10643"/>
                <a:gd name="T85" fmla="*/ 1 h 8672"/>
                <a:gd name="T86" fmla="*/ 31 w 10643"/>
                <a:gd name="T87" fmla="*/ 0 h 867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0643" h="8672">
                  <a:moveTo>
                    <a:pt x="617" y="0"/>
                  </a:moveTo>
                  <a:lnTo>
                    <a:pt x="10027" y="0"/>
                  </a:lnTo>
                  <a:lnTo>
                    <a:pt x="10058" y="1"/>
                  </a:lnTo>
                  <a:lnTo>
                    <a:pt x="10089" y="3"/>
                  </a:lnTo>
                  <a:lnTo>
                    <a:pt x="10120" y="8"/>
                  </a:lnTo>
                  <a:lnTo>
                    <a:pt x="10150" y="13"/>
                  </a:lnTo>
                  <a:lnTo>
                    <a:pt x="10180" y="20"/>
                  </a:lnTo>
                  <a:lnTo>
                    <a:pt x="10210" y="28"/>
                  </a:lnTo>
                  <a:lnTo>
                    <a:pt x="10238" y="38"/>
                  </a:lnTo>
                  <a:lnTo>
                    <a:pt x="10266" y="49"/>
                  </a:lnTo>
                  <a:lnTo>
                    <a:pt x="10294" y="62"/>
                  </a:lnTo>
                  <a:lnTo>
                    <a:pt x="10320" y="75"/>
                  </a:lnTo>
                  <a:lnTo>
                    <a:pt x="10345" y="91"/>
                  </a:lnTo>
                  <a:lnTo>
                    <a:pt x="10370" y="106"/>
                  </a:lnTo>
                  <a:lnTo>
                    <a:pt x="10395" y="124"/>
                  </a:lnTo>
                  <a:lnTo>
                    <a:pt x="10418" y="141"/>
                  </a:lnTo>
                  <a:lnTo>
                    <a:pt x="10441" y="161"/>
                  </a:lnTo>
                  <a:lnTo>
                    <a:pt x="10463" y="182"/>
                  </a:lnTo>
                  <a:lnTo>
                    <a:pt x="10482" y="203"/>
                  </a:lnTo>
                  <a:lnTo>
                    <a:pt x="10502" y="225"/>
                  </a:lnTo>
                  <a:lnTo>
                    <a:pt x="10521" y="249"/>
                  </a:lnTo>
                  <a:lnTo>
                    <a:pt x="10537" y="273"/>
                  </a:lnTo>
                  <a:lnTo>
                    <a:pt x="10554" y="298"/>
                  </a:lnTo>
                  <a:lnTo>
                    <a:pt x="10569" y="324"/>
                  </a:lnTo>
                  <a:lnTo>
                    <a:pt x="10582" y="351"/>
                  </a:lnTo>
                  <a:lnTo>
                    <a:pt x="10595" y="378"/>
                  </a:lnTo>
                  <a:lnTo>
                    <a:pt x="10606" y="406"/>
                  </a:lnTo>
                  <a:lnTo>
                    <a:pt x="10615" y="434"/>
                  </a:lnTo>
                  <a:lnTo>
                    <a:pt x="10624" y="464"/>
                  </a:lnTo>
                  <a:lnTo>
                    <a:pt x="10631" y="493"/>
                  </a:lnTo>
                  <a:lnTo>
                    <a:pt x="10636" y="523"/>
                  </a:lnTo>
                  <a:lnTo>
                    <a:pt x="10640" y="554"/>
                  </a:lnTo>
                  <a:lnTo>
                    <a:pt x="10642" y="585"/>
                  </a:lnTo>
                  <a:lnTo>
                    <a:pt x="10643" y="618"/>
                  </a:lnTo>
                  <a:lnTo>
                    <a:pt x="10643" y="8054"/>
                  </a:lnTo>
                  <a:lnTo>
                    <a:pt x="10642" y="8087"/>
                  </a:lnTo>
                  <a:lnTo>
                    <a:pt x="10640" y="8118"/>
                  </a:lnTo>
                  <a:lnTo>
                    <a:pt x="10636" y="8149"/>
                  </a:lnTo>
                  <a:lnTo>
                    <a:pt x="10631" y="8179"/>
                  </a:lnTo>
                  <a:lnTo>
                    <a:pt x="10624" y="8208"/>
                  </a:lnTo>
                  <a:lnTo>
                    <a:pt x="10615" y="8238"/>
                  </a:lnTo>
                  <a:lnTo>
                    <a:pt x="10606" y="8266"/>
                  </a:lnTo>
                  <a:lnTo>
                    <a:pt x="10595" y="8294"/>
                  </a:lnTo>
                  <a:lnTo>
                    <a:pt x="10582" y="8322"/>
                  </a:lnTo>
                  <a:lnTo>
                    <a:pt x="10569" y="8348"/>
                  </a:lnTo>
                  <a:lnTo>
                    <a:pt x="10554" y="8374"/>
                  </a:lnTo>
                  <a:lnTo>
                    <a:pt x="10537" y="8399"/>
                  </a:lnTo>
                  <a:lnTo>
                    <a:pt x="10521" y="8423"/>
                  </a:lnTo>
                  <a:lnTo>
                    <a:pt x="10502" y="8446"/>
                  </a:lnTo>
                  <a:lnTo>
                    <a:pt x="10482" y="8469"/>
                  </a:lnTo>
                  <a:lnTo>
                    <a:pt x="10463" y="8490"/>
                  </a:lnTo>
                  <a:lnTo>
                    <a:pt x="10441" y="8511"/>
                  </a:lnTo>
                  <a:lnTo>
                    <a:pt x="10418" y="8530"/>
                  </a:lnTo>
                  <a:lnTo>
                    <a:pt x="10395" y="8548"/>
                  </a:lnTo>
                  <a:lnTo>
                    <a:pt x="10370" y="8566"/>
                  </a:lnTo>
                  <a:lnTo>
                    <a:pt x="10345" y="8582"/>
                  </a:lnTo>
                  <a:lnTo>
                    <a:pt x="10320" y="8597"/>
                  </a:lnTo>
                  <a:lnTo>
                    <a:pt x="10294" y="8610"/>
                  </a:lnTo>
                  <a:lnTo>
                    <a:pt x="10266" y="8623"/>
                  </a:lnTo>
                  <a:lnTo>
                    <a:pt x="10238" y="8634"/>
                  </a:lnTo>
                  <a:lnTo>
                    <a:pt x="10210" y="8644"/>
                  </a:lnTo>
                  <a:lnTo>
                    <a:pt x="10180" y="8652"/>
                  </a:lnTo>
                  <a:lnTo>
                    <a:pt x="10150" y="8659"/>
                  </a:lnTo>
                  <a:lnTo>
                    <a:pt x="10120" y="8664"/>
                  </a:lnTo>
                  <a:lnTo>
                    <a:pt x="10089" y="8668"/>
                  </a:lnTo>
                  <a:lnTo>
                    <a:pt x="10058" y="8671"/>
                  </a:lnTo>
                  <a:lnTo>
                    <a:pt x="10027" y="8672"/>
                  </a:lnTo>
                  <a:lnTo>
                    <a:pt x="617" y="8672"/>
                  </a:lnTo>
                  <a:lnTo>
                    <a:pt x="585" y="8671"/>
                  </a:lnTo>
                  <a:lnTo>
                    <a:pt x="554" y="8668"/>
                  </a:lnTo>
                  <a:lnTo>
                    <a:pt x="524" y="8664"/>
                  </a:lnTo>
                  <a:lnTo>
                    <a:pt x="493" y="8659"/>
                  </a:lnTo>
                  <a:lnTo>
                    <a:pt x="464" y="8652"/>
                  </a:lnTo>
                  <a:lnTo>
                    <a:pt x="435" y="8644"/>
                  </a:lnTo>
                  <a:lnTo>
                    <a:pt x="406" y="8634"/>
                  </a:lnTo>
                  <a:lnTo>
                    <a:pt x="378" y="8623"/>
                  </a:lnTo>
                  <a:lnTo>
                    <a:pt x="351" y="8610"/>
                  </a:lnTo>
                  <a:lnTo>
                    <a:pt x="324" y="8597"/>
                  </a:lnTo>
                  <a:lnTo>
                    <a:pt x="298" y="8582"/>
                  </a:lnTo>
                  <a:lnTo>
                    <a:pt x="273" y="8566"/>
                  </a:lnTo>
                  <a:lnTo>
                    <a:pt x="249" y="8548"/>
                  </a:lnTo>
                  <a:lnTo>
                    <a:pt x="225" y="8530"/>
                  </a:lnTo>
                  <a:lnTo>
                    <a:pt x="203" y="8511"/>
                  </a:lnTo>
                  <a:lnTo>
                    <a:pt x="182" y="8490"/>
                  </a:lnTo>
                  <a:lnTo>
                    <a:pt x="161" y="8469"/>
                  </a:lnTo>
                  <a:lnTo>
                    <a:pt x="141" y="8446"/>
                  </a:lnTo>
                  <a:lnTo>
                    <a:pt x="123" y="8423"/>
                  </a:lnTo>
                  <a:lnTo>
                    <a:pt x="106" y="8399"/>
                  </a:lnTo>
                  <a:lnTo>
                    <a:pt x="90" y="8374"/>
                  </a:lnTo>
                  <a:lnTo>
                    <a:pt x="75" y="8348"/>
                  </a:lnTo>
                  <a:lnTo>
                    <a:pt x="61" y="8322"/>
                  </a:lnTo>
                  <a:lnTo>
                    <a:pt x="49" y="8294"/>
                  </a:lnTo>
                  <a:lnTo>
                    <a:pt x="37" y="8266"/>
                  </a:lnTo>
                  <a:lnTo>
                    <a:pt x="28" y="8238"/>
                  </a:lnTo>
                  <a:lnTo>
                    <a:pt x="20" y="8208"/>
                  </a:lnTo>
                  <a:lnTo>
                    <a:pt x="12" y="8179"/>
                  </a:lnTo>
                  <a:lnTo>
                    <a:pt x="7" y="8149"/>
                  </a:lnTo>
                  <a:lnTo>
                    <a:pt x="3" y="8118"/>
                  </a:lnTo>
                  <a:lnTo>
                    <a:pt x="1" y="8087"/>
                  </a:lnTo>
                  <a:lnTo>
                    <a:pt x="0" y="8054"/>
                  </a:lnTo>
                  <a:lnTo>
                    <a:pt x="0" y="618"/>
                  </a:lnTo>
                  <a:lnTo>
                    <a:pt x="1" y="585"/>
                  </a:lnTo>
                  <a:lnTo>
                    <a:pt x="3" y="554"/>
                  </a:lnTo>
                  <a:lnTo>
                    <a:pt x="7" y="523"/>
                  </a:lnTo>
                  <a:lnTo>
                    <a:pt x="12" y="493"/>
                  </a:lnTo>
                  <a:lnTo>
                    <a:pt x="20" y="464"/>
                  </a:lnTo>
                  <a:lnTo>
                    <a:pt x="28" y="434"/>
                  </a:lnTo>
                  <a:lnTo>
                    <a:pt x="37" y="406"/>
                  </a:lnTo>
                  <a:lnTo>
                    <a:pt x="49" y="378"/>
                  </a:lnTo>
                  <a:lnTo>
                    <a:pt x="61" y="351"/>
                  </a:lnTo>
                  <a:lnTo>
                    <a:pt x="75" y="324"/>
                  </a:lnTo>
                  <a:lnTo>
                    <a:pt x="90" y="298"/>
                  </a:lnTo>
                  <a:lnTo>
                    <a:pt x="106" y="273"/>
                  </a:lnTo>
                  <a:lnTo>
                    <a:pt x="123" y="249"/>
                  </a:lnTo>
                  <a:lnTo>
                    <a:pt x="141" y="225"/>
                  </a:lnTo>
                  <a:lnTo>
                    <a:pt x="161" y="203"/>
                  </a:lnTo>
                  <a:lnTo>
                    <a:pt x="182" y="182"/>
                  </a:lnTo>
                  <a:lnTo>
                    <a:pt x="203" y="161"/>
                  </a:lnTo>
                  <a:lnTo>
                    <a:pt x="225" y="141"/>
                  </a:lnTo>
                  <a:lnTo>
                    <a:pt x="249" y="124"/>
                  </a:lnTo>
                  <a:lnTo>
                    <a:pt x="273" y="106"/>
                  </a:lnTo>
                  <a:lnTo>
                    <a:pt x="298" y="91"/>
                  </a:lnTo>
                  <a:lnTo>
                    <a:pt x="324" y="75"/>
                  </a:lnTo>
                  <a:lnTo>
                    <a:pt x="351" y="62"/>
                  </a:lnTo>
                  <a:lnTo>
                    <a:pt x="378" y="49"/>
                  </a:lnTo>
                  <a:lnTo>
                    <a:pt x="406" y="38"/>
                  </a:lnTo>
                  <a:lnTo>
                    <a:pt x="435" y="28"/>
                  </a:lnTo>
                  <a:lnTo>
                    <a:pt x="464" y="20"/>
                  </a:lnTo>
                  <a:lnTo>
                    <a:pt x="493" y="13"/>
                  </a:lnTo>
                  <a:lnTo>
                    <a:pt x="524" y="8"/>
                  </a:lnTo>
                  <a:lnTo>
                    <a:pt x="554" y="3"/>
                  </a:lnTo>
                  <a:lnTo>
                    <a:pt x="585" y="1"/>
                  </a:lnTo>
                  <a:lnTo>
                    <a:pt x="617" y="0"/>
                  </a:lnTo>
                  <a:close/>
                </a:path>
              </a:pathLst>
            </a:custGeom>
            <a:solidFill>
              <a:schemeClr val="bg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b="1"/>
            </a:p>
          </p:txBody>
        </p:sp>
        <p:sp>
          <p:nvSpPr>
            <p:cNvPr id="20" name="Rectangle 204"/>
            <p:cNvSpPr>
              <a:spLocks noChangeArrowheads="1"/>
            </p:cNvSpPr>
            <p:nvPr/>
          </p:nvSpPr>
          <p:spPr bwMode="auto">
            <a:xfrm>
              <a:off x="693" y="3240"/>
              <a:ext cx="503" cy="377"/>
            </a:xfrm>
            <a:prstGeom prst="rect">
              <a:avLst/>
            </a:prstGeom>
            <a:solidFill>
              <a:srgbClr val="1A104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b="1"/>
            </a:p>
          </p:txBody>
        </p:sp>
        <p:sp>
          <p:nvSpPr>
            <p:cNvPr id="21" name="Rectangle 205"/>
            <p:cNvSpPr>
              <a:spLocks noChangeArrowheads="1"/>
            </p:cNvSpPr>
            <p:nvPr/>
          </p:nvSpPr>
          <p:spPr bwMode="auto">
            <a:xfrm>
              <a:off x="716" y="3660"/>
              <a:ext cx="480" cy="12"/>
            </a:xfrm>
            <a:prstGeom prst="rect">
              <a:avLst/>
            </a:prstGeom>
            <a:solidFill>
              <a:srgbClr val="3253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b="1"/>
            </a:p>
          </p:txBody>
        </p:sp>
        <p:sp>
          <p:nvSpPr>
            <p:cNvPr id="22" name="Rectangle 206"/>
            <p:cNvSpPr>
              <a:spLocks noChangeArrowheads="1"/>
            </p:cNvSpPr>
            <p:nvPr/>
          </p:nvSpPr>
          <p:spPr bwMode="auto">
            <a:xfrm>
              <a:off x="630" y="3788"/>
              <a:ext cx="627" cy="16"/>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b="1"/>
            </a:p>
          </p:txBody>
        </p:sp>
        <p:sp>
          <p:nvSpPr>
            <p:cNvPr id="23" name="Freeform 207"/>
            <p:cNvSpPr>
              <a:spLocks/>
            </p:cNvSpPr>
            <p:nvPr/>
          </p:nvSpPr>
          <p:spPr bwMode="auto">
            <a:xfrm>
              <a:off x="1057" y="3623"/>
              <a:ext cx="20" cy="20"/>
            </a:xfrm>
            <a:custGeom>
              <a:avLst/>
              <a:gdLst>
                <a:gd name="T0" fmla="*/ 11 w 381"/>
                <a:gd name="T1" fmla="*/ 20 h 380"/>
                <a:gd name="T2" fmla="*/ 13 w 381"/>
                <a:gd name="T3" fmla="*/ 20 h 380"/>
                <a:gd name="T4" fmla="*/ 15 w 381"/>
                <a:gd name="T5" fmla="*/ 19 h 380"/>
                <a:gd name="T6" fmla="*/ 16 w 381"/>
                <a:gd name="T7" fmla="*/ 18 h 380"/>
                <a:gd name="T8" fmla="*/ 18 w 381"/>
                <a:gd name="T9" fmla="*/ 16 h 380"/>
                <a:gd name="T10" fmla="*/ 19 w 381"/>
                <a:gd name="T11" fmla="*/ 15 h 380"/>
                <a:gd name="T12" fmla="*/ 20 w 381"/>
                <a:gd name="T13" fmla="*/ 13 h 380"/>
                <a:gd name="T14" fmla="*/ 20 w 381"/>
                <a:gd name="T15" fmla="*/ 11 h 380"/>
                <a:gd name="T16" fmla="*/ 20 w 381"/>
                <a:gd name="T17" fmla="*/ 9 h 380"/>
                <a:gd name="T18" fmla="*/ 20 w 381"/>
                <a:gd name="T19" fmla="*/ 7 h 380"/>
                <a:gd name="T20" fmla="*/ 19 w 381"/>
                <a:gd name="T21" fmla="*/ 5 h 380"/>
                <a:gd name="T22" fmla="*/ 18 w 381"/>
                <a:gd name="T23" fmla="*/ 4 h 380"/>
                <a:gd name="T24" fmla="*/ 16 w 381"/>
                <a:gd name="T25" fmla="*/ 2 h 380"/>
                <a:gd name="T26" fmla="*/ 15 w 381"/>
                <a:gd name="T27" fmla="*/ 1 h 380"/>
                <a:gd name="T28" fmla="*/ 13 w 381"/>
                <a:gd name="T29" fmla="*/ 0 h 380"/>
                <a:gd name="T30" fmla="*/ 11 w 381"/>
                <a:gd name="T31" fmla="*/ 0 h 380"/>
                <a:gd name="T32" fmla="*/ 9 w 381"/>
                <a:gd name="T33" fmla="*/ 0 h 380"/>
                <a:gd name="T34" fmla="*/ 7 w 381"/>
                <a:gd name="T35" fmla="*/ 0 h 380"/>
                <a:gd name="T36" fmla="*/ 5 w 381"/>
                <a:gd name="T37" fmla="*/ 1 h 380"/>
                <a:gd name="T38" fmla="*/ 4 w 381"/>
                <a:gd name="T39" fmla="*/ 2 h 380"/>
                <a:gd name="T40" fmla="*/ 2 w 381"/>
                <a:gd name="T41" fmla="*/ 4 h 380"/>
                <a:gd name="T42" fmla="*/ 1 w 381"/>
                <a:gd name="T43" fmla="*/ 5 h 380"/>
                <a:gd name="T44" fmla="*/ 0 w 381"/>
                <a:gd name="T45" fmla="*/ 7 h 380"/>
                <a:gd name="T46" fmla="*/ 0 w 381"/>
                <a:gd name="T47" fmla="*/ 9 h 380"/>
                <a:gd name="T48" fmla="*/ 0 w 381"/>
                <a:gd name="T49" fmla="*/ 11 h 380"/>
                <a:gd name="T50" fmla="*/ 0 w 381"/>
                <a:gd name="T51" fmla="*/ 13 h 380"/>
                <a:gd name="T52" fmla="*/ 1 w 381"/>
                <a:gd name="T53" fmla="*/ 15 h 380"/>
                <a:gd name="T54" fmla="*/ 2 w 381"/>
                <a:gd name="T55" fmla="*/ 16 h 380"/>
                <a:gd name="T56" fmla="*/ 4 w 381"/>
                <a:gd name="T57" fmla="*/ 18 h 380"/>
                <a:gd name="T58" fmla="*/ 5 w 381"/>
                <a:gd name="T59" fmla="*/ 19 h 380"/>
                <a:gd name="T60" fmla="*/ 7 w 381"/>
                <a:gd name="T61" fmla="*/ 20 h 380"/>
                <a:gd name="T62" fmla="*/ 9 w 381"/>
                <a:gd name="T63" fmla="*/ 20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1" h="380">
                  <a:moveTo>
                    <a:pt x="191" y="380"/>
                  </a:moveTo>
                  <a:lnTo>
                    <a:pt x="210" y="379"/>
                  </a:lnTo>
                  <a:lnTo>
                    <a:pt x="230" y="376"/>
                  </a:lnTo>
                  <a:lnTo>
                    <a:pt x="247" y="372"/>
                  </a:lnTo>
                  <a:lnTo>
                    <a:pt x="265" y="366"/>
                  </a:lnTo>
                  <a:lnTo>
                    <a:pt x="282" y="357"/>
                  </a:lnTo>
                  <a:lnTo>
                    <a:pt x="297" y="348"/>
                  </a:lnTo>
                  <a:lnTo>
                    <a:pt x="312" y="337"/>
                  </a:lnTo>
                  <a:lnTo>
                    <a:pt x="325" y="324"/>
                  </a:lnTo>
                  <a:lnTo>
                    <a:pt x="338" y="311"/>
                  </a:lnTo>
                  <a:lnTo>
                    <a:pt x="349" y="296"/>
                  </a:lnTo>
                  <a:lnTo>
                    <a:pt x="358" y="281"/>
                  </a:lnTo>
                  <a:lnTo>
                    <a:pt x="367" y="264"/>
                  </a:lnTo>
                  <a:lnTo>
                    <a:pt x="373" y="246"/>
                  </a:lnTo>
                  <a:lnTo>
                    <a:pt x="377" y="229"/>
                  </a:lnTo>
                  <a:lnTo>
                    <a:pt x="380" y="209"/>
                  </a:lnTo>
                  <a:lnTo>
                    <a:pt x="381" y="190"/>
                  </a:lnTo>
                  <a:lnTo>
                    <a:pt x="380" y="171"/>
                  </a:lnTo>
                  <a:lnTo>
                    <a:pt x="377" y="152"/>
                  </a:lnTo>
                  <a:lnTo>
                    <a:pt x="373" y="133"/>
                  </a:lnTo>
                  <a:lnTo>
                    <a:pt x="367" y="116"/>
                  </a:lnTo>
                  <a:lnTo>
                    <a:pt x="358" y="99"/>
                  </a:lnTo>
                  <a:lnTo>
                    <a:pt x="349" y="84"/>
                  </a:lnTo>
                  <a:lnTo>
                    <a:pt x="338" y="69"/>
                  </a:lnTo>
                  <a:lnTo>
                    <a:pt x="325" y="56"/>
                  </a:lnTo>
                  <a:lnTo>
                    <a:pt x="312" y="43"/>
                  </a:lnTo>
                  <a:lnTo>
                    <a:pt x="297" y="33"/>
                  </a:lnTo>
                  <a:lnTo>
                    <a:pt x="282" y="22"/>
                  </a:lnTo>
                  <a:lnTo>
                    <a:pt x="265" y="15"/>
                  </a:lnTo>
                  <a:lnTo>
                    <a:pt x="247" y="8"/>
                  </a:lnTo>
                  <a:lnTo>
                    <a:pt x="230" y="4"/>
                  </a:lnTo>
                  <a:lnTo>
                    <a:pt x="210" y="1"/>
                  </a:lnTo>
                  <a:lnTo>
                    <a:pt x="191" y="0"/>
                  </a:lnTo>
                  <a:lnTo>
                    <a:pt x="172" y="1"/>
                  </a:lnTo>
                  <a:lnTo>
                    <a:pt x="153" y="4"/>
                  </a:lnTo>
                  <a:lnTo>
                    <a:pt x="134" y="8"/>
                  </a:lnTo>
                  <a:lnTo>
                    <a:pt x="117" y="15"/>
                  </a:lnTo>
                  <a:lnTo>
                    <a:pt x="100" y="22"/>
                  </a:lnTo>
                  <a:lnTo>
                    <a:pt x="84" y="33"/>
                  </a:lnTo>
                  <a:lnTo>
                    <a:pt x="70" y="43"/>
                  </a:lnTo>
                  <a:lnTo>
                    <a:pt x="56" y="56"/>
                  </a:lnTo>
                  <a:lnTo>
                    <a:pt x="44" y="69"/>
                  </a:lnTo>
                  <a:lnTo>
                    <a:pt x="33" y="84"/>
                  </a:lnTo>
                  <a:lnTo>
                    <a:pt x="23" y="99"/>
                  </a:lnTo>
                  <a:lnTo>
                    <a:pt x="16" y="116"/>
                  </a:lnTo>
                  <a:lnTo>
                    <a:pt x="9" y="133"/>
                  </a:lnTo>
                  <a:lnTo>
                    <a:pt x="4" y="152"/>
                  </a:lnTo>
                  <a:lnTo>
                    <a:pt x="1" y="171"/>
                  </a:lnTo>
                  <a:lnTo>
                    <a:pt x="0" y="190"/>
                  </a:lnTo>
                  <a:lnTo>
                    <a:pt x="1" y="209"/>
                  </a:lnTo>
                  <a:lnTo>
                    <a:pt x="4" y="229"/>
                  </a:lnTo>
                  <a:lnTo>
                    <a:pt x="9" y="246"/>
                  </a:lnTo>
                  <a:lnTo>
                    <a:pt x="16" y="264"/>
                  </a:lnTo>
                  <a:lnTo>
                    <a:pt x="23" y="281"/>
                  </a:lnTo>
                  <a:lnTo>
                    <a:pt x="33" y="296"/>
                  </a:lnTo>
                  <a:lnTo>
                    <a:pt x="44" y="311"/>
                  </a:lnTo>
                  <a:lnTo>
                    <a:pt x="56" y="324"/>
                  </a:lnTo>
                  <a:lnTo>
                    <a:pt x="70" y="337"/>
                  </a:lnTo>
                  <a:lnTo>
                    <a:pt x="84" y="348"/>
                  </a:lnTo>
                  <a:lnTo>
                    <a:pt x="100" y="357"/>
                  </a:lnTo>
                  <a:lnTo>
                    <a:pt x="117" y="366"/>
                  </a:lnTo>
                  <a:lnTo>
                    <a:pt x="134" y="372"/>
                  </a:lnTo>
                  <a:lnTo>
                    <a:pt x="153" y="376"/>
                  </a:lnTo>
                  <a:lnTo>
                    <a:pt x="172" y="379"/>
                  </a:lnTo>
                  <a:lnTo>
                    <a:pt x="191" y="380"/>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b="1"/>
            </a:p>
          </p:txBody>
        </p:sp>
        <p:sp>
          <p:nvSpPr>
            <p:cNvPr id="24" name="Freeform 208"/>
            <p:cNvSpPr>
              <a:spLocks/>
            </p:cNvSpPr>
            <p:nvPr/>
          </p:nvSpPr>
          <p:spPr bwMode="auto">
            <a:xfrm>
              <a:off x="1087" y="3623"/>
              <a:ext cx="20" cy="20"/>
            </a:xfrm>
            <a:custGeom>
              <a:avLst/>
              <a:gdLst>
                <a:gd name="T0" fmla="*/ 11 w 381"/>
                <a:gd name="T1" fmla="*/ 20 h 380"/>
                <a:gd name="T2" fmla="*/ 13 w 381"/>
                <a:gd name="T3" fmla="*/ 20 h 380"/>
                <a:gd name="T4" fmla="*/ 15 w 381"/>
                <a:gd name="T5" fmla="*/ 19 h 380"/>
                <a:gd name="T6" fmla="*/ 16 w 381"/>
                <a:gd name="T7" fmla="*/ 18 h 380"/>
                <a:gd name="T8" fmla="*/ 18 w 381"/>
                <a:gd name="T9" fmla="*/ 16 h 380"/>
                <a:gd name="T10" fmla="*/ 19 w 381"/>
                <a:gd name="T11" fmla="*/ 15 h 380"/>
                <a:gd name="T12" fmla="*/ 20 w 381"/>
                <a:gd name="T13" fmla="*/ 13 h 380"/>
                <a:gd name="T14" fmla="*/ 20 w 381"/>
                <a:gd name="T15" fmla="*/ 11 h 380"/>
                <a:gd name="T16" fmla="*/ 20 w 381"/>
                <a:gd name="T17" fmla="*/ 9 h 380"/>
                <a:gd name="T18" fmla="*/ 20 w 381"/>
                <a:gd name="T19" fmla="*/ 7 h 380"/>
                <a:gd name="T20" fmla="*/ 19 w 381"/>
                <a:gd name="T21" fmla="*/ 5 h 380"/>
                <a:gd name="T22" fmla="*/ 18 w 381"/>
                <a:gd name="T23" fmla="*/ 4 h 380"/>
                <a:gd name="T24" fmla="*/ 16 w 381"/>
                <a:gd name="T25" fmla="*/ 2 h 380"/>
                <a:gd name="T26" fmla="*/ 15 w 381"/>
                <a:gd name="T27" fmla="*/ 1 h 380"/>
                <a:gd name="T28" fmla="*/ 13 w 381"/>
                <a:gd name="T29" fmla="*/ 0 h 380"/>
                <a:gd name="T30" fmla="*/ 11 w 381"/>
                <a:gd name="T31" fmla="*/ 0 h 380"/>
                <a:gd name="T32" fmla="*/ 9 w 381"/>
                <a:gd name="T33" fmla="*/ 0 h 380"/>
                <a:gd name="T34" fmla="*/ 7 w 381"/>
                <a:gd name="T35" fmla="*/ 0 h 380"/>
                <a:gd name="T36" fmla="*/ 5 w 381"/>
                <a:gd name="T37" fmla="*/ 1 h 380"/>
                <a:gd name="T38" fmla="*/ 4 w 381"/>
                <a:gd name="T39" fmla="*/ 2 h 380"/>
                <a:gd name="T40" fmla="*/ 2 w 381"/>
                <a:gd name="T41" fmla="*/ 4 h 380"/>
                <a:gd name="T42" fmla="*/ 1 w 381"/>
                <a:gd name="T43" fmla="*/ 5 h 380"/>
                <a:gd name="T44" fmla="*/ 0 w 381"/>
                <a:gd name="T45" fmla="*/ 7 h 380"/>
                <a:gd name="T46" fmla="*/ 0 w 381"/>
                <a:gd name="T47" fmla="*/ 9 h 380"/>
                <a:gd name="T48" fmla="*/ 0 w 381"/>
                <a:gd name="T49" fmla="*/ 11 h 380"/>
                <a:gd name="T50" fmla="*/ 0 w 381"/>
                <a:gd name="T51" fmla="*/ 13 h 380"/>
                <a:gd name="T52" fmla="*/ 1 w 381"/>
                <a:gd name="T53" fmla="*/ 15 h 380"/>
                <a:gd name="T54" fmla="*/ 2 w 381"/>
                <a:gd name="T55" fmla="*/ 16 h 380"/>
                <a:gd name="T56" fmla="*/ 4 w 381"/>
                <a:gd name="T57" fmla="*/ 18 h 380"/>
                <a:gd name="T58" fmla="*/ 5 w 381"/>
                <a:gd name="T59" fmla="*/ 19 h 380"/>
                <a:gd name="T60" fmla="*/ 7 w 381"/>
                <a:gd name="T61" fmla="*/ 20 h 380"/>
                <a:gd name="T62" fmla="*/ 9 w 381"/>
                <a:gd name="T63" fmla="*/ 20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1" h="380">
                  <a:moveTo>
                    <a:pt x="190" y="380"/>
                  </a:moveTo>
                  <a:lnTo>
                    <a:pt x="209" y="379"/>
                  </a:lnTo>
                  <a:lnTo>
                    <a:pt x="228" y="376"/>
                  </a:lnTo>
                  <a:lnTo>
                    <a:pt x="247" y="372"/>
                  </a:lnTo>
                  <a:lnTo>
                    <a:pt x="264" y="366"/>
                  </a:lnTo>
                  <a:lnTo>
                    <a:pt x="281" y="357"/>
                  </a:lnTo>
                  <a:lnTo>
                    <a:pt x="297" y="348"/>
                  </a:lnTo>
                  <a:lnTo>
                    <a:pt x="311" y="337"/>
                  </a:lnTo>
                  <a:lnTo>
                    <a:pt x="325" y="324"/>
                  </a:lnTo>
                  <a:lnTo>
                    <a:pt x="337" y="311"/>
                  </a:lnTo>
                  <a:lnTo>
                    <a:pt x="348" y="296"/>
                  </a:lnTo>
                  <a:lnTo>
                    <a:pt x="358" y="281"/>
                  </a:lnTo>
                  <a:lnTo>
                    <a:pt x="365" y="264"/>
                  </a:lnTo>
                  <a:lnTo>
                    <a:pt x="372" y="246"/>
                  </a:lnTo>
                  <a:lnTo>
                    <a:pt x="376" y="229"/>
                  </a:lnTo>
                  <a:lnTo>
                    <a:pt x="380" y="209"/>
                  </a:lnTo>
                  <a:lnTo>
                    <a:pt x="381" y="190"/>
                  </a:lnTo>
                  <a:lnTo>
                    <a:pt x="380" y="171"/>
                  </a:lnTo>
                  <a:lnTo>
                    <a:pt x="376" y="152"/>
                  </a:lnTo>
                  <a:lnTo>
                    <a:pt x="372" y="133"/>
                  </a:lnTo>
                  <a:lnTo>
                    <a:pt x="365" y="116"/>
                  </a:lnTo>
                  <a:lnTo>
                    <a:pt x="358" y="99"/>
                  </a:lnTo>
                  <a:lnTo>
                    <a:pt x="348" y="84"/>
                  </a:lnTo>
                  <a:lnTo>
                    <a:pt x="337" y="69"/>
                  </a:lnTo>
                  <a:lnTo>
                    <a:pt x="325" y="56"/>
                  </a:lnTo>
                  <a:lnTo>
                    <a:pt x="311" y="43"/>
                  </a:lnTo>
                  <a:lnTo>
                    <a:pt x="297" y="33"/>
                  </a:lnTo>
                  <a:lnTo>
                    <a:pt x="281" y="22"/>
                  </a:lnTo>
                  <a:lnTo>
                    <a:pt x="264" y="15"/>
                  </a:lnTo>
                  <a:lnTo>
                    <a:pt x="247" y="8"/>
                  </a:lnTo>
                  <a:lnTo>
                    <a:pt x="228" y="4"/>
                  </a:lnTo>
                  <a:lnTo>
                    <a:pt x="209" y="1"/>
                  </a:lnTo>
                  <a:lnTo>
                    <a:pt x="190" y="0"/>
                  </a:lnTo>
                  <a:lnTo>
                    <a:pt x="171" y="1"/>
                  </a:lnTo>
                  <a:lnTo>
                    <a:pt x="151" y="4"/>
                  </a:lnTo>
                  <a:lnTo>
                    <a:pt x="134" y="8"/>
                  </a:lnTo>
                  <a:lnTo>
                    <a:pt x="116" y="15"/>
                  </a:lnTo>
                  <a:lnTo>
                    <a:pt x="99" y="22"/>
                  </a:lnTo>
                  <a:lnTo>
                    <a:pt x="84" y="33"/>
                  </a:lnTo>
                  <a:lnTo>
                    <a:pt x="69" y="43"/>
                  </a:lnTo>
                  <a:lnTo>
                    <a:pt x="56" y="56"/>
                  </a:lnTo>
                  <a:lnTo>
                    <a:pt x="43" y="69"/>
                  </a:lnTo>
                  <a:lnTo>
                    <a:pt x="32" y="84"/>
                  </a:lnTo>
                  <a:lnTo>
                    <a:pt x="23" y="99"/>
                  </a:lnTo>
                  <a:lnTo>
                    <a:pt x="14" y="116"/>
                  </a:lnTo>
                  <a:lnTo>
                    <a:pt x="8" y="133"/>
                  </a:lnTo>
                  <a:lnTo>
                    <a:pt x="4" y="152"/>
                  </a:lnTo>
                  <a:lnTo>
                    <a:pt x="1" y="171"/>
                  </a:lnTo>
                  <a:lnTo>
                    <a:pt x="0" y="190"/>
                  </a:lnTo>
                  <a:lnTo>
                    <a:pt x="1" y="209"/>
                  </a:lnTo>
                  <a:lnTo>
                    <a:pt x="4" y="229"/>
                  </a:lnTo>
                  <a:lnTo>
                    <a:pt x="8" y="246"/>
                  </a:lnTo>
                  <a:lnTo>
                    <a:pt x="14" y="264"/>
                  </a:lnTo>
                  <a:lnTo>
                    <a:pt x="23" y="281"/>
                  </a:lnTo>
                  <a:lnTo>
                    <a:pt x="32" y="296"/>
                  </a:lnTo>
                  <a:lnTo>
                    <a:pt x="43" y="311"/>
                  </a:lnTo>
                  <a:lnTo>
                    <a:pt x="56" y="324"/>
                  </a:lnTo>
                  <a:lnTo>
                    <a:pt x="69" y="337"/>
                  </a:lnTo>
                  <a:lnTo>
                    <a:pt x="84" y="348"/>
                  </a:lnTo>
                  <a:lnTo>
                    <a:pt x="99" y="357"/>
                  </a:lnTo>
                  <a:lnTo>
                    <a:pt x="116" y="366"/>
                  </a:lnTo>
                  <a:lnTo>
                    <a:pt x="134" y="372"/>
                  </a:lnTo>
                  <a:lnTo>
                    <a:pt x="151" y="376"/>
                  </a:lnTo>
                  <a:lnTo>
                    <a:pt x="171" y="379"/>
                  </a:lnTo>
                  <a:lnTo>
                    <a:pt x="190" y="380"/>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b="1"/>
            </a:p>
          </p:txBody>
        </p:sp>
        <p:sp>
          <p:nvSpPr>
            <p:cNvPr id="25" name="Freeform 209"/>
            <p:cNvSpPr>
              <a:spLocks/>
            </p:cNvSpPr>
            <p:nvPr/>
          </p:nvSpPr>
          <p:spPr bwMode="auto">
            <a:xfrm>
              <a:off x="1115" y="3623"/>
              <a:ext cx="21" cy="20"/>
            </a:xfrm>
            <a:custGeom>
              <a:avLst/>
              <a:gdLst>
                <a:gd name="T0" fmla="*/ 12 w 381"/>
                <a:gd name="T1" fmla="*/ 20 h 380"/>
                <a:gd name="T2" fmla="*/ 14 w 381"/>
                <a:gd name="T3" fmla="*/ 20 h 380"/>
                <a:gd name="T4" fmla="*/ 15 w 381"/>
                <a:gd name="T5" fmla="*/ 19 h 380"/>
                <a:gd name="T6" fmla="*/ 17 w 381"/>
                <a:gd name="T7" fmla="*/ 18 h 380"/>
                <a:gd name="T8" fmla="*/ 19 w 381"/>
                <a:gd name="T9" fmla="*/ 16 h 380"/>
                <a:gd name="T10" fmla="*/ 20 w 381"/>
                <a:gd name="T11" fmla="*/ 15 h 380"/>
                <a:gd name="T12" fmla="*/ 21 w 381"/>
                <a:gd name="T13" fmla="*/ 13 h 380"/>
                <a:gd name="T14" fmla="*/ 21 w 381"/>
                <a:gd name="T15" fmla="*/ 11 h 380"/>
                <a:gd name="T16" fmla="*/ 21 w 381"/>
                <a:gd name="T17" fmla="*/ 9 h 380"/>
                <a:gd name="T18" fmla="*/ 21 w 381"/>
                <a:gd name="T19" fmla="*/ 7 h 380"/>
                <a:gd name="T20" fmla="*/ 20 w 381"/>
                <a:gd name="T21" fmla="*/ 5 h 380"/>
                <a:gd name="T22" fmla="*/ 19 w 381"/>
                <a:gd name="T23" fmla="*/ 4 h 380"/>
                <a:gd name="T24" fmla="*/ 17 w 381"/>
                <a:gd name="T25" fmla="*/ 2 h 380"/>
                <a:gd name="T26" fmla="*/ 15 w 381"/>
                <a:gd name="T27" fmla="*/ 1 h 380"/>
                <a:gd name="T28" fmla="*/ 14 w 381"/>
                <a:gd name="T29" fmla="*/ 0 h 380"/>
                <a:gd name="T30" fmla="*/ 12 w 381"/>
                <a:gd name="T31" fmla="*/ 0 h 380"/>
                <a:gd name="T32" fmla="*/ 9 w 381"/>
                <a:gd name="T33" fmla="*/ 0 h 380"/>
                <a:gd name="T34" fmla="*/ 7 w 381"/>
                <a:gd name="T35" fmla="*/ 0 h 380"/>
                <a:gd name="T36" fmla="*/ 5 w 381"/>
                <a:gd name="T37" fmla="*/ 1 h 380"/>
                <a:gd name="T38" fmla="*/ 4 w 381"/>
                <a:gd name="T39" fmla="*/ 2 h 380"/>
                <a:gd name="T40" fmla="*/ 2 w 381"/>
                <a:gd name="T41" fmla="*/ 4 h 380"/>
                <a:gd name="T42" fmla="*/ 1 w 381"/>
                <a:gd name="T43" fmla="*/ 5 h 380"/>
                <a:gd name="T44" fmla="*/ 0 w 381"/>
                <a:gd name="T45" fmla="*/ 7 h 380"/>
                <a:gd name="T46" fmla="*/ 0 w 381"/>
                <a:gd name="T47" fmla="*/ 9 h 380"/>
                <a:gd name="T48" fmla="*/ 0 w 381"/>
                <a:gd name="T49" fmla="*/ 11 h 380"/>
                <a:gd name="T50" fmla="*/ 0 w 381"/>
                <a:gd name="T51" fmla="*/ 13 h 380"/>
                <a:gd name="T52" fmla="*/ 1 w 381"/>
                <a:gd name="T53" fmla="*/ 15 h 380"/>
                <a:gd name="T54" fmla="*/ 2 w 381"/>
                <a:gd name="T55" fmla="*/ 16 h 380"/>
                <a:gd name="T56" fmla="*/ 4 w 381"/>
                <a:gd name="T57" fmla="*/ 18 h 380"/>
                <a:gd name="T58" fmla="*/ 5 w 381"/>
                <a:gd name="T59" fmla="*/ 19 h 380"/>
                <a:gd name="T60" fmla="*/ 7 w 381"/>
                <a:gd name="T61" fmla="*/ 20 h 380"/>
                <a:gd name="T62" fmla="*/ 9 w 381"/>
                <a:gd name="T63" fmla="*/ 20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1" h="380">
                  <a:moveTo>
                    <a:pt x="191" y="380"/>
                  </a:moveTo>
                  <a:lnTo>
                    <a:pt x="210" y="379"/>
                  </a:lnTo>
                  <a:lnTo>
                    <a:pt x="229" y="376"/>
                  </a:lnTo>
                  <a:lnTo>
                    <a:pt x="247" y="372"/>
                  </a:lnTo>
                  <a:lnTo>
                    <a:pt x="264" y="366"/>
                  </a:lnTo>
                  <a:lnTo>
                    <a:pt x="281" y="357"/>
                  </a:lnTo>
                  <a:lnTo>
                    <a:pt x="296" y="348"/>
                  </a:lnTo>
                  <a:lnTo>
                    <a:pt x="311" y="337"/>
                  </a:lnTo>
                  <a:lnTo>
                    <a:pt x="326" y="324"/>
                  </a:lnTo>
                  <a:lnTo>
                    <a:pt x="337" y="311"/>
                  </a:lnTo>
                  <a:lnTo>
                    <a:pt x="348" y="296"/>
                  </a:lnTo>
                  <a:lnTo>
                    <a:pt x="358" y="281"/>
                  </a:lnTo>
                  <a:lnTo>
                    <a:pt x="366" y="264"/>
                  </a:lnTo>
                  <a:lnTo>
                    <a:pt x="372" y="246"/>
                  </a:lnTo>
                  <a:lnTo>
                    <a:pt x="377" y="229"/>
                  </a:lnTo>
                  <a:lnTo>
                    <a:pt x="379" y="209"/>
                  </a:lnTo>
                  <a:lnTo>
                    <a:pt x="381" y="190"/>
                  </a:lnTo>
                  <a:lnTo>
                    <a:pt x="379" y="171"/>
                  </a:lnTo>
                  <a:lnTo>
                    <a:pt x="377" y="152"/>
                  </a:lnTo>
                  <a:lnTo>
                    <a:pt x="372" y="133"/>
                  </a:lnTo>
                  <a:lnTo>
                    <a:pt x="366" y="116"/>
                  </a:lnTo>
                  <a:lnTo>
                    <a:pt x="358" y="99"/>
                  </a:lnTo>
                  <a:lnTo>
                    <a:pt x="348" y="84"/>
                  </a:lnTo>
                  <a:lnTo>
                    <a:pt x="337" y="69"/>
                  </a:lnTo>
                  <a:lnTo>
                    <a:pt x="326" y="56"/>
                  </a:lnTo>
                  <a:lnTo>
                    <a:pt x="311" y="43"/>
                  </a:lnTo>
                  <a:lnTo>
                    <a:pt x="296" y="33"/>
                  </a:lnTo>
                  <a:lnTo>
                    <a:pt x="281" y="22"/>
                  </a:lnTo>
                  <a:lnTo>
                    <a:pt x="264" y="15"/>
                  </a:lnTo>
                  <a:lnTo>
                    <a:pt x="247" y="8"/>
                  </a:lnTo>
                  <a:lnTo>
                    <a:pt x="229" y="4"/>
                  </a:lnTo>
                  <a:lnTo>
                    <a:pt x="210" y="1"/>
                  </a:lnTo>
                  <a:lnTo>
                    <a:pt x="191" y="0"/>
                  </a:lnTo>
                  <a:lnTo>
                    <a:pt x="171" y="1"/>
                  </a:lnTo>
                  <a:lnTo>
                    <a:pt x="152" y="4"/>
                  </a:lnTo>
                  <a:lnTo>
                    <a:pt x="133" y="8"/>
                  </a:lnTo>
                  <a:lnTo>
                    <a:pt x="116" y="15"/>
                  </a:lnTo>
                  <a:lnTo>
                    <a:pt x="99" y="22"/>
                  </a:lnTo>
                  <a:lnTo>
                    <a:pt x="84" y="33"/>
                  </a:lnTo>
                  <a:lnTo>
                    <a:pt x="69" y="43"/>
                  </a:lnTo>
                  <a:lnTo>
                    <a:pt x="56" y="56"/>
                  </a:lnTo>
                  <a:lnTo>
                    <a:pt x="43" y="69"/>
                  </a:lnTo>
                  <a:lnTo>
                    <a:pt x="33" y="84"/>
                  </a:lnTo>
                  <a:lnTo>
                    <a:pt x="22" y="99"/>
                  </a:lnTo>
                  <a:lnTo>
                    <a:pt x="15" y="116"/>
                  </a:lnTo>
                  <a:lnTo>
                    <a:pt x="9" y="133"/>
                  </a:lnTo>
                  <a:lnTo>
                    <a:pt x="4" y="152"/>
                  </a:lnTo>
                  <a:lnTo>
                    <a:pt x="1" y="171"/>
                  </a:lnTo>
                  <a:lnTo>
                    <a:pt x="0" y="190"/>
                  </a:lnTo>
                  <a:lnTo>
                    <a:pt x="1" y="209"/>
                  </a:lnTo>
                  <a:lnTo>
                    <a:pt x="4" y="229"/>
                  </a:lnTo>
                  <a:lnTo>
                    <a:pt x="9" y="246"/>
                  </a:lnTo>
                  <a:lnTo>
                    <a:pt x="15" y="264"/>
                  </a:lnTo>
                  <a:lnTo>
                    <a:pt x="22" y="281"/>
                  </a:lnTo>
                  <a:lnTo>
                    <a:pt x="33" y="296"/>
                  </a:lnTo>
                  <a:lnTo>
                    <a:pt x="43" y="311"/>
                  </a:lnTo>
                  <a:lnTo>
                    <a:pt x="56" y="324"/>
                  </a:lnTo>
                  <a:lnTo>
                    <a:pt x="69" y="337"/>
                  </a:lnTo>
                  <a:lnTo>
                    <a:pt x="84" y="348"/>
                  </a:lnTo>
                  <a:lnTo>
                    <a:pt x="99" y="357"/>
                  </a:lnTo>
                  <a:lnTo>
                    <a:pt x="116" y="366"/>
                  </a:lnTo>
                  <a:lnTo>
                    <a:pt x="133" y="372"/>
                  </a:lnTo>
                  <a:lnTo>
                    <a:pt x="152" y="376"/>
                  </a:lnTo>
                  <a:lnTo>
                    <a:pt x="171" y="379"/>
                  </a:lnTo>
                  <a:lnTo>
                    <a:pt x="191" y="380"/>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b="1"/>
            </a:p>
          </p:txBody>
        </p:sp>
        <p:sp>
          <p:nvSpPr>
            <p:cNvPr id="26" name="Freeform 210"/>
            <p:cNvSpPr>
              <a:spLocks/>
            </p:cNvSpPr>
            <p:nvPr/>
          </p:nvSpPr>
          <p:spPr bwMode="auto">
            <a:xfrm>
              <a:off x="630" y="3678"/>
              <a:ext cx="627" cy="110"/>
            </a:xfrm>
            <a:custGeom>
              <a:avLst/>
              <a:gdLst>
                <a:gd name="T0" fmla="*/ 58 w 11914"/>
                <a:gd name="T1" fmla="*/ 0 h 2078"/>
                <a:gd name="T2" fmla="*/ 0 w 11914"/>
                <a:gd name="T3" fmla="*/ 110 h 2078"/>
                <a:gd name="T4" fmla="*/ 627 w 11914"/>
                <a:gd name="T5" fmla="*/ 110 h 2078"/>
                <a:gd name="T6" fmla="*/ 600 w 11914"/>
                <a:gd name="T7" fmla="*/ 0 h 2078"/>
                <a:gd name="T8" fmla="*/ 58 w 11914"/>
                <a:gd name="T9" fmla="*/ 0 h 20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914" h="2078">
                  <a:moveTo>
                    <a:pt x="1096" y="0"/>
                  </a:moveTo>
                  <a:lnTo>
                    <a:pt x="0" y="2078"/>
                  </a:lnTo>
                  <a:lnTo>
                    <a:pt x="11914" y="2078"/>
                  </a:lnTo>
                  <a:lnTo>
                    <a:pt x="11395" y="0"/>
                  </a:lnTo>
                  <a:lnTo>
                    <a:pt x="1096" y="0"/>
                  </a:lnTo>
                  <a:close/>
                </a:path>
              </a:pathLst>
            </a:custGeom>
            <a:gradFill flip="none" rotWithShape="1">
              <a:gsLst>
                <a:gs pos="0">
                  <a:schemeClr val="tx1">
                    <a:tint val="66000"/>
                    <a:satMod val="160000"/>
                  </a:schemeClr>
                </a:gs>
                <a:gs pos="61000">
                  <a:schemeClr val="tx1">
                    <a:tint val="44500"/>
                    <a:satMod val="160000"/>
                  </a:schemeClr>
                </a:gs>
                <a:gs pos="100000">
                  <a:schemeClr val="tx1">
                    <a:tint val="23500"/>
                    <a:satMod val="160000"/>
                  </a:schemeClr>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b="1"/>
            </a:p>
          </p:txBody>
        </p:sp>
      </p:grpSp>
      <p:grpSp>
        <p:nvGrpSpPr>
          <p:cNvPr id="27" name="Group 202"/>
          <p:cNvGrpSpPr>
            <a:grpSpLocks/>
          </p:cNvGrpSpPr>
          <p:nvPr/>
        </p:nvGrpSpPr>
        <p:grpSpPr bwMode="auto">
          <a:xfrm>
            <a:off x="8615486" y="4095853"/>
            <a:ext cx="657455" cy="630085"/>
            <a:chOff x="630" y="3200"/>
            <a:chExt cx="627" cy="604"/>
          </a:xfrm>
        </p:grpSpPr>
        <p:sp>
          <p:nvSpPr>
            <p:cNvPr id="28" name="Freeform 203"/>
            <p:cNvSpPr>
              <a:spLocks/>
            </p:cNvSpPr>
            <p:nvPr/>
          </p:nvSpPr>
          <p:spPr bwMode="auto">
            <a:xfrm>
              <a:off x="666" y="3200"/>
              <a:ext cx="560" cy="456"/>
            </a:xfrm>
            <a:custGeom>
              <a:avLst/>
              <a:gdLst>
                <a:gd name="T0" fmla="*/ 529 w 10643"/>
                <a:gd name="T1" fmla="*/ 0 h 8672"/>
                <a:gd name="T2" fmla="*/ 534 w 10643"/>
                <a:gd name="T3" fmla="*/ 1 h 8672"/>
                <a:gd name="T4" fmla="*/ 539 w 10643"/>
                <a:gd name="T5" fmla="*/ 2 h 8672"/>
                <a:gd name="T6" fmla="*/ 543 w 10643"/>
                <a:gd name="T7" fmla="*/ 4 h 8672"/>
                <a:gd name="T8" fmla="*/ 547 w 10643"/>
                <a:gd name="T9" fmla="*/ 7 h 8672"/>
                <a:gd name="T10" fmla="*/ 551 w 10643"/>
                <a:gd name="T11" fmla="*/ 10 h 8672"/>
                <a:gd name="T12" fmla="*/ 554 w 10643"/>
                <a:gd name="T13" fmla="*/ 13 h 8672"/>
                <a:gd name="T14" fmla="*/ 556 w 10643"/>
                <a:gd name="T15" fmla="*/ 17 h 8672"/>
                <a:gd name="T16" fmla="*/ 558 w 10643"/>
                <a:gd name="T17" fmla="*/ 21 h 8672"/>
                <a:gd name="T18" fmla="*/ 559 w 10643"/>
                <a:gd name="T19" fmla="*/ 26 h 8672"/>
                <a:gd name="T20" fmla="*/ 560 w 10643"/>
                <a:gd name="T21" fmla="*/ 31 h 8672"/>
                <a:gd name="T22" fmla="*/ 560 w 10643"/>
                <a:gd name="T23" fmla="*/ 425 h 8672"/>
                <a:gd name="T24" fmla="*/ 559 w 10643"/>
                <a:gd name="T25" fmla="*/ 430 h 8672"/>
                <a:gd name="T26" fmla="*/ 558 w 10643"/>
                <a:gd name="T27" fmla="*/ 435 h 8672"/>
                <a:gd name="T28" fmla="*/ 556 w 10643"/>
                <a:gd name="T29" fmla="*/ 439 h 8672"/>
                <a:gd name="T30" fmla="*/ 554 w 10643"/>
                <a:gd name="T31" fmla="*/ 443 h 8672"/>
                <a:gd name="T32" fmla="*/ 551 w 10643"/>
                <a:gd name="T33" fmla="*/ 446 h 8672"/>
                <a:gd name="T34" fmla="*/ 547 w 10643"/>
                <a:gd name="T35" fmla="*/ 449 h 8672"/>
                <a:gd name="T36" fmla="*/ 543 w 10643"/>
                <a:gd name="T37" fmla="*/ 452 h 8672"/>
                <a:gd name="T38" fmla="*/ 539 w 10643"/>
                <a:gd name="T39" fmla="*/ 454 h 8672"/>
                <a:gd name="T40" fmla="*/ 534 w 10643"/>
                <a:gd name="T41" fmla="*/ 455 h 8672"/>
                <a:gd name="T42" fmla="*/ 529 w 10643"/>
                <a:gd name="T43" fmla="*/ 456 h 8672"/>
                <a:gd name="T44" fmla="*/ 31 w 10643"/>
                <a:gd name="T45" fmla="*/ 456 h 8672"/>
                <a:gd name="T46" fmla="*/ 26 w 10643"/>
                <a:gd name="T47" fmla="*/ 455 h 8672"/>
                <a:gd name="T48" fmla="*/ 21 w 10643"/>
                <a:gd name="T49" fmla="*/ 454 h 8672"/>
                <a:gd name="T50" fmla="*/ 17 w 10643"/>
                <a:gd name="T51" fmla="*/ 452 h 8672"/>
                <a:gd name="T52" fmla="*/ 13 w 10643"/>
                <a:gd name="T53" fmla="*/ 449 h 8672"/>
                <a:gd name="T54" fmla="*/ 10 w 10643"/>
                <a:gd name="T55" fmla="*/ 446 h 8672"/>
                <a:gd name="T56" fmla="*/ 6 w 10643"/>
                <a:gd name="T57" fmla="*/ 443 h 8672"/>
                <a:gd name="T58" fmla="*/ 4 w 10643"/>
                <a:gd name="T59" fmla="*/ 439 h 8672"/>
                <a:gd name="T60" fmla="*/ 2 w 10643"/>
                <a:gd name="T61" fmla="*/ 435 h 8672"/>
                <a:gd name="T62" fmla="*/ 1 w 10643"/>
                <a:gd name="T63" fmla="*/ 430 h 8672"/>
                <a:gd name="T64" fmla="*/ 0 w 10643"/>
                <a:gd name="T65" fmla="*/ 425 h 8672"/>
                <a:gd name="T66" fmla="*/ 0 w 10643"/>
                <a:gd name="T67" fmla="*/ 31 h 8672"/>
                <a:gd name="T68" fmla="*/ 1 w 10643"/>
                <a:gd name="T69" fmla="*/ 26 h 8672"/>
                <a:gd name="T70" fmla="*/ 2 w 10643"/>
                <a:gd name="T71" fmla="*/ 21 h 8672"/>
                <a:gd name="T72" fmla="*/ 4 w 10643"/>
                <a:gd name="T73" fmla="*/ 17 h 8672"/>
                <a:gd name="T74" fmla="*/ 6 w 10643"/>
                <a:gd name="T75" fmla="*/ 13 h 8672"/>
                <a:gd name="T76" fmla="*/ 10 w 10643"/>
                <a:gd name="T77" fmla="*/ 10 h 8672"/>
                <a:gd name="T78" fmla="*/ 13 w 10643"/>
                <a:gd name="T79" fmla="*/ 7 h 8672"/>
                <a:gd name="T80" fmla="*/ 17 w 10643"/>
                <a:gd name="T81" fmla="*/ 4 h 8672"/>
                <a:gd name="T82" fmla="*/ 21 w 10643"/>
                <a:gd name="T83" fmla="*/ 2 h 8672"/>
                <a:gd name="T84" fmla="*/ 26 w 10643"/>
                <a:gd name="T85" fmla="*/ 1 h 8672"/>
                <a:gd name="T86" fmla="*/ 31 w 10643"/>
                <a:gd name="T87" fmla="*/ 0 h 867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0643" h="8672">
                  <a:moveTo>
                    <a:pt x="617" y="0"/>
                  </a:moveTo>
                  <a:lnTo>
                    <a:pt x="10027" y="0"/>
                  </a:lnTo>
                  <a:lnTo>
                    <a:pt x="10058" y="1"/>
                  </a:lnTo>
                  <a:lnTo>
                    <a:pt x="10089" y="3"/>
                  </a:lnTo>
                  <a:lnTo>
                    <a:pt x="10120" y="8"/>
                  </a:lnTo>
                  <a:lnTo>
                    <a:pt x="10150" y="13"/>
                  </a:lnTo>
                  <a:lnTo>
                    <a:pt x="10180" y="20"/>
                  </a:lnTo>
                  <a:lnTo>
                    <a:pt x="10210" y="28"/>
                  </a:lnTo>
                  <a:lnTo>
                    <a:pt x="10238" y="38"/>
                  </a:lnTo>
                  <a:lnTo>
                    <a:pt x="10266" y="49"/>
                  </a:lnTo>
                  <a:lnTo>
                    <a:pt x="10294" y="62"/>
                  </a:lnTo>
                  <a:lnTo>
                    <a:pt x="10320" y="75"/>
                  </a:lnTo>
                  <a:lnTo>
                    <a:pt x="10345" y="91"/>
                  </a:lnTo>
                  <a:lnTo>
                    <a:pt x="10370" y="106"/>
                  </a:lnTo>
                  <a:lnTo>
                    <a:pt x="10395" y="124"/>
                  </a:lnTo>
                  <a:lnTo>
                    <a:pt x="10418" y="141"/>
                  </a:lnTo>
                  <a:lnTo>
                    <a:pt x="10441" y="161"/>
                  </a:lnTo>
                  <a:lnTo>
                    <a:pt x="10463" y="182"/>
                  </a:lnTo>
                  <a:lnTo>
                    <a:pt x="10482" y="203"/>
                  </a:lnTo>
                  <a:lnTo>
                    <a:pt x="10502" y="225"/>
                  </a:lnTo>
                  <a:lnTo>
                    <a:pt x="10521" y="249"/>
                  </a:lnTo>
                  <a:lnTo>
                    <a:pt x="10537" y="273"/>
                  </a:lnTo>
                  <a:lnTo>
                    <a:pt x="10554" y="298"/>
                  </a:lnTo>
                  <a:lnTo>
                    <a:pt x="10569" y="324"/>
                  </a:lnTo>
                  <a:lnTo>
                    <a:pt x="10582" y="351"/>
                  </a:lnTo>
                  <a:lnTo>
                    <a:pt x="10595" y="378"/>
                  </a:lnTo>
                  <a:lnTo>
                    <a:pt x="10606" y="406"/>
                  </a:lnTo>
                  <a:lnTo>
                    <a:pt x="10615" y="434"/>
                  </a:lnTo>
                  <a:lnTo>
                    <a:pt x="10624" y="464"/>
                  </a:lnTo>
                  <a:lnTo>
                    <a:pt x="10631" y="493"/>
                  </a:lnTo>
                  <a:lnTo>
                    <a:pt x="10636" y="523"/>
                  </a:lnTo>
                  <a:lnTo>
                    <a:pt x="10640" y="554"/>
                  </a:lnTo>
                  <a:lnTo>
                    <a:pt x="10642" y="585"/>
                  </a:lnTo>
                  <a:lnTo>
                    <a:pt x="10643" y="618"/>
                  </a:lnTo>
                  <a:lnTo>
                    <a:pt x="10643" y="8054"/>
                  </a:lnTo>
                  <a:lnTo>
                    <a:pt x="10642" y="8087"/>
                  </a:lnTo>
                  <a:lnTo>
                    <a:pt x="10640" y="8118"/>
                  </a:lnTo>
                  <a:lnTo>
                    <a:pt x="10636" y="8149"/>
                  </a:lnTo>
                  <a:lnTo>
                    <a:pt x="10631" y="8179"/>
                  </a:lnTo>
                  <a:lnTo>
                    <a:pt x="10624" y="8208"/>
                  </a:lnTo>
                  <a:lnTo>
                    <a:pt x="10615" y="8238"/>
                  </a:lnTo>
                  <a:lnTo>
                    <a:pt x="10606" y="8266"/>
                  </a:lnTo>
                  <a:lnTo>
                    <a:pt x="10595" y="8294"/>
                  </a:lnTo>
                  <a:lnTo>
                    <a:pt x="10582" y="8322"/>
                  </a:lnTo>
                  <a:lnTo>
                    <a:pt x="10569" y="8348"/>
                  </a:lnTo>
                  <a:lnTo>
                    <a:pt x="10554" y="8374"/>
                  </a:lnTo>
                  <a:lnTo>
                    <a:pt x="10537" y="8399"/>
                  </a:lnTo>
                  <a:lnTo>
                    <a:pt x="10521" y="8423"/>
                  </a:lnTo>
                  <a:lnTo>
                    <a:pt x="10502" y="8446"/>
                  </a:lnTo>
                  <a:lnTo>
                    <a:pt x="10482" y="8469"/>
                  </a:lnTo>
                  <a:lnTo>
                    <a:pt x="10463" y="8490"/>
                  </a:lnTo>
                  <a:lnTo>
                    <a:pt x="10441" y="8511"/>
                  </a:lnTo>
                  <a:lnTo>
                    <a:pt x="10418" y="8530"/>
                  </a:lnTo>
                  <a:lnTo>
                    <a:pt x="10395" y="8548"/>
                  </a:lnTo>
                  <a:lnTo>
                    <a:pt x="10370" y="8566"/>
                  </a:lnTo>
                  <a:lnTo>
                    <a:pt x="10345" y="8582"/>
                  </a:lnTo>
                  <a:lnTo>
                    <a:pt x="10320" y="8597"/>
                  </a:lnTo>
                  <a:lnTo>
                    <a:pt x="10294" y="8610"/>
                  </a:lnTo>
                  <a:lnTo>
                    <a:pt x="10266" y="8623"/>
                  </a:lnTo>
                  <a:lnTo>
                    <a:pt x="10238" y="8634"/>
                  </a:lnTo>
                  <a:lnTo>
                    <a:pt x="10210" y="8644"/>
                  </a:lnTo>
                  <a:lnTo>
                    <a:pt x="10180" y="8652"/>
                  </a:lnTo>
                  <a:lnTo>
                    <a:pt x="10150" y="8659"/>
                  </a:lnTo>
                  <a:lnTo>
                    <a:pt x="10120" y="8664"/>
                  </a:lnTo>
                  <a:lnTo>
                    <a:pt x="10089" y="8668"/>
                  </a:lnTo>
                  <a:lnTo>
                    <a:pt x="10058" y="8671"/>
                  </a:lnTo>
                  <a:lnTo>
                    <a:pt x="10027" y="8672"/>
                  </a:lnTo>
                  <a:lnTo>
                    <a:pt x="617" y="8672"/>
                  </a:lnTo>
                  <a:lnTo>
                    <a:pt x="585" y="8671"/>
                  </a:lnTo>
                  <a:lnTo>
                    <a:pt x="554" y="8668"/>
                  </a:lnTo>
                  <a:lnTo>
                    <a:pt x="524" y="8664"/>
                  </a:lnTo>
                  <a:lnTo>
                    <a:pt x="493" y="8659"/>
                  </a:lnTo>
                  <a:lnTo>
                    <a:pt x="464" y="8652"/>
                  </a:lnTo>
                  <a:lnTo>
                    <a:pt x="435" y="8644"/>
                  </a:lnTo>
                  <a:lnTo>
                    <a:pt x="406" y="8634"/>
                  </a:lnTo>
                  <a:lnTo>
                    <a:pt x="378" y="8623"/>
                  </a:lnTo>
                  <a:lnTo>
                    <a:pt x="351" y="8610"/>
                  </a:lnTo>
                  <a:lnTo>
                    <a:pt x="324" y="8597"/>
                  </a:lnTo>
                  <a:lnTo>
                    <a:pt x="298" y="8582"/>
                  </a:lnTo>
                  <a:lnTo>
                    <a:pt x="273" y="8566"/>
                  </a:lnTo>
                  <a:lnTo>
                    <a:pt x="249" y="8548"/>
                  </a:lnTo>
                  <a:lnTo>
                    <a:pt x="225" y="8530"/>
                  </a:lnTo>
                  <a:lnTo>
                    <a:pt x="203" y="8511"/>
                  </a:lnTo>
                  <a:lnTo>
                    <a:pt x="182" y="8490"/>
                  </a:lnTo>
                  <a:lnTo>
                    <a:pt x="161" y="8469"/>
                  </a:lnTo>
                  <a:lnTo>
                    <a:pt x="141" y="8446"/>
                  </a:lnTo>
                  <a:lnTo>
                    <a:pt x="123" y="8423"/>
                  </a:lnTo>
                  <a:lnTo>
                    <a:pt x="106" y="8399"/>
                  </a:lnTo>
                  <a:lnTo>
                    <a:pt x="90" y="8374"/>
                  </a:lnTo>
                  <a:lnTo>
                    <a:pt x="75" y="8348"/>
                  </a:lnTo>
                  <a:lnTo>
                    <a:pt x="61" y="8322"/>
                  </a:lnTo>
                  <a:lnTo>
                    <a:pt x="49" y="8294"/>
                  </a:lnTo>
                  <a:lnTo>
                    <a:pt x="37" y="8266"/>
                  </a:lnTo>
                  <a:lnTo>
                    <a:pt x="28" y="8238"/>
                  </a:lnTo>
                  <a:lnTo>
                    <a:pt x="20" y="8208"/>
                  </a:lnTo>
                  <a:lnTo>
                    <a:pt x="12" y="8179"/>
                  </a:lnTo>
                  <a:lnTo>
                    <a:pt x="7" y="8149"/>
                  </a:lnTo>
                  <a:lnTo>
                    <a:pt x="3" y="8118"/>
                  </a:lnTo>
                  <a:lnTo>
                    <a:pt x="1" y="8087"/>
                  </a:lnTo>
                  <a:lnTo>
                    <a:pt x="0" y="8054"/>
                  </a:lnTo>
                  <a:lnTo>
                    <a:pt x="0" y="618"/>
                  </a:lnTo>
                  <a:lnTo>
                    <a:pt x="1" y="585"/>
                  </a:lnTo>
                  <a:lnTo>
                    <a:pt x="3" y="554"/>
                  </a:lnTo>
                  <a:lnTo>
                    <a:pt x="7" y="523"/>
                  </a:lnTo>
                  <a:lnTo>
                    <a:pt x="12" y="493"/>
                  </a:lnTo>
                  <a:lnTo>
                    <a:pt x="20" y="464"/>
                  </a:lnTo>
                  <a:lnTo>
                    <a:pt x="28" y="434"/>
                  </a:lnTo>
                  <a:lnTo>
                    <a:pt x="37" y="406"/>
                  </a:lnTo>
                  <a:lnTo>
                    <a:pt x="49" y="378"/>
                  </a:lnTo>
                  <a:lnTo>
                    <a:pt x="61" y="351"/>
                  </a:lnTo>
                  <a:lnTo>
                    <a:pt x="75" y="324"/>
                  </a:lnTo>
                  <a:lnTo>
                    <a:pt x="90" y="298"/>
                  </a:lnTo>
                  <a:lnTo>
                    <a:pt x="106" y="273"/>
                  </a:lnTo>
                  <a:lnTo>
                    <a:pt x="123" y="249"/>
                  </a:lnTo>
                  <a:lnTo>
                    <a:pt x="141" y="225"/>
                  </a:lnTo>
                  <a:lnTo>
                    <a:pt x="161" y="203"/>
                  </a:lnTo>
                  <a:lnTo>
                    <a:pt x="182" y="182"/>
                  </a:lnTo>
                  <a:lnTo>
                    <a:pt x="203" y="161"/>
                  </a:lnTo>
                  <a:lnTo>
                    <a:pt x="225" y="141"/>
                  </a:lnTo>
                  <a:lnTo>
                    <a:pt x="249" y="124"/>
                  </a:lnTo>
                  <a:lnTo>
                    <a:pt x="273" y="106"/>
                  </a:lnTo>
                  <a:lnTo>
                    <a:pt x="298" y="91"/>
                  </a:lnTo>
                  <a:lnTo>
                    <a:pt x="324" y="75"/>
                  </a:lnTo>
                  <a:lnTo>
                    <a:pt x="351" y="62"/>
                  </a:lnTo>
                  <a:lnTo>
                    <a:pt x="378" y="49"/>
                  </a:lnTo>
                  <a:lnTo>
                    <a:pt x="406" y="38"/>
                  </a:lnTo>
                  <a:lnTo>
                    <a:pt x="435" y="28"/>
                  </a:lnTo>
                  <a:lnTo>
                    <a:pt x="464" y="20"/>
                  </a:lnTo>
                  <a:lnTo>
                    <a:pt x="493" y="13"/>
                  </a:lnTo>
                  <a:lnTo>
                    <a:pt x="524" y="8"/>
                  </a:lnTo>
                  <a:lnTo>
                    <a:pt x="554" y="3"/>
                  </a:lnTo>
                  <a:lnTo>
                    <a:pt x="585" y="1"/>
                  </a:lnTo>
                  <a:lnTo>
                    <a:pt x="617" y="0"/>
                  </a:lnTo>
                  <a:close/>
                </a:path>
              </a:pathLst>
            </a:custGeom>
            <a:solidFill>
              <a:schemeClr val="bg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b="1"/>
            </a:p>
          </p:txBody>
        </p:sp>
        <p:sp>
          <p:nvSpPr>
            <p:cNvPr id="29" name="Rectangle 204"/>
            <p:cNvSpPr>
              <a:spLocks noChangeArrowheads="1"/>
            </p:cNvSpPr>
            <p:nvPr/>
          </p:nvSpPr>
          <p:spPr bwMode="auto">
            <a:xfrm>
              <a:off x="693" y="3240"/>
              <a:ext cx="503" cy="377"/>
            </a:xfrm>
            <a:prstGeom prst="rect">
              <a:avLst/>
            </a:prstGeom>
            <a:solidFill>
              <a:srgbClr val="1A104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b="1"/>
            </a:p>
          </p:txBody>
        </p:sp>
        <p:sp>
          <p:nvSpPr>
            <p:cNvPr id="30" name="Rectangle 205"/>
            <p:cNvSpPr>
              <a:spLocks noChangeArrowheads="1"/>
            </p:cNvSpPr>
            <p:nvPr/>
          </p:nvSpPr>
          <p:spPr bwMode="auto">
            <a:xfrm>
              <a:off x="716" y="3660"/>
              <a:ext cx="480" cy="12"/>
            </a:xfrm>
            <a:prstGeom prst="rect">
              <a:avLst/>
            </a:prstGeom>
            <a:solidFill>
              <a:srgbClr val="3253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b="1"/>
            </a:p>
          </p:txBody>
        </p:sp>
        <p:sp>
          <p:nvSpPr>
            <p:cNvPr id="31" name="Rectangle 206"/>
            <p:cNvSpPr>
              <a:spLocks noChangeArrowheads="1"/>
            </p:cNvSpPr>
            <p:nvPr/>
          </p:nvSpPr>
          <p:spPr bwMode="auto">
            <a:xfrm>
              <a:off x="630" y="3788"/>
              <a:ext cx="627" cy="16"/>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b="1"/>
            </a:p>
          </p:txBody>
        </p:sp>
        <p:sp>
          <p:nvSpPr>
            <p:cNvPr id="32" name="Freeform 207"/>
            <p:cNvSpPr>
              <a:spLocks/>
            </p:cNvSpPr>
            <p:nvPr/>
          </p:nvSpPr>
          <p:spPr bwMode="auto">
            <a:xfrm>
              <a:off x="1057" y="3623"/>
              <a:ext cx="20" cy="20"/>
            </a:xfrm>
            <a:custGeom>
              <a:avLst/>
              <a:gdLst>
                <a:gd name="T0" fmla="*/ 11 w 381"/>
                <a:gd name="T1" fmla="*/ 20 h 380"/>
                <a:gd name="T2" fmla="*/ 13 w 381"/>
                <a:gd name="T3" fmla="*/ 20 h 380"/>
                <a:gd name="T4" fmla="*/ 15 w 381"/>
                <a:gd name="T5" fmla="*/ 19 h 380"/>
                <a:gd name="T6" fmla="*/ 16 w 381"/>
                <a:gd name="T7" fmla="*/ 18 h 380"/>
                <a:gd name="T8" fmla="*/ 18 w 381"/>
                <a:gd name="T9" fmla="*/ 16 h 380"/>
                <a:gd name="T10" fmla="*/ 19 w 381"/>
                <a:gd name="T11" fmla="*/ 15 h 380"/>
                <a:gd name="T12" fmla="*/ 20 w 381"/>
                <a:gd name="T13" fmla="*/ 13 h 380"/>
                <a:gd name="T14" fmla="*/ 20 w 381"/>
                <a:gd name="T15" fmla="*/ 11 h 380"/>
                <a:gd name="T16" fmla="*/ 20 w 381"/>
                <a:gd name="T17" fmla="*/ 9 h 380"/>
                <a:gd name="T18" fmla="*/ 20 w 381"/>
                <a:gd name="T19" fmla="*/ 7 h 380"/>
                <a:gd name="T20" fmla="*/ 19 w 381"/>
                <a:gd name="T21" fmla="*/ 5 h 380"/>
                <a:gd name="T22" fmla="*/ 18 w 381"/>
                <a:gd name="T23" fmla="*/ 4 h 380"/>
                <a:gd name="T24" fmla="*/ 16 w 381"/>
                <a:gd name="T25" fmla="*/ 2 h 380"/>
                <a:gd name="T26" fmla="*/ 15 w 381"/>
                <a:gd name="T27" fmla="*/ 1 h 380"/>
                <a:gd name="T28" fmla="*/ 13 w 381"/>
                <a:gd name="T29" fmla="*/ 0 h 380"/>
                <a:gd name="T30" fmla="*/ 11 w 381"/>
                <a:gd name="T31" fmla="*/ 0 h 380"/>
                <a:gd name="T32" fmla="*/ 9 w 381"/>
                <a:gd name="T33" fmla="*/ 0 h 380"/>
                <a:gd name="T34" fmla="*/ 7 w 381"/>
                <a:gd name="T35" fmla="*/ 0 h 380"/>
                <a:gd name="T36" fmla="*/ 5 w 381"/>
                <a:gd name="T37" fmla="*/ 1 h 380"/>
                <a:gd name="T38" fmla="*/ 4 w 381"/>
                <a:gd name="T39" fmla="*/ 2 h 380"/>
                <a:gd name="T40" fmla="*/ 2 w 381"/>
                <a:gd name="T41" fmla="*/ 4 h 380"/>
                <a:gd name="T42" fmla="*/ 1 w 381"/>
                <a:gd name="T43" fmla="*/ 5 h 380"/>
                <a:gd name="T44" fmla="*/ 0 w 381"/>
                <a:gd name="T45" fmla="*/ 7 h 380"/>
                <a:gd name="T46" fmla="*/ 0 w 381"/>
                <a:gd name="T47" fmla="*/ 9 h 380"/>
                <a:gd name="T48" fmla="*/ 0 w 381"/>
                <a:gd name="T49" fmla="*/ 11 h 380"/>
                <a:gd name="T50" fmla="*/ 0 w 381"/>
                <a:gd name="T51" fmla="*/ 13 h 380"/>
                <a:gd name="T52" fmla="*/ 1 w 381"/>
                <a:gd name="T53" fmla="*/ 15 h 380"/>
                <a:gd name="T54" fmla="*/ 2 w 381"/>
                <a:gd name="T55" fmla="*/ 16 h 380"/>
                <a:gd name="T56" fmla="*/ 4 w 381"/>
                <a:gd name="T57" fmla="*/ 18 h 380"/>
                <a:gd name="T58" fmla="*/ 5 w 381"/>
                <a:gd name="T59" fmla="*/ 19 h 380"/>
                <a:gd name="T60" fmla="*/ 7 w 381"/>
                <a:gd name="T61" fmla="*/ 20 h 380"/>
                <a:gd name="T62" fmla="*/ 9 w 381"/>
                <a:gd name="T63" fmla="*/ 20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1" h="380">
                  <a:moveTo>
                    <a:pt x="191" y="380"/>
                  </a:moveTo>
                  <a:lnTo>
                    <a:pt x="210" y="379"/>
                  </a:lnTo>
                  <a:lnTo>
                    <a:pt x="230" y="376"/>
                  </a:lnTo>
                  <a:lnTo>
                    <a:pt x="247" y="372"/>
                  </a:lnTo>
                  <a:lnTo>
                    <a:pt x="265" y="366"/>
                  </a:lnTo>
                  <a:lnTo>
                    <a:pt x="282" y="357"/>
                  </a:lnTo>
                  <a:lnTo>
                    <a:pt x="297" y="348"/>
                  </a:lnTo>
                  <a:lnTo>
                    <a:pt x="312" y="337"/>
                  </a:lnTo>
                  <a:lnTo>
                    <a:pt x="325" y="324"/>
                  </a:lnTo>
                  <a:lnTo>
                    <a:pt x="338" y="311"/>
                  </a:lnTo>
                  <a:lnTo>
                    <a:pt x="349" y="296"/>
                  </a:lnTo>
                  <a:lnTo>
                    <a:pt x="358" y="281"/>
                  </a:lnTo>
                  <a:lnTo>
                    <a:pt x="367" y="264"/>
                  </a:lnTo>
                  <a:lnTo>
                    <a:pt x="373" y="246"/>
                  </a:lnTo>
                  <a:lnTo>
                    <a:pt x="377" y="229"/>
                  </a:lnTo>
                  <a:lnTo>
                    <a:pt x="380" y="209"/>
                  </a:lnTo>
                  <a:lnTo>
                    <a:pt x="381" y="190"/>
                  </a:lnTo>
                  <a:lnTo>
                    <a:pt x="380" y="171"/>
                  </a:lnTo>
                  <a:lnTo>
                    <a:pt x="377" y="152"/>
                  </a:lnTo>
                  <a:lnTo>
                    <a:pt x="373" y="133"/>
                  </a:lnTo>
                  <a:lnTo>
                    <a:pt x="367" y="116"/>
                  </a:lnTo>
                  <a:lnTo>
                    <a:pt x="358" y="99"/>
                  </a:lnTo>
                  <a:lnTo>
                    <a:pt x="349" y="84"/>
                  </a:lnTo>
                  <a:lnTo>
                    <a:pt x="338" y="69"/>
                  </a:lnTo>
                  <a:lnTo>
                    <a:pt x="325" y="56"/>
                  </a:lnTo>
                  <a:lnTo>
                    <a:pt x="312" y="43"/>
                  </a:lnTo>
                  <a:lnTo>
                    <a:pt x="297" y="33"/>
                  </a:lnTo>
                  <a:lnTo>
                    <a:pt x="282" y="22"/>
                  </a:lnTo>
                  <a:lnTo>
                    <a:pt x="265" y="15"/>
                  </a:lnTo>
                  <a:lnTo>
                    <a:pt x="247" y="8"/>
                  </a:lnTo>
                  <a:lnTo>
                    <a:pt x="230" y="4"/>
                  </a:lnTo>
                  <a:lnTo>
                    <a:pt x="210" y="1"/>
                  </a:lnTo>
                  <a:lnTo>
                    <a:pt x="191" y="0"/>
                  </a:lnTo>
                  <a:lnTo>
                    <a:pt x="172" y="1"/>
                  </a:lnTo>
                  <a:lnTo>
                    <a:pt x="153" y="4"/>
                  </a:lnTo>
                  <a:lnTo>
                    <a:pt x="134" y="8"/>
                  </a:lnTo>
                  <a:lnTo>
                    <a:pt x="117" y="15"/>
                  </a:lnTo>
                  <a:lnTo>
                    <a:pt x="100" y="22"/>
                  </a:lnTo>
                  <a:lnTo>
                    <a:pt x="84" y="33"/>
                  </a:lnTo>
                  <a:lnTo>
                    <a:pt x="70" y="43"/>
                  </a:lnTo>
                  <a:lnTo>
                    <a:pt x="56" y="56"/>
                  </a:lnTo>
                  <a:lnTo>
                    <a:pt x="44" y="69"/>
                  </a:lnTo>
                  <a:lnTo>
                    <a:pt x="33" y="84"/>
                  </a:lnTo>
                  <a:lnTo>
                    <a:pt x="23" y="99"/>
                  </a:lnTo>
                  <a:lnTo>
                    <a:pt x="16" y="116"/>
                  </a:lnTo>
                  <a:lnTo>
                    <a:pt x="9" y="133"/>
                  </a:lnTo>
                  <a:lnTo>
                    <a:pt x="4" y="152"/>
                  </a:lnTo>
                  <a:lnTo>
                    <a:pt x="1" y="171"/>
                  </a:lnTo>
                  <a:lnTo>
                    <a:pt x="0" y="190"/>
                  </a:lnTo>
                  <a:lnTo>
                    <a:pt x="1" y="209"/>
                  </a:lnTo>
                  <a:lnTo>
                    <a:pt x="4" y="229"/>
                  </a:lnTo>
                  <a:lnTo>
                    <a:pt x="9" y="246"/>
                  </a:lnTo>
                  <a:lnTo>
                    <a:pt x="16" y="264"/>
                  </a:lnTo>
                  <a:lnTo>
                    <a:pt x="23" y="281"/>
                  </a:lnTo>
                  <a:lnTo>
                    <a:pt x="33" y="296"/>
                  </a:lnTo>
                  <a:lnTo>
                    <a:pt x="44" y="311"/>
                  </a:lnTo>
                  <a:lnTo>
                    <a:pt x="56" y="324"/>
                  </a:lnTo>
                  <a:lnTo>
                    <a:pt x="70" y="337"/>
                  </a:lnTo>
                  <a:lnTo>
                    <a:pt x="84" y="348"/>
                  </a:lnTo>
                  <a:lnTo>
                    <a:pt x="100" y="357"/>
                  </a:lnTo>
                  <a:lnTo>
                    <a:pt x="117" y="366"/>
                  </a:lnTo>
                  <a:lnTo>
                    <a:pt x="134" y="372"/>
                  </a:lnTo>
                  <a:lnTo>
                    <a:pt x="153" y="376"/>
                  </a:lnTo>
                  <a:lnTo>
                    <a:pt x="172" y="379"/>
                  </a:lnTo>
                  <a:lnTo>
                    <a:pt x="191" y="380"/>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b="1"/>
            </a:p>
          </p:txBody>
        </p:sp>
        <p:sp>
          <p:nvSpPr>
            <p:cNvPr id="33" name="Freeform 208"/>
            <p:cNvSpPr>
              <a:spLocks/>
            </p:cNvSpPr>
            <p:nvPr/>
          </p:nvSpPr>
          <p:spPr bwMode="auto">
            <a:xfrm>
              <a:off x="1087" y="3623"/>
              <a:ext cx="20" cy="20"/>
            </a:xfrm>
            <a:custGeom>
              <a:avLst/>
              <a:gdLst>
                <a:gd name="T0" fmla="*/ 11 w 381"/>
                <a:gd name="T1" fmla="*/ 20 h 380"/>
                <a:gd name="T2" fmla="*/ 13 w 381"/>
                <a:gd name="T3" fmla="*/ 20 h 380"/>
                <a:gd name="T4" fmla="*/ 15 w 381"/>
                <a:gd name="T5" fmla="*/ 19 h 380"/>
                <a:gd name="T6" fmla="*/ 16 w 381"/>
                <a:gd name="T7" fmla="*/ 18 h 380"/>
                <a:gd name="T8" fmla="*/ 18 w 381"/>
                <a:gd name="T9" fmla="*/ 16 h 380"/>
                <a:gd name="T10" fmla="*/ 19 w 381"/>
                <a:gd name="T11" fmla="*/ 15 h 380"/>
                <a:gd name="T12" fmla="*/ 20 w 381"/>
                <a:gd name="T13" fmla="*/ 13 h 380"/>
                <a:gd name="T14" fmla="*/ 20 w 381"/>
                <a:gd name="T15" fmla="*/ 11 h 380"/>
                <a:gd name="T16" fmla="*/ 20 w 381"/>
                <a:gd name="T17" fmla="*/ 9 h 380"/>
                <a:gd name="T18" fmla="*/ 20 w 381"/>
                <a:gd name="T19" fmla="*/ 7 h 380"/>
                <a:gd name="T20" fmla="*/ 19 w 381"/>
                <a:gd name="T21" fmla="*/ 5 h 380"/>
                <a:gd name="T22" fmla="*/ 18 w 381"/>
                <a:gd name="T23" fmla="*/ 4 h 380"/>
                <a:gd name="T24" fmla="*/ 16 w 381"/>
                <a:gd name="T25" fmla="*/ 2 h 380"/>
                <a:gd name="T26" fmla="*/ 15 w 381"/>
                <a:gd name="T27" fmla="*/ 1 h 380"/>
                <a:gd name="T28" fmla="*/ 13 w 381"/>
                <a:gd name="T29" fmla="*/ 0 h 380"/>
                <a:gd name="T30" fmla="*/ 11 w 381"/>
                <a:gd name="T31" fmla="*/ 0 h 380"/>
                <a:gd name="T32" fmla="*/ 9 w 381"/>
                <a:gd name="T33" fmla="*/ 0 h 380"/>
                <a:gd name="T34" fmla="*/ 7 w 381"/>
                <a:gd name="T35" fmla="*/ 0 h 380"/>
                <a:gd name="T36" fmla="*/ 5 w 381"/>
                <a:gd name="T37" fmla="*/ 1 h 380"/>
                <a:gd name="T38" fmla="*/ 4 w 381"/>
                <a:gd name="T39" fmla="*/ 2 h 380"/>
                <a:gd name="T40" fmla="*/ 2 w 381"/>
                <a:gd name="T41" fmla="*/ 4 h 380"/>
                <a:gd name="T42" fmla="*/ 1 w 381"/>
                <a:gd name="T43" fmla="*/ 5 h 380"/>
                <a:gd name="T44" fmla="*/ 0 w 381"/>
                <a:gd name="T45" fmla="*/ 7 h 380"/>
                <a:gd name="T46" fmla="*/ 0 w 381"/>
                <a:gd name="T47" fmla="*/ 9 h 380"/>
                <a:gd name="T48" fmla="*/ 0 w 381"/>
                <a:gd name="T49" fmla="*/ 11 h 380"/>
                <a:gd name="T50" fmla="*/ 0 w 381"/>
                <a:gd name="T51" fmla="*/ 13 h 380"/>
                <a:gd name="T52" fmla="*/ 1 w 381"/>
                <a:gd name="T53" fmla="*/ 15 h 380"/>
                <a:gd name="T54" fmla="*/ 2 w 381"/>
                <a:gd name="T55" fmla="*/ 16 h 380"/>
                <a:gd name="T56" fmla="*/ 4 w 381"/>
                <a:gd name="T57" fmla="*/ 18 h 380"/>
                <a:gd name="T58" fmla="*/ 5 w 381"/>
                <a:gd name="T59" fmla="*/ 19 h 380"/>
                <a:gd name="T60" fmla="*/ 7 w 381"/>
                <a:gd name="T61" fmla="*/ 20 h 380"/>
                <a:gd name="T62" fmla="*/ 9 w 381"/>
                <a:gd name="T63" fmla="*/ 20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1" h="380">
                  <a:moveTo>
                    <a:pt x="190" y="380"/>
                  </a:moveTo>
                  <a:lnTo>
                    <a:pt x="209" y="379"/>
                  </a:lnTo>
                  <a:lnTo>
                    <a:pt x="228" y="376"/>
                  </a:lnTo>
                  <a:lnTo>
                    <a:pt x="247" y="372"/>
                  </a:lnTo>
                  <a:lnTo>
                    <a:pt x="264" y="366"/>
                  </a:lnTo>
                  <a:lnTo>
                    <a:pt x="281" y="357"/>
                  </a:lnTo>
                  <a:lnTo>
                    <a:pt x="297" y="348"/>
                  </a:lnTo>
                  <a:lnTo>
                    <a:pt x="311" y="337"/>
                  </a:lnTo>
                  <a:lnTo>
                    <a:pt x="325" y="324"/>
                  </a:lnTo>
                  <a:lnTo>
                    <a:pt x="337" y="311"/>
                  </a:lnTo>
                  <a:lnTo>
                    <a:pt x="348" y="296"/>
                  </a:lnTo>
                  <a:lnTo>
                    <a:pt x="358" y="281"/>
                  </a:lnTo>
                  <a:lnTo>
                    <a:pt x="365" y="264"/>
                  </a:lnTo>
                  <a:lnTo>
                    <a:pt x="372" y="246"/>
                  </a:lnTo>
                  <a:lnTo>
                    <a:pt x="376" y="229"/>
                  </a:lnTo>
                  <a:lnTo>
                    <a:pt x="380" y="209"/>
                  </a:lnTo>
                  <a:lnTo>
                    <a:pt x="381" y="190"/>
                  </a:lnTo>
                  <a:lnTo>
                    <a:pt x="380" y="171"/>
                  </a:lnTo>
                  <a:lnTo>
                    <a:pt x="376" y="152"/>
                  </a:lnTo>
                  <a:lnTo>
                    <a:pt x="372" y="133"/>
                  </a:lnTo>
                  <a:lnTo>
                    <a:pt x="365" y="116"/>
                  </a:lnTo>
                  <a:lnTo>
                    <a:pt x="358" y="99"/>
                  </a:lnTo>
                  <a:lnTo>
                    <a:pt x="348" y="84"/>
                  </a:lnTo>
                  <a:lnTo>
                    <a:pt x="337" y="69"/>
                  </a:lnTo>
                  <a:lnTo>
                    <a:pt x="325" y="56"/>
                  </a:lnTo>
                  <a:lnTo>
                    <a:pt x="311" y="43"/>
                  </a:lnTo>
                  <a:lnTo>
                    <a:pt x="297" y="33"/>
                  </a:lnTo>
                  <a:lnTo>
                    <a:pt x="281" y="22"/>
                  </a:lnTo>
                  <a:lnTo>
                    <a:pt x="264" y="15"/>
                  </a:lnTo>
                  <a:lnTo>
                    <a:pt x="247" y="8"/>
                  </a:lnTo>
                  <a:lnTo>
                    <a:pt x="228" y="4"/>
                  </a:lnTo>
                  <a:lnTo>
                    <a:pt x="209" y="1"/>
                  </a:lnTo>
                  <a:lnTo>
                    <a:pt x="190" y="0"/>
                  </a:lnTo>
                  <a:lnTo>
                    <a:pt x="171" y="1"/>
                  </a:lnTo>
                  <a:lnTo>
                    <a:pt x="151" y="4"/>
                  </a:lnTo>
                  <a:lnTo>
                    <a:pt x="134" y="8"/>
                  </a:lnTo>
                  <a:lnTo>
                    <a:pt x="116" y="15"/>
                  </a:lnTo>
                  <a:lnTo>
                    <a:pt x="99" y="22"/>
                  </a:lnTo>
                  <a:lnTo>
                    <a:pt x="84" y="33"/>
                  </a:lnTo>
                  <a:lnTo>
                    <a:pt x="69" y="43"/>
                  </a:lnTo>
                  <a:lnTo>
                    <a:pt x="56" y="56"/>
                  </a:lnTo>
                  <a:lnTo>
                    <a:pt x="43" y="69"/>
                  </a:lnTo>
                  <a:lnTo>
                    <a:pt x="32" y="84"/>
                  </a:lnTo>
                  <a:lnTo>
                    <a:pt x="23" y="99"/>
                  </a:lnTo>
                  <a:lnTo>
                    <a:pt x="14" y="116"/>
                  </a:lnTo>
                  <a:lnTo>
                    <a:pt x="8" y="133"/>
                  </a:lnTo>
                  <a:lnTo>
                    <a:pt x="4" y="152"/>
                  </a:lnTo>
                  <a:lnTo>
                    <a:pt x="1" y="171"/>
                  </a:lnTo>
                  <a:lnTo>
                    <a:pt x="0" y="190"/>
                  </a:lnTo>
                  <a:lnTo>
                    <a:pt x="1" y="209"/>
                  </a:lnTo>
                  <a:lnTo>
                    <a:pt x="4" y="229"/>
                  </a:lnTo>
                  <a:lnTo>
                    <a:pt x="8" y="246"/>
                  </a:lnTo>
                  <a:lnTo>
                    <a:pt x="14" y="264"/>
                  </a:lnTo>
                  <a:lnTo>
                    <a:pt x="23" y="281"/>
                  </a:lnTo>
                  <a:lnTo>
                    <a:pt x="32" y="296"/>
                  </a:lnTo>
                  <a:lnTo>
                    <a:pt x="43" y="311"/>
                  </a:lnTo>
                  <a:lnTo>
                    <a:pt x="56" y="324"/>
                  </a:lnTo>
                  <a:lnTo>
                    <a:pt x="69" y="337"/>
                  </a:lnTo>
                  <a:lnTo>
                    <a:pt x="84" y="348"/>
                  </a:lnTo>
                  <a:lnTo>
                    <a:pt x="99" y="357"/>
                  </a:lnTo>
                  <a:lnTo>
                    <a:pt x="116" y="366"/>
                  </a:lnTo>
                  <a:lnTo>
                    <a:pt x="134" y="372"/>
                  </a:lnTo>
                  <a:lnTo>
                    <a:pt x="151" y="376"/>
                  </a:lnTo>
                  <a:lnTo>
                    <a:pt x="171" y="379"/>
                  </a:lnTo>
                  <a:lnTo>
                    <a:pt x="190" y="380"/>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b="1"/>
            </a:p>
          </p:txBody>
        </p:sp>
        <p:sp>
          <p:nvSpPr>
            <p:cNvPr id="34" name="Freeform 209"/>
            <p:cNvSpPr>
              <a:spLocks/>
            </p:cNvSpPr>
            <p:nvPr/>
          </p:nvSpPr>
          <p:spPr bwMode="auto">
            <a:xfrm>
              <a:off x="1115" y="3623"/>
              <a:ext cx="21" cy="20"/>
            </a:xfrm>
            <a:custGeom>
              <a:avLst/>
              <a:gdLst>
                <a:gd name="T0" fmla="*/ 12 w 381"/>
                <a:gd name="T1" fmla="*/ 20 h 380"/>
                <a:gd name="T2" fmla="*/ 14 w 381"/>
                <a:gd name="T3" fmla="*/ 20 h 380"/>
                <a:gd name="T4" fmla="*/ 15 w 381"/>
                <a:gd name="T5" fmla="*/ 19 h 380"/>
                <a:gd name="T6" fmla="*/ 17 w 381"/>
                <a:gd name="T7" fmla="*/ 18 h 380"/>
                <a:gd name="T8" fmla="*/ 19 w 381"/>
                <a:gd name="T9" fmla="*/ 16 h 380"/>
                <a:gd name="T10" fmla="*/ 20 w 381"/>
                <a:gd name="T11" fmla="*/ 15 h 380"/>
                <a:gd name="T12" fmla="*/ 21 w 381"/>
                <a:gd name="T13" fmla="*/ 13 h 380"/>
                <a:gd name="T14" fmla="*/ 21 w 381"/>
                <a:gd name="T15" fmla="*/ 11 h 380"/>
                <a:gd name="T16" fmla="*/ 21 w 381"/>
                <a:gd name="T17" fmla="*/ 9 h 380"/>
                <a:gd name="T18" fmla="*/ 21 w 381"/>
                <a:gd name="T19" fmla="*/ 7 h 380"/>
                <a:gd name="T20" fmla="*/ 20 w 381"/>
                <a:gd name="T21" fmla="*/ 5 h 380"/>
                <a:gd name="T22" fmla="*/ 19 w 381"/>
                <a:gd name="T23" fmla="*/ 4 h 380"/>
                <a:gd name="T24" fmla="*/ 17 w 381"/>
                <a:gd name="T25" fmla="*/ 2 h 380"/>
                <a:gd name="T26" fmla="*/ 15 w 381"/>
                <a:gd name="T27" fmla="*/ 1 h 380"/>
                <a:gd name="T28" fmla="*/ 14 w 381"/>
                <a:gd name="T29" fmla="*/ 0 h 380"/>
                <a:gd name="T30" fmla="*/ 12 w 381"/>
                <a:gd name="T31" fmla="*/ 0 h 380"/>
                <a:gd name="T32" fmla="*/ 9 w 381"/>
                <a:gd name="T33" fmla="*/ 0 h 380"/>
                <a:gd name="T34" fmla="*/ 7 w 381"/>
                <a:gd name="T35" fmla="*/ 0 h 380"/>
                <a:gd name="T36" fmla="*/ 5 w 381"/>
                <a:gd name="T37" fmla="*/ 1 h 380"/>
                <a:gd name="T38" fmla="*/ 4 w 381"/>
                <a:gd name="T39" fmla="*/ 2 h 380"/>
                <a:gd name="T40" fmla="*/ 2 w 381"/>
                <a:gd name="T41" fmla="*/ 4 h 380"/>
                <a:gd name="T42" fmla="*/ 1 w 381"/>
                <a:gd name="T43" fmla="*/ 5 h 380"/>
                <a:gd name="T44" fmla="*/ 0 w 381"/>
                <a:gd name="T45" fmla="*/ 7 h 380"/>
                <a:gd name="T46" fmla="*/ 0 w 381"/>
                <a:gd name="T47" fmla="*/ 9 h 380"/>
                <a:gd name="T48" fmla="*/ 0 w 381"/>
                <a:gd name="T49" fmla="*/ 11 h 380"/>
                <a:gd name="T50" fmla="*/ 0 w 381"/>
                <a:gd name="T51" fmla="*/ 13 h 380"/>
                <a:gd name="T52" fmla="*/ 1 w 381"/>
                <a:gd name="T53" fmla="*/ 15 h 380"/>
                <a:gd name="T54" fmla="*/ 2 w 381"/>
                <a:gd name="T55" fmla="*/ 16 h 380"/>
                <a:gd name="T56" fmla="*/ 4 w 381"/>
                <a:gd name="T57" fmla="*/ 18 h 380"/>
                <a:gd name="T58" fmla="*/ 5 w 381"/>
                <a:gd name="T59" fmla="*/ 19 h 380"/>
                <a:gd name="T60" fmla="*/ 7 w 381"/>
                <a:gd name="T61" fmla="*/ 20 h 380"/>
                <a:gd name="T62" fmla="*/ 9 w 381"/>
                <a:gd name="T63" fmla="*/ 20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1" h="380">
                  <a:moveTo>
                    <a:pt x="191" y="380"/>
                  </a:moveTo>
                  <a:lnTo>
                    <a:pt x="210" y="379"/>
                  </a:lnTo>
                  <a:lnTo>
                    <a:pt x="229" y="376"/>
                  </a:lnTo>
                  <a:lnTo>
                    <a:pt x="247" y="372"/>
                  </a:lnTo>
                  <a:lnTo>
                    <a:pt x="264" y="366"/>
                  </a:lnTo>
                  <a:lnTo>
                    <a:pt x="281" y="357"/>
                  </a:lnTo>
                  <a:lnTo>
                    <a:pt x="296" y="348"/>
                  </a:lnTo>
                  <a:lnTo>
                    <a:pt x="311" y="337"/>
                  </a:lnTo>
                  <a:lnTo>
                    <a:pt x="326" y="324"/>
                  </a:lnTo>
                  <a:lnTo>
                    <a:pt x="337" y="311"/>
                  </a:lnTo>
                  <a:lnTo>
                    <a:pt x="348" y="296"/>
                  </a:lnTo>
                  <a:lnTo>
                    <a:pt x="358" y="281"/>
                  </a:lnTo>
                  <a:lnTo>
                    <a:pt x="366" y="264"/>
                  </a:lnTo>
                  <a:lnTo>
                    <a:pt x="372" y="246"/>
                  </a:lnTo>
                  <a:lnTo>
                    <a:pt x="377" y="229"/>
                  </a:lnTo>
                  <a:lnTo>
                    <a:pt x="379" y="209"/>
                  </a:lnTo>
                  <a:lnTo>
                    <a:pt x="381" y="190"/>
                  </a:lnTo>
                  <a:lnTo>
                    <a:pt x="379" y="171"/>
                  </a:lnTo>
                  <a:lnTo>
                    <a:pt x="377" y="152"/>
                  </a:lnTo>
                  <a:lnTo>
                    <a:pt x="372" y="133"/>
                  </a:lnTo>
                  <a:lnTo>
                    <a:pt x="366" y="116"/>
                  </a:lnTo>
                  <a:lnTo>
                    <a:pt x="358" y="99"/>
                  </a:lnTo>
                  <a:lnTo>
                    <a:pt x="348" y="84"/>
                  </a:lnTo>
                  <a:lnTo>
                    <a:pt x="337" y="69"/>
                  </a:lnTo>
                  <a:lnTo>
                    <a:pt x="326" y="56"/>
                  </a:lnTo>
                  <a:lnTo>
                    <a:pt x="311" y="43"/>
                  </a:lnTo>
                  <a:lnTo>
                    <a:pt x="296" y="33"/>
                  </a:lnTo>
                  <a:lnTo>
                    <a:pt x="281" y="22"/>
                  </a:lnTo>
                  <a:lnTo>
                    <a:pt x="264" y="15"/>
                  </a:lnTo>
                  <a:lnTo>
                    <a:pt x="247" y="8"/>
                  </a:lnTo>
                  <a:lnTo>
                    <a:pt x="229" y="4"/>
                  </a:lnTo>
                  <a:lnTo>
                    <a:pt x="210" y="1"/>
                  </a:lnTo>
                  <a:lnTo>
                    <a:pt x="191" y="0"/>
                  </a:lnTo>
                  <a:lnTo>
                    <a:pt x="171" y="1"/>
                  </a:lnTo>
                  <a:lnTo>
                    <a:pt x="152" y="4"/>
                  </a:lnTo>
                  <a:lnTo>
                    <a:pt x="133" y="8"/>
                  </a:lnTo>
                  <a:lnTo>
                    <a:pt x="116" y="15"/>
                  </a:lnTo>
                  <a:lnTo>
                    <a:pt x="99" y="22"/>
                  </a:lnTo>
                  <a:lnTo>
                    <a:pt x="84" y="33"/>
                  </a:lnTo>
                  <a:lnTo>
                    <a:pt x="69" y="43"/>
                  </a:lnTo>
                  <a:lnTo>
                    <a:pt x="56" y="56"/>
                  </a:lnTo>
                  <a:lnTo>
                    <a:pt x="43" y="69"/>
                  </a:lnTo>
                  <a:lnTo>
                    <a:pt x="33" y="84"/>
                  </a:lnTo>
                  <a:lnTo>
                    <a:pt x="22" y="99"/>
                  </a:lnTo>
                  <a:lnTo>
                    <a:pt x="15" y="116"/>
                  </a:lnTo>
                  <a:lnTo>
                    <a:pt x="9" y="133"/>
                  </a:lnTo>
                  <a:lnTo>
                    <a:pt x="4" y="152"/>
                  </a:lnTo>
                  <a:lnTo>
                    <a:pt x="1" y="171"/>
                  </a:lnTo>
                  <a:lnTo>
                    <a:pt x="0" y="190"/>
                  </a:lnTo>
                  <a:lnTo>
                    <a:pt x="1" y="209"/>
                  </a:lnTo>
                  <a:lnTo>
                    <a:pt x="4" y="229"/>
                  </a:lnTo>
                  <a:lnTo>
                    <a:pt x="9" y="246"/>
                  </a:lnTo>
                  <a:lnTo>
                    <a:pt x="15" y="264"/>
                  </a:lnTo>
                  <a:lnTo>
                    <a:pt x="22" y="281"/>
                  </a:lnTo>
                  <a:lnTo>
                    <a:pt x="33" y="296"/>
                  </a:lnTo>
                  <a:lnTo>
                    <a:pt x="43" y="311"/>
                  </a:lnTo>
                  <a:lnTo>
                    <a:pt x="56" y="324"/>
                  </a:lnTo>
                  <a:lnTo>
                    <a:pt x="69" y="337"/>
                  </a:lnTo>
                  <a:lnTo>
                    <a:pt x="84" y="348"/>
                  </a:lnTo>
                  <a:lnTo>
                    <a:pt x="99" y="357"/>
                  </a:lnTo>
                  <a:lnTo>
                    <a:pt x="116" y="366"/>
                  </a:lnTo>
                  <a:lnTo>
                    <a:pt x="133" y="372"/>
                  </a:lnTo>
                  <a:lnTo>
                    <a:pt x="152" y="376"/>
                  </a:lnTo>
                  <a:lnTo>
                    <a:pt x="171" y="379"/>
                  </a:lnTo>
                  <a:lnTo>
                    <a:pt x="191" y="380"/>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b="1"/>
            </a:p>
          </p:txBody>
        </p:sp>
        <p:sp>
          <p:nvSpPr>
            <p:cNvPr id="35" name="Freeform 210"/>
            <p:cNvSpPr>
              <a:spLocks/>
            </p:cNvSpPr>
            <p:nvPr/>
          </p:nvSpPr>
          <p:spPr bwMode="auto">
            <a:xfrm>
              <a:off x="630" y="3678"/>
              <a:ext cx="627" cy="110"/>
            </a:xfrm>
            <a:custGeom>
              <a:avLst/>
              <a:gdLst>
                <a:gd name="T0" fmla="*/ 58 w 11914"/>
                <a:gd name="T1" fmla="*/ 0 h 2078"/>
                <a:gd name="T2" fmla="*/ 0 w 11914"/>
                <a:gd name="T3" fmla="*/ 110 h 2078"/>
                <a:gd name="T4" fmla="*/ 627 w 11914"/>
                <a:gd name="T5" fmla="*/ 110 h 2078"/>
                <a:gd name="T6" fmla="*/ 600 w 11914"/>
                <a:gd name="T7" fmla="*/ 0 h 2078"/>
                <a:gd name="T8" fmla="*/ 58 w 11914"/>
                <a:gd name="T9" fmla="*/ 0 h 20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914" h="2078">
                  <a:moveTo>
                    <a:pt x="1096" y="0"/>
                  </a:moveTo>
                  <a:lnTo>
                    <a:pt x="0" y="2078"/>
                  </a:lnTo>
                  <a:lnTo>
                    <a:pt x="11914" y="2078"/>
                  </a:lnTo>
                  <a:lnTo>
                    <a:pt x="11395" y="0"/>
                  </a:lnTo>
                  <a:lnTo>
                    <a:pt x="1096" y="0"/>
                  </a:lnTo>
                  <a:close/>
                </a:path>
              </a:pathLst>
            </a:custGeom>
            <a:gradFill flip="none" rotWithShape="1">
              <a:gsLst>
                <a:gs pos="0">
                  <a:schemeClr val="tx1">
                    <a:tint val="66000"/>
                    <a:satMod val="160000"/>
                  </a:schemeClr>
                </a:gs>
                <a:gs pos="61000">
                  <a:schemeClr val="tx1">
                    <a:tint val="44500"/>
                    <a:satMod val="160000"/>
                  </a:schemeClr>
                </a:gs>
                <a:gs pos="100000">
                  <a:schemeClr val="tx1">
                    <a:tint val="23500"/>
                    <a:satMod val="160000"/>
                  </a:schemeClr>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b="1"/>
            </a:p>
          </p:txBody>
        </p:sp>
      </p:grpSp>
      <p:sp>
        <p:nvSpPr>
          <p:cNvPr id="46" name="Text Box 50"/>
          <p:cNvSpPr txBox="1">
            <a:spLocks noChangeArrowheads="1"/>
          </p:cNvSpPr>
          <p:nvPr/>
        </p:nvSpPr>
        <p:spPr bwMode="auto">
          <a:xfrm>
            <a:off x="9348340" y="3842678"/>
            <a:ext cx="92333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smtClean="0">
                <a:solidFill>
                  <a:srgbClr val="9900CC"/>
                </a:solidFill>
                <a:latin typeface="微软雅黑" pitchFamily="34" charset="-122"/>
                <a:ea typeface="微软雅黑" pitchFamily="34" charset="-122"/>
              </a:rPr>
              <a:t>市场部</a:t>
            </a:r>
            <a:endParaRPr kumimoji="1" lang="en-US" altLang="zh-CN" sz="1400" b="1" dirty="0" smtClean="0">
              <a:solidFill>
                <a:srgbClr val="9900CC"/>
              </a:solidFill>
              <a:latin typeface="微软雅黑" pitchFamily="34" charset="-122"/>
              <a:ea typeface="微软雅黑" pitchFamily="34" charset="-122"/>
            </a:endParaRPr>
          </a:p>
          <a:p>
            <a:pPr algn="ctr"/>
            <a:r>
              <a:rPr kumimoji="1" lang="en-US" altLang="zh-CN" sz="1400" b="1" dirty="0" smtClean="0">
                <a:solidFill>
                  <a:srgbClr val="9900CC"/>
                </a:solidFill>
                <a:latin typeface="微软雅黑" pitchFamily="34" charset="-122"/>
                <a:ea typeface="微软雅黑" pitchFamily="34" charset="-122"/>
              </a:rPr>
              <a:t>VLAN10</a:t>
            </a:r>
            <a:endParaRPr kumimoji="1" lang="zh-CN" altLang="en-US" sz="1400" b="1" dirty="0">
              <a:solidFill>
                <a:srgbClr val="9900CC"/>
              </a:solidFill>
              <a:latin typeface="微软雅黑" pitchFamily="34" charset="-122"/>
              <a:ea typeface="微软雅黑" pitchFamily="34" charset="-122"/>
            </a:endParaRPr>
          </a:p>
        </p:txBody>
      </p:sp>
      <p:sp>
        <p:nvSpPr>
          <p:cNvPr id="47" name="Text Box 50"/>
          <p:cNvSpPr txBox="1">
            <a:spLocks noChangeArrowheads="1"/>
          </p:cNvSpPr>
          <p:nvPr/>
        </p:nvSpPr>
        <p:spPr bwMode="auto">
          <a:xfrm>
            <a:off x="9204324" y="5367578"/>
            <a:ext cx="92333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smtClean="0">
                <a:solidFill>
                  <a:srgbClr val="0000FF"/>
                </a:solidFill>
                <a:latin typeface="微软雅黑" pitchFamily="34" charset="-122"/>
                <a:ea typeface="微软雅黑" pitchFamily="34" charset="-122"/>
              </a:rPr>
              <a:t>研发部</a:t>
            </a:r>
            <a:endParaRPr kumimoji="1" lang="en-US" altLang="zh-CN" sz="1400" b="1" dirty="0" smtClean="0">
              <a:solidFill>
                <a:srgbClr val="0000FF"/>
              </a:solidFill>
              <a:latin typeface="微软雅黑" pitchFamily="34" charset="-122"/>
              <a:ea typeface="微软雅黑" pitchFamily="34" charset="-122"/>
            </a:endParaRPr>
          </a:p>
          <a:p>
            <a:pPr algn="ctr"/>
            <a:r>
              <a:rPr kumimoji="1" lang="en-US" altLang="zh-CN" sz="1400" b="1" dirty="0" smtClean="0">
                <a:solidFill>
                  <a:srgbClr val="0000FF"/>
                </a:solidFill>
                <a:latin typeface="微软雅黑" pitchFamily="34" charset="-122"/>
                <a:ea typeface="微软雅黑" pitchFamily="34" charset="-122"/>
              </a:rPr>
              <a:t>VLAN20</a:t>
            </a:r>
            <a:endParaRPr kumimoji="1" lang="zh-CN" altLang="en-US" sz="1400" b="1" dirty="0">
              <a:solidFill>
                <a:srgbClr val="0000FF"/>
              </a:solidFill>
              <a:latin typeface="微软雅黑" pitchFamily="34" charset="-122"/>
              <a:ea typeface="微软雅黑" pitchFamily="34" charset="-122"/>
            </a:endParaRPr>
          </a:p>
        </p:txBody>
      </p:sp>
      <p:sp>
        <p:nvSpPr>
          <p:cNvPr id="48" name="Text Box 50"/>
          <p:cNvSpPr txBox="1">
            <a:spLocks noChangeArrowheads="1"/>
          </p:cNvSpPr>
          <p:nvPr/>
        </p:nvSpPr>
        <p:spPr bwMode="auto">
          <a:xfrm>
            <a:off x="1767008" y="5399378"/>
            <a:ext cx="92333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smtClean="0">
                <a:solidFill>
                  <a:srgbClr val="9900CC"/>
                </a:solidFill>
                <a:latin typeface="微软雅黑" pitchFamily="34" charset="-122"/>
                <a:ea typeface="微软雅黑" pitchFamily="34" charset="-122"/>
              </a:rPr>
              <a:t>市场部</a:t>
            </a:r>
            <a:endParaRPr kumimoji="1" lang="en-US" altLang="zh-CN" sz="1400" b="1" dirty="0" smtClean="0">
              <a:solidFill>
                <a:srgbClr val="9900CC"/>
              </a:solidFill>
              <a:latin typeface="微软雅黑" pitchFamily="34" charset="-122"/>
              <a:ea typeface="微软雅黑" pitchFamily="34" charset="-122"/>
            </a:endParaRPr>
          </a:p>
          <a:p>
            <a:pPr algn="ctr"/>
            <a:r>
              <a:rPr kumimoji="1" lang="en-US" altLang="zh-CN" sz="1400" b="1" dirty="0" smtClean="0">
                <a:solidFill>
                  <a:srgbClr val="9900CC"/>
                </a:solidFill>
                <a:latin typeface="微软雅黑" pitchFamily="34" charset="-122"/>
                <a:ea typeface="微软雅黑" pitchFamily="34" charset="-122"/>
              </a:rPr>
              <a:t>VLAN10</a:t>
            </a:r>
            <a:endParaRPr kumimoji="1" lang="zh-CN" altLang="en-US" sz="1400" b="1" dirty="0">
              <a:solidFill>
                <a:srgbClr val="9900CC"/>
              </a:solidFill>
              <a:latin typeface="微软雅黑" pitchFamily="34" charset="-122"/>
              <a:ea typeface="微软雅黑" pitchFamily="34" charset="-122"/>
            </a:endParaRPr>
          </a:p>
        </p:txBody>
      </p:sp>
      <p:sp>
        <p:nvSpPr>
          <p:cNvPr id="49" name="Text Box 50"/>
          <p:cNvSpPr txBox="1">
            <a:spLocks noChangeArrowheads="1"/>
          </p:cNvSpPr>
          <p:nvPr/>
        </p:nvSpPr>
        <p:spPr bwMode="auto">
          <a:xfrm>
            <a:off x="1788769" y="3770670"/>
            <a:ext cx="92333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smtClean="0">
                <a:solidFill>
                  <a:srgbClr val="0000FF"/>
                </a:solidFill>
                <a:latin typeface="微软雅黑" pitchFamily="34" charset="-122"/>
                <a:ea typeface="微软雅黑" pitchFamily="34" charset="-122"/>
              </a:rPr>
              <a:t>研发部</a:t>
            </a:r>
            <a:endParaRPr kumimoji="1" lang="en-US" altLang="zh-CN" sz="1400" b="1" dirty="0" smtClean="0">
              <a:solidFill>
                <a:srgbClr val="0000FF"/>
              </a:solidFill>
              <a:latin typeface="微软雅黑" pitchFamily="34" charset="-122"/>
              <a:ea typeface="微软雅黑" pitchFamily="34" charset="-122"/>
            </a:endParaRPr>
          </a:p>
          <a:p>
            <a:pPr algn="ctr"/>
            <a:r>
              <a:rPr kumimoji="1" lang="en-US" altLang="zh-CN" sz="1400" b="1" dirty="0" smtClean="0">
                <a:solidFill>
                  <a:srgbClr val="0000FF"/>
                </a:solidFill>
                <a:latin typeface="微软雅黑" pitchFamily="34" charset="-122"/>
                <a:ea typeface="微软雅黑" pitchFamily="34" charset="-122"/>
              </a:rPr>
              <a:t>VLAN20</a:t>
            </a:r>
            <a:endParaRPr kumimoji="1" lang="zh-CN" altLang="en-US" sz="1400" b="1" dirty="0">
              <a:solidFill>
                <a:srgbClr val="0000FF"/>
              </a:solidFill>
              <a:latin typeface="微软雅黑" pitchFamily="34" charset="-122"/>
              <a:ea typeface="微软雅黑" pitchFamily="34" charset="-122"/>
            </a:endParaRPr>
          </a:p>
        </p:txBody>
      </p:sp>
      <p:pic>
        <p:nvPicPr>
          <p:cNvPr id="51" name="Picture 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8432" y="4344132"/>
            <a:ext cx="995626" cy="642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 name="Picture 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4091" y="4344130"/>
            <a:ext cx="995626" cy="642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4" name="Group 202"/>
          <p:cNvGrpSpPr>
            <a:grpSpLocks/>
          </p:cNvGrpSpPr>
          <p:nvPr/>
        </p:nvGrpSpPr>
        <p:grpSpPr bwMode="auto">
          <a:xfrm>
            <a:off x="8606103" y="3357786"/>
            <a:ext cx="657455" cy="630085"/>
            <a:chOff x="630" y="3200"/>
            <a:chExt cx="627" cy="604"/>
          </a:xfrm>
        </p:grpSpPr>
        <p:sp>
          <p:nvSpPr>
            <p:cNvPr id="55" name="Freeform 203"/>
            <p:cNvSpPr>
              <a:spLocks/>
            </p:cNvSpPr>
            <p:nvPr/>
          </p:nvSpPr>
          <p:spPr bwMode="auto">
            <a:xfrm>
              <a:off x="666" y="3200"/>
              <a:ext cx="560" cy="456"/>
            </a:xfrm>
            <a:custGeom>
              <a:avLst/>
              <a:gdLst>
                <a:gd name="T0" fmla="*/ 529 w 10643"/>
                <a:gd name="T1" fmla="*/ 0 h 8672"/>
                <a:gd name="T2" fmla="*/ 534 w 10643"/>
                <a:gd name="T3" fmla="*/ 1 h 8672"/>
                <a:gd name="T4" fmla="*/ 539 w 10643"/>
                <a:gd name="T5" fmla="*/ 2 h 8672"/>
                <a:gd name="T6" fmla="*/ 543 w 10643"/>
                <a:gd name="T7" fmla="*/ 4 h 8672"/>
                <a:gd name="T8" fmla="*/ 547 w 10643"/>
                <a:gd name="T9" fmla="*/ 7 h 8672"/>
                <a:gd name="T10" fmla="*/ 551 w 10643"/>
                <a:gd name="T11" fmla="*/ 10 h 8672"/>
                <a:gd name="T12" fmla="*/ 554 w 10643"/>
                <a:gd name="T13" fmla="*/ 13 h 8672"/>
                <a:gd name="T14" fmla="*/ 556 w 10643"/>
                <a:gd name="T15" fmla="*/ 17 h 8672"/>
                <a:gd name="T16" fmla="*/ 558 w 10643"/>
                <a:gd name="T17" fmla="*/ 21 h 8672"/>
                <a:gd name="T18" fmla="*/ 559 w 10643"/>
                <a:gd name="T19" fmla="*/ 26 h 8672"/>
                <a:gd name="T20" fmla="*/ 560 w 10643"/>
                <a:gd name="T21" fmla="*/ 31 h 8672"/>
                <a:gd name="T22" fmla="*/ 560 w 10643"/>
                <a:gd name="T23" fmla="*/ 425 h 8672"/>
                <a:gd name="T24" fmla="*/ 559 w 10643"/>
                <a:gd name="T25" fmla="*/ 430 h 8672"/>
                <a:gd name="T26" fmla="*/ 558 w 10643"/>
                <a:gd name="T27" fmla="*/ 435 h 8672"/>
                <a:gd name="T28" fmla="*/ 556 w 10643"/>
                <a:gd name="T29" fmla="*/ 439 h 8672"/>
                <a:gd name="T30" fmla="*/ 554 w 10643"/>
                <a:gd name="T31" fmla="*/ 443 h 8672"/>
                <a:gd name="T32" fmla="*/ 551 w 10643"/>
                <a:gd name="T33" fmla="*/ 446 h 8672"/>
                <a:gd name="T34" fmla="*/ 547 w 10643"/>
                <a:gd name="T35" fmla="*/ 449 h 8672"/>
                <a:gd name="T36" fmla="*/ 543 w 10643"/>
                <a:gd name="T37" fmla="*/ 452 h 8672"/>
                <a:gd name="T38" fmla="*/ 539 w 10643"/>
                <a:gd name="T39" fmla="*/ 454 h 8672"/>
                <a:gd name="T40" fmla="*/ 534 w 10643"/>
                <a:gd name="T41" fmla="*/ 455 h 8672"/>
                <a:gd name="T42" fmla="*/ 529 w 10643"/>
                <a:gd name="T43" fmla="*/ 456 h 8672"/>
                <a:gd name="T44" fmla="*/ 31 w 10643"/>
                <a:gd name="T45" fmla="*/ 456 h 8672"/>
                <a:gd name="T46" fmla="*/ 26 w 10643"/>
                <a:gd name="T47" fmla="*/ 455 h 8672"/>
                <a:gd name="T48" fmla="*/ 21 w 10643"/>
                <a:gd name="T49" fmla="*/ 454 h 8672"/>
                <a:gd name="T50" fmla="*/ 17 w 10643"/>
                <a:gd name="T51" fmla="*/ 452 h 8672"/>
                <a:gd name="T52" fmla="*/ 13 w 10643"/>
                <a:gd name="T53" fmla="*/ 449 h 8672"/>
                <a:gd name="T54" fmla="*/ 10 w 10643"/>
                <a:gd name="T55" fmla="*/ 446 h 8672"/>
                <a:gd name="T56" fmla="*/ 6 w 10643"/>
                <a:gd name="T57" fmla="*/ 443 h 8672"/>
                <a:gd name="T58" fmla="*/ 4 w 10643"/>
                <a:gd name="T59" fmla="*/ 439 h 8672"/>
                <a:gd name="T60" fmla="*/ 2 w 10643"/>
                <a:gd name="T61" fmla="*/ 435 h 8672"/>
                <a:gd name="T62" fmla="*/ 1 w 10643"/>
                <a:gd name="T63" fmla="*/ 430 h 8672"/>
                <a:gd name="T64" fmla="*/ 0 w 10643"/>
                <a:gd name="T65" fmla="*/ 425 h 8672"/>
                <a:gd name="T66" fmla="*/ 0 w 10643"/>
                <a:gd name="T67" fmla="*/ 31 h 8672"/>
                <a:gd name="T68" fmla="*/ 1 w 10643"/>
                <a:gd name="T69" fmla="*/ 26 h 8672"/>
                <a:gd name="T70" fmla="*/ 2 w 10643"/>
                <a:gd name="T71" fmla="*/ 21 h 8672"/>
                <a:gd name="T72" fmla="*/ 4 w 10643"/>
                <a:gd name="T73" fmla="*/ 17 h 8672"/>
                <a:gd name="T74" fmla="*/ 6 w 10643"/>
                <a:gd name="T75" fmla="*/ 13 h 8672"/>
                <a:gd name="T76" fmla="*/ 10 w 10643"/>
                <a:gd name="T77" fmla="*/ 10 h 8672"/>
                <a:gd name="T78" fmla="*/ 13 w 10643"/>
                <a:gd name="T79" fmla="*/ 7 h 8672"/>
                <a:gd name="T80" fmla="*/ 17 w 10643"/>
                <a:gd name="T81" fmla="*/ 4 h 8672"/>
                <a:gd name="T82" fmla="*/ 21 w 10643"/>
                <a:gd name="T83" fmla="*/ 2 h 8672"/>
                <a:gd name="T84" fmla="*/ 26 w 10643"/>
                <a:gd name="T85" fmla="*/ 1 h 8672"/>
                <a:gd name="T86" fmla="*/ 31 w 10643"/>
                <a:gd name="T87" fmla="*/ 0 h 867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0643" h="8672">
                  <a:moveTo>
                    <a:pt x="617" y="0"/>
                  </a:moveTo>
                  <a:lnTo>
                    <a:pt x="10027" y="0"/>
                  </a:lnTo>
                  <a:lnTo>
                    <a:pt x="10058" y="1"/>
                  </a:lnTo>
                  <a:lnTo>
                    <a:pt x="10089" y="3"/>
                  </a:lnTo>
                  <a:lnTo>
                    <a:pt x="10120" y="8"/>
                  </a:lnTo>
                  <a:lnTo>
                    <a:pt x="10150" y="13"/>
                  </a:lnTo>
                  <a:lnTo>
                    <a:pt x="10180" y="20"/>
                  </a:lnTo>
                  <a:lnTo>
                    <a:pt x="10210" y="28"/>
                  </a:lnTo>
                  <a:lnTo>
                    <a:pt x="10238" y="38"/>
                  </a:lnTo>
                  <a:lnTo>
                    <a:pt x="10266" y="49"/>
                  </a:lnTo>
                  <a:lnTo>
                    <a:pt x="10294" y="62"/>
                  </a:lnTo>
                  <a:lnTo>
                    <a:pt x="10320" y="75"/>
                  </a:lnTo>
                  <a:lnTo>
                    <a:pt x="10345" y="91"/>
                  </a:lnTo>
                  <a:lnTo>
                    <a:pt x="10370" y="106"/>
                  </a:lnTo>
                  <a:lnTo>
                    <a:pt x="10395" y="124"/>
                  </a:lnTo>
                  <a:lnTo>
                    <a:pt x="10418" y="141"/>
                  </a:lnTo>
                  <a:lnTo>
                    <a:pt x="10441" y="161"/>
                  </a:lnTo>
                  <a:lnTo>
                    <a:pt x="10463" y="182"/>
                  </a:lnTo>
                  <a:lnTo>
                    <a:pt x="10482" y="203"/>
                  </a:lnTo>
                  <a:lnTo>
                    <a:pt x="10502" y="225"/>
                  </a:lnTo>
                  <a:lnTo>
                    <a:pt x="10521" y="249"/>
                  </a:lnTo>
                  <a:lnTo>
                    <a:pt x="10537" y="273"/>
                  </a:lnTo>
                  <a:lnTo>
                    <a:pt x="10554" y="298"/>
                  </a:lnTo>
                  <a:lnTo>
                    <a:pt x="10569" y="324"/>
                  </a:lnTo>
                  <a:lnTo>
                    <a:pt x="10582" y="351"/>
                  </a:lnTo>
                  <a:lnTo>
                    <a:pt x="10595" y="378"/>
                  </a:lnTo>
                  <a:lnTo>
                    <a:pt x="10606" y="406"/>
                  </a:lnTo>
                  <a:lnTo>
                    <a:pt x="10615" y="434"/>
                  </a:lnTo>
                  <a:lnTo>
                    <a:pt x="10624" y="464"/>
                  </a:lnTo>
                  <a:lnTo>
                    <a:pt x="10631" y="493"/>
                  </a:lnTo>
                  <a:lnTo>
                    <a:pt x="10636" y="523"/>
                  </a:lnTo>
                  <a:lnTo>
                    <a:pt x="10640" y="554"/>
                  </a:lnTo>
                  <a:lnTo>
                    <a:pt x="10642" y="585"/>
                  </a:lnTo>
                  <a:lnTo>
                    <a:pt x="10643" y="618"/>
                  </a:lnTo>
                  <a:lnTo>
                    <a:pt x="10643" y="8054"/>
                  </a:lnTo>
                  <a:lnTo>
                    <a:pt x="10642" y="8087"/>
                  </a:lnTo>
                  <a:lnTo>
                    <a:pt x="10640" y="8118"/>
                  </a:lnTo>
                  <a:lnTo>
                    <a:pt x="10636" y="8149"/>
                  </a:lnTo>
                  <a:lnTo>
                    <a:pt x="10631" y="8179"/>
                  </a:lnTo>
                  <a:lnTo>
                    <a:pt x="10624" y="8208"/>
                  </a:lnTo>
                  <a:lnTo>
                    <a:pt x="10615" y="8238"/>
                  </a:lnTo>
                  <a:lnTo>
                    <a:pt x="10606" y="8266"/>
                  </a:lnTo>
                  <a:lnTo>
                    <a:pt x="10595" y="8294"/>
                  </a:lnTo>
                  <a:lnTo>
                    <a:pt x="10582" y="8322"/>
                  </a:lnTo>
                  <a:lnTo>
                    <a:pt x="10569" y="8348"/>
                  </a:lnTo>
                  <a:lnTo>
                    <a:pt x="10554" y="8374"/>
                  </a:lnTo>
                  <a:lnTo>
                    <a:pt x="10537" y="8399"/>
                  </a:lnTo>
                  <a:lnTo>
                    <a:pt x="10521" y="8423"/>
                  </a:lnTo>
                  <a:lnTo>
                    <a:pt x="10502" y="8446"/>
                  </a:lnTo>
                  <a:lnTo>
                    <a:pt x="10482" y="8469"/>
                  </a:lnTo>
                  <a:lnTo>
                    <a:pt x="10463" y="8490"/>
                  </a:lnTo>
                  <a:lnTo>
                    <a:pt x="10441" y="8511"/>
                  </a:lnTo>
                  <a:lnTo>
                    <a:pt x="10418" y="8530"/>
                  </a:lnTo>
                  <a:lnTo>
                    <a:pt x="10395" y="8548"/>
                  </a:lnTo>
                  <a:lnTo>
                    <a:pt x="10370" y="8566"/>
                  </a:lnTo>
                  <a:lnTo>
                    <a:pt x="10345" y="8582"/>
                  </a:lnTo>
                  <a:lnTo>
                    <a:pt x="10320" y="8597"/>
                  </a:lnTo>
                  <a:lnTo>
                    <a:pt x="10294" y="8610"/>
                  </a:lnTo>
                  <a:lnTo>
                    <a:pt x="10266" y="8623"/>
                  </a:lnTo>
                  <a:lnTo>
                    <a:pt x="10238" y="8634"/>
                  </a:lnTo>
                  <a:lnTo>
                    <a:pt x="10210" y="8644"/>
                  </a:lnTo>
                  <a:lnTo>
                    <a:pt x="10180" y="8652"/>
                  </a:lnTo>
                  <a:lnTo>
                    <a:pt x="10150" y="8659"/>
                  </a:lnTo>
                  <a:lnTo>
                    <a:pt x="10120" y="8664"/>
                  </a:lnTo>
                  <a:lnTo>
                    <a:pt x="10089" y="8668"/>
                  </a:lnTo>
                  <a:lnTo>
                    <a:pt x="10058" y="8671"/>
                  </a:lnTo>
                  <a:lnTo>
                    <a:pt x="10027" y="8672"/>
                  </a:lnTo>
                  <a:lnTo>
                    <a:pt x="617" y="8672"/>
                  </a:lnTo>
                  <a:lnTo>
                    <a:pt x="585" y="8671"/>
                  </a:lnTo>
                  <a:lnTo>
                    <a:pt x="554" y="8668"/>
                  </a:lnTo>
                  <a:lnTo>
                    <a:pt x="524" y="8664"/>
                  </a:lnTo>
                  <a:lnTo>
                    <a:pt x="493" y="8659"/>
                  </a:lnTo>
                  <a:lnTo>
                    <a:pt x="464" y="8652"/>
                  </a:lnTo>
                  <a:lnTo>
                    <a:pt x="435" y="8644"/>
                  </a:lnTo>
                  <a:lnTo>
                    <a:pt x="406" y="8634"/>
                  </a:lnTo>
                  <a:lnTo>
                    <a:pt x="378" y="8623"/>
                  </a:lnTo>
                  <a:lnTo>
                    <a:pt x="351" y="8610"/>
                  </a:lnTo>
                  <a:lnTo>
                    <a:pt x="324" y="8597"/>
                  </a:lnTo>
                  <a:lnTo>
                    <a:pt x="298" y="8582"/>
                  </a:lnTo>
                  <a:lnTo>
                    <a:pt x="273" y="8566"/>
                  </a:lnTo>
                  <a:lnTo>
                    <a:pt x="249" y="8548"/>
                  </a:lnTo>
                  <a:lnTo>
                    <a:pt x="225" y="8530"/>
                  </a:lnTo>
                  <a:lnTo>
                    <a:pt x="203" y="8511"/>
                  </a:lnTo>
                  <a:lnTo>
                    <a:pt x="182" y="8490"/>
                  </a:lnTo>
                  <a:lnTo>
                    <a:pt x="161" y="8469"/>
                  </a:lnTo>
                  <a:lnTo>
                    <a:pt x="141" y="8446"/>
                  </a:lnTo>
                  <a:lnTo>
                    <a:pt x="123" y="8423"/>
                  </a:lnTo>
                  <a:lnTo>
                    <a:pt x="106" y="8399"/>
                  </a:lnTo>
                  <a:lnTo>
                    <a:pt x="90" y="8374"/>
                  </a:lnTo>
                  <a:lnTo>
                    <a:pt x="75" y="8348"/>
                  </a:lnTo>
                  <a:lnTo>
                    <a:pt x="61" y="8322"/>
                  </a:lnTo>
                  <a:lnTo>
                    <a:pt x="49" y="8294"/>
                  </a:lnTo>
                  <a:lnTo>
                    <a:pt x="37" y="8266"/>
                  </a:lnTo>
                  <a:lnTo>
                    <a:pt x="28" y="8238"/>
                  </a:lnTo>
                  <a:lnTo>
                    <a:pt x="20" y="8208"/>
                  </a:lnTo>
                  <a:lnTo>
                    <a:pt x="12" y="8179"/>
                  </a:lnTo>
                  <a:lnTo>
                    <a:pt x="7" y="8149"/>
                  </a:lnTo>
                  <a:lnTo>
                    <a:pt x="3" y="8118"/>
                  </a:lnTo>
                  <a:lnTo>
                    <a:pt x="1" y="8087"/>
                  </a:lnTo>
                  <a:lnTo>
                    <a:pt x="0" y="8054"/>
                  </a:lnTo>
                  <a:lnTo>
                    <a:pt x="0" y="618"/>
                  </a:lnTo>
                  <a:lnTo>
                    <a:pt x="1" y="585"/>
                  </a:lnTo>
                  <a:lnTo>
                    <a:pt x="3" y="554"/>
                  </a:lnTo>
                  <a:lnTo>
                    <a:pt x="7" y="523"/>
                  </a:lnTo>
                  <a:lnTo>
                    <a:pt x="12" y="493"/>
                  </a:lnTo>
                  <a:lnTo>
                    <a:pt x="20" y="464"/>
                  </a:lnTo>
                  <a:lnTo>
                    <a:pt x="28" y="434"/>
                  </a:lnTo>
                  <a:lnTo>
                    <a:pt x="37" y="406"/>
                  </a:lnTo>
                  <a:lnTo>
                    <a:pt x="49" y="378"/>
                  </a:lnTo>
                  <a:lnTo>
                    <a:pt x="61" y="351"/>
                  </a:lnTo>
                  <a:lnTo>
                    <a:pt x="75" y="324"/>
                  </a:lnTo>
                  <a:lnTo>
                    <a:pt x="90" y="298"/>
                  </a:lnTo>
                  <a:lnTo>
                    <a:pt x="106" y="273"/>
                  </a:lnTo>
                  <a:lnTo>
                    <a:pt x="123" y="249"/>
                  </a:lnTo>
                  <a:lnTo>
                    <a:pt x="141" y="225"/>
                  </a:lnTo>
                  <a:lnTo>
                    <a:pt x="161" y="203"/>
                  </a:lnTo>
                  <a:lnTo>
                    <a:pt x="182" y="182"/>
                  </a:lnTo>
                  <a:lnTo>
                    <a:pt x="203" y="161"/>
                  </a:lnTo>
                  <a:lnTo>
                    <a:pt x="225" y="141"/>
                  </a:lnTo>
                  <a:lnTo>
                    <a:pt x="249" y="124"/>
                  </a:lnTo>
                  <a:lnTo>
                    <a:pt x="273" y="106"/>
                  </a:lnTo>
                  <a:lnTo>
                    <a:pt x="298" y="91"/>
                  </a:lnTo>
                  <a:lnTo>
                    <a:pt x="324" y="75"/>
                  </a:lnTo>
                  <a:lnTo>
                    <a:pt x="351" y="62"/>
                  </a:lnTo>
                  <a:lnTo>
                    <a:pt x="378" y="49"/>
                  </a:lnTo>
                  <a:lnTo>
                    <a:pt x="406" y="38"/>
                  </a:lnTo>
                  <a:lnTo>
                    <a:pt x="435" y="28"/>
                  </a:lnTo>
                  <a:lnTo>
                    <a:pt x="464" y="20"/>
                  </a:lnTo>
                  <a:lnTo>
                    <a:pt x="493" y="13"/>
                  </a:lnTo>
                  <a:lnTo>
                    <a:pt x="524" y="8"/>
                  </a:lnTo>
                  <a:lnTo>
                    <a:pt x="554" y="3"/>
                  </a:lnTo>
                  <a:lnTo>
                    <a:pt x="585" y="1"/>
                  </a:lnTo>
                  <a:lnTo>
                    <a:pt x="617" y="0"/>
                  </a:lnTo>
                  <a:close/>
                </a:path>
              </a:pathLst>
            </a:custGeom>
            <a:solidFill>
              <a:schemeClr val="bg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b="1"/>
            </a:p>
          </p:txBody>
        </p:sp>
        <p:sp>
          <p:nvSpPr>
            <p:cNvPr id="56" name="Rectangle 204"/>
            <p:cNvSpPr>
              <a:spLocks noChangeArrowheads="1"/>
            </p:cNvSpPr>
            <p:nvPr/>
          </p:nvSpPr>
          <p:spPr bwMode="auto">
            <a:xfrm>
              <a:off x="693" y="3240"/>
              <a:ext cx="503" cy="377"/>
            </a:xfrm>
            <a:prstGeom prst="rect">
              <a:avLst/>
            </a:prstGeom>
            <a:solidFill>
              <a:srgbClr val="1A104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b="1"/>
            </a:p>
          </p:txBody>
        </p:sp>
        <p:sp>
          <p:nvSpPr>
            <p:cNvPr id="57" name="Rectangle 205"/>
            <p:cNvSpPr>
              <a:spLocks noChangeArrowheads="1"/>
            </p:cNvSpPr>
            <p:nvPr/>
          </p:nvSpPr>
          <p:spPr bwMode="auto">
            <a:xfrm>
              <a:off x="716" y="3669"/>
              <a:ext cx="480" cy="12"/>
            </a:xfrm>
            <a:prstGeom prst="rect">
              <a:avLst/>
            </a:prstGeom>
            <a:solidFill>
              <a:srgbClr val="3253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b="1"/>
            </a:p>
          </p:txBody>
        </p:sp>
        <p:sp>
          <p:nvSpPr>
            <p:cNvPr id="58" name="Rectangle 206"/>
            <p:cNvSpPr>
              <a:spLocks noChangeArrowheads="1"/>
            </p:cNvSpPr>
            <p:nvPr/>
          </p:nvSpPr>
          <p:spPr bwMode="auto">
            <a:xfrm>
              <a:off x="630" y="3788"/>
              <a:ext cx="627" cy="16"/>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b="1"/>
            </a:p>
          </p:txBody>
        </p:sp>
        <p:sp>
          <p:nvSpPr>
            <p:cNvPr id="59" name="Freeform 207"/>
            <p:cNvSpPr>
              <a:spLocks/>
            </p:cNvSpPr>
            <p:nvPr/>
          </p:nvSpPr>
          <p:spPr bwMode="auto">
            <a:xfrm>
              <a:off x="1057" y="3623"/>
              <a:ext cx="20" cy="20"/>
            </a:xfrm>
            <a:custGeom>
              <a:avLst/>
              <a:gdLst>
                <a:gd name="T0" fmla="*/ 11 w 381"/>
                <a:gd name="T1" fmla="*/ 20 h 380"/>
                <a:gd name="T2" fmla="*/ 13 w 381"/>
                <a:gd name="T3" fmla="*/ 20 h 380"/>
                <a:gd name="T4" fmla="*/ 15 w 381"/>
                <a:gd name="T5" fmla="*/ 19 h 380"/>
                <a:gd name="T6" fmla="*/ 16 w 381"/>
                <a:gd name="T7" fmla="*/ 18 h 380"/>
                <a:gd name="T8" fmla="*/ 18 w 381"/>
                <a:gd name="T9" fmla="*/ 16 h 380"/>
                <a:gd name="T10" fmla="*/ 19 w 381"/>
                <a:gd name="T11" fmla="*/ 15 h 380"/>
                <a:gd name="T12" fmla="*/ 20 w 381"/>
                <a:gd name="T13" fmla="*/ 13 h 380"/>
                <a:gd name="T14" fmla="*/ 20 w 381"/>
                <a:gd name="T15" fmla="*/ 11 h 380"/>
                <a:gd name="T16" fmla="*/ 20 w 381"/>
                <a:gd name="T17" fmla="*/ 9 h 380"/>
                <a:gd name="T18" fmla="*/ 20 w 381"/>
                <a:gd name="T19" fmla="*/ 7 h 380"/>
                <a:gd name="T20" fmla="*/ 19 w 381"/>
                <a:gd name="T21" fmla="*/ 5 h 380"/>
                <a:gd name="T22" fmla="*/ 18 w 381"/>
                <a:gd name="T23" fmla="*/ 4 h 380"/>
                <a:gd name="T24" fmla="*/ 16 w 381"/>
                <a:gd name="T25" fmla="*/ 2 h 380"/>
                <a:gd name="T26" fmla="*/ 15 w 381"/>
                <a:gd name="T27" fmla="*/ 1 h 380"/>
                <a:gd name="T28" fmla="*/ 13 w 381"/>
                <a:gd name="T29" fmla="*/ 0 h 380"/>
                <a:gd name="T30" fmla="*/ 11 w 381"/>
                <a:gd name="T31" fmla="*/ 0 h 380"/>
                <a:gd name="T32" fmla="*/ 9 w 381"/>
                <a:gd name="T33" fmla="*/ 0 h 380"/>
                <a:gd name="T34" fmla="*/ 7 w 381"/>
                <a:gd name="T35" fmla="*/ 0 h 380"/>
                <a:gd name="T36" fmla="*/ 5 w 381"/>
                <a:gd name="T37" fmla="*/ 1 h 380"/>
                <a:gd name="T38" fmla="*/ 4 w 381"/>
                <a:gd name="T39" fmla="*/ 2 h 380"/>
                <a:gd name="T40" fmla="*/ 2 w 381"/>
                <a:gd name="T41" fmla="*/ 4 h 380"/>
                <a:gd name="T42" fmla="*/ 1 w 381"/>
                <a:gd name="T43" fmla="*/ 5 h 380"/>
                <a:gd name="T44" fmla="*/ 0 w 381"/>
                <a:gd name="T45" fmla="*/ 7 h 380"/>
                <a:gd name="T46" fmla="*/ 0 w 381"/>
                <a:gd name="T47" fmla="*/ 9 h 380"/>
                <a:gd name="T48" fmla="*/ 0 w 381"/>
                <a:gd name="T49" fmla="*/ 11 h 380"/>
                <a:gd name="T50" fmla="*/ 0 w 381"/>
                <a:gd name="T51" fmla="*/ 13 h 380"/>
                <a:gd name="T52" fmla="*/ 1 w 381"/>
                <a:gd name="T53" fmla="*/ 15 h 380"/>
                <a:gd name="T54" fmla="*/ 2 w 381"/>
                <a:gd name="T55" fmla="*/ 16 h 380"/>
                <a:gd name="T56" fmla="*/ 4 w 381"/>
                <a:gd name="T57" fmla="*/ 18 h 380"/>
                <a:gd name="T58" fmla="*/ 5 w 381"/>
                <a:gd name="T59" fmla="*/ 19 h 380"/>
                <a:gd name="T60" fmla="*/ 7 w 381"/>
                <a:gd name="T61" fmla="*/ 20 h 380"/>
                <a:gd name="T62" fmla="*/ 9 w 381"/>
                <a:gd name="T63" fmla="*/ 20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1" h="380">
                  <a:moveTo>
                    <a:pt x="191" y="380"/>
                  </a:moveTo>
                  <a:lnTo>
                    <a:pt x="210" y="379"/>
                  </a:lnTo>
                  <a:lnTo>
                    <a:pt x="230" y="376"/>
                  </a:lnTo>
                  <a:lnTo>
                    <a:pt x="247" y="372"/>
                  </a:lnTo>
                  <a:lnTo>
                    <a:pt x="265" y="366"/>
                  </a:lnTo>
                  <a:lnTo>
                    <a:pt x="282" y="357"/>
                  </a:lnTo>
                  <a:lnTo>
                    <a:pt x="297" y="348"/>
                  </a:lnTo>
                  <a:lnTo>
                    <a:pt x="312" y="337"/>
                  </a:lnTo>
                  <a:lnTo>
                    <a:pt x="325" y="324"/>
                  </a:lnTo>
                  <a:lnTo>
                    <a:pt x="338" y="311"/>
                  </a:lnTo>
                  <a:lnTo>
                    <a:pt x="349" y="296"/>
                  </a:lnTo>
                  <a:lnTo>
                    <a:pt x="358" y="281"/>
                  </a:lnTo>
                  <a:lnTo>
                    <a:pt x="367" y="264"/>
                  </a:lnTo>
                  <a:lnTo>
                    <a:pt x="373" y="246"/>
                  </a:lnTo>
                  <a:lnTo>
                    <a:pt x="377" y="229"/>
                  </a:lnTo>
                  <a:lnTo>
                    <a:pt x="380" y="209"/>
                  </a:lnTo>
                  <a:lnTo>
                    <a:pt x="381" y="190"/>
                  </a:lnTo>
                  <a:lnTo>
                    <a:pt x="380" y="171"/>
                  </a:lnTo>
                  <a:lnTo>
                    <a:pt x="377" y="152"/>
                  </a:lnTo>
                  <a:lnTo>
                    <a:pt x="373" y="133"/>
                  </a:lnTo>
                  <a:lnTo>
                    <a:pt x="367" y="116"/>
                  </a:lnTo>
                  <a:lnTo>
                    <a:pt x="358" y="99"/>
                  </a:lnTo>
                  <a:lnTo>
                    <a:pt x="349" y="84"/>
                  </a:lnTo>
                  <a:lnTo>
                    <a:pt x="338" y="69"/>
                  </a:lnTo>
                  <a:lnTo>
                    <a:pt x="325" y="56"/>
                  </a:lnTo>
                  <a:lnTo>
                    <a:pt x="312" y="43"/>
                  </a:lnTo>
                  <a:lnTo>
                    <a:pt x="297" y="33"/>
                  </a:lnTo>
                  <a:lnTo>
                    <a:pt x="282" y="22"/>
                  </a:lnTo>
                  <a:lnTo>
                    <a:pt x="265" y="15"/>
                  </a:lnTo>
                  <a:lnTo>
                    <a:pt x="247" y="8"/>
                  </a:lnTo>
                  <a:lnTo>
                    <a:pt x="230" y="4"/>
                  </a:lnTo>
                  <a:lnTo>
                    <a:pt x="210" y="1"/>
                  </a:lnTo>
                  <a:lnTo>
                    <a:pt x="191" y="0"/>
                  </a:lnTo>
                  <a:lnTo>
                    <a:pt x="172" y="1"/>
                  </a:lnTo>
                  <a:lnTo>
                    <a:pt x="153" y="4"/>
                  </a:lnTo>
                  <a:lnTo>
                    <a:pt x="134" y="8"/>
                  </a:lnTo>
                  <a:lnTo>
                    <a:pt x="117" y="15"/>
                  </a:lnTo>
                  <a:lnTo>
                    <a:pt x="100" y="22"/>
                  </a:lnTo>
                  <a:lnTo>
                    <a:pt x="84" y="33"/>
                  </a:lnTo>
                  <a:lnTo>
                    <a:pt x="70" y="43"/>
                  </a:lnTo>
                  <a:lnTo>
                    <a:pt x="56" y="56"/>
                  </a:lnTo>
                  <a:lnTo>
                    <a:pt x="44" y="69"/>
                  </a:lnTo>
                  <a:lnTo>
                    <a:pt x="33" y="84"/>
                  </a:lnTo>
                  <a:lnTo>
                    <a:pt x="23" y="99"/>
                  </a:lnTo>
                  <a:lnTo>
                    <a:pt x="16" y="116"/>
                  </a:lnTo>
                  <a:lnTo>
                    <a:pt x="9" y="133"/>
                  </a:lnTo>
                  <a:lnTo>
                    <a:pt x="4" y="152"/>
                  </a:lnTo>
                  <a:lnTo>
                    <a:pt x="1" y="171"/>
                  </a:lnTo>
                  <a:lnTo>
                    <a:pt x="0" y="190"/>
                  </a:lnTo>
                  <a:lnTo>
                    <a:pt x="1" y="209"/>
                  </a:lnTo>
                  <a:lnTo>
                    <a:pt x="4" y="229"/>
                  </a:lnTo>
                  <a:lnTo>
                    <a:pt x="9" y="246"/>
                  </a:lnTo>
                  <a:lnTo>
                    <a:pt x="16" y="264"/>
                  </a:lnTo>
                  <a:lnTo>
                    <a:pt x="23" y="281"/>
                  </a:lnTo>
                  <a:lnTo>
                    <a:pt x="33" y="296"/>
                  </a:lnTo>
                  <a:lnTo>
                    <a:pt x="44" y="311"/>
                  </a:lnTo>
                  <a:lnTo>
                    <a:pt x="56" y="324"/>
                  </a:lnTo>
                  <a:lnTo>
                    <a:pt x="70" y="337"/>
                  </a:lnTo>
                  <a:lnTo>
                    <a:pt x="84" y="348"/>
                  </a:lnTo>
                  <a:lnTo>
                    <a:pt x="100" y="357"/>
                  </a:lnTo>
                  <a:lnTo>
                    <a:pt x="117" y="366"/>
                  </a:lnTo>
                  <a:lnTo>
                    <a:pt x="134" y="372"/>
                  </a:lnTo>
                  <a:lnTo>
                    <a:pt x="153" y="376"/>
                  </a:lnTo>
                  <a:lnTo>
                    <a:pt x="172" y="379"/>
                  </a:lnTo>
                  <a:lnTo>
                    <a:pt x="191" y="380"/>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b="1"/>
            </a:p>
          </p:txBody>
        </p:sp>
        <p:sp>
          <p:nvSpPr>
            <p:cNvPr id="60" name="Freeform 208"/>
            <p:cNvSpPr>
              <a:spLocks/>
            </p:cNvSpPr>
            <p:nvPr/>
          </p:nvSpPr>
          <p:spPr bwMode="auto">
            <a:xfrm>
              <a:off x="1087" y="3623"/>
              <a:ext cx="20" cy="20"/>
            </a:xfrm>
            <a:custGeom>
              <a:avLst/>
              <a:gdLst>
                <a:gd name="T0" fmla="*/ 11 w 381"/>
                <a:gd name="T1" fmla="*/ 20 h 380"/>
                <a:gd name="T2" fmla="*/ 13 w 381"/>
                <a:gd name="T3" fmla="*/ 20 h 380"/>
                <a:gd name="T4" fmla="*/ 15 w 381"/>
                <a:gd name="T5" fmla="*/ 19 h 380"/>
                <a:gd name="T6" fmla="*/ 16 w 381"/>
                <a:gd name="T7" fmla="*/ 18 h 380"/>
                <a:gd name="T8" fmla="*/ 18 w 381"/>
                <a:gd name="T9" fmla="*/ 16 h 380"/>
                <a:gd name="T10" fmla="*/ 19 w 381"/>
                <a:gd name="T11" fmla="*/ 15 h 380"/>
                <a:gd name="T12" fmla="*/ 20 w 381"/>
                <a:gd name="T13" fmla="*/ 13 h 380"/>
                <a:gd name="T14" fmla="*/ 20 w 381"/>
                <a:gd name="T15" fmla="*/ 11 h 380"/>
                <a:gd name="T16" fmla="*/ 20 w 381"/>
                <a:gd name="T17" fmla="*/ 9 h 380"/>
                <a:gd name="T18" fmla="*/ 20 w 381"/>
                <a:gd name="T19" fmla="*/ 7 h 380"/>
                <a:gd name="T20" fmla="*/ 19 w 381"/>
                <a:gd name="T21" fmla="*/ 5 h 380"/>
                <a:gd name="T22" fmla="*/ 18 w 381"/>
                <a:gd name="T23" fmla="*/ 4 h 380"/>
                <a:gd name="T24" fmla="*/ 16 w 381"/>
                <a:gd name="T25" fmla="*/ 2 h 380"/>
                <a:gd name="T26" fmla="*/ 15 w 381"/>
                <a:gd name="T27" fmla="*/ 1 h 380"/>
                <a:gd name="T28" fmla="*/ 13 w 381"/>
                <a:gd name="T29" fmla="*/ 0 h 380"/>
                <a:gd name="T30" fmla="*/ 11 w 381"/>
                <a:gd name="T31" fmla="*/ 0 h 380"/>
                <a:gd name="T32" fmla="*/ 9 w 381"/>
                <a:gd name="T33" fmla="*/ 0 h 380"/>
                <a:gd name="T34" fmla="*/ 7 w 381"/>
                <a:gd name="T35" fmla="*/ 0 h 380"/>
                <a:gd name="T36" fmla="*/ 5 w 381"/>
                <a:gd name="T37" fmla="*/ 1 h 380"/>
                <a:gd name="T38" fmla="*/ 4 w 381"/>
                <a:gd name="T39" fmla="*/ 2 h 380"/>
                <a:gd name="T40" fmla="*/ 2 w 381"/>
                <a:gd name="T41" fmla="*/ 4 h 380"/>
                <a:gd name="T42" fmla="*/ 1 w 381"/>
                <a:gd name="T43" fmla="*/ 5 h 380"/>
                <a:gd name="T44" fmla="*/ 0 w 381"/>
                <a:gd name="T45" fmla="*/ 7 h 380"/>
                <a:gd name="T46" fmla="*/ 0 w 381"/>
                <a:gd name="T47" fmla="*/ 9 h 380"/>
                <a:gd name="T48" fmla="*/ 0 w 381"/>
                <a:gd name="T49" fmla="*/ 11 h 380"/>
                <a:gd name="T50" fmla="*/ 0 w 381"/>
                <a:gd name="T51" fmla="*/ 13 h 380"/>
                <a:gd name="T52" fmla="*/ 1 w 381"/>
                <a:gd name="T53" fmla="*/ 15 h 380"/>
                <a:gd name="T54" fmla="*/ 2 w 381"/>
                <a:gd name="T55" fmla="*/ 16 h 380"/>
                <a:gd name="T56" fmla="*/ 4 w 381"/>
                <a:gd name="T57" fmla="*/ 18 h 380"/>
                <a:gd name="T58" fmla="*/ 5 w 381"/>
                <a:gd name="T59" fmla="*/ 19 h 380"/>
                <a:gd name="T60" fmla="*/ 7 w 381"/>
                <a:gd name="T61" fmla="*/ 20 h 380"/>
                <a:gd name="T62" fmla="*/ 9 w 381"/>
                <a:gd name="T63" fmla="*/ 20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1" h="380">
                  <a:moveTo>
                    <a:pt x="190" y="380"/>
                  </a:moveTo>
                  <a:lnTo>
                    <a:pt x="209" y="379"/>
                  </a:lnTo>
                  <a:lnTo>
                    <a:pt x="228" y="376"/>
                  </a:lnTo>
                  <a:lnTo>
                    <a:pt x="247" y="372"/>
                  </a:lnTo>
                  <a:lnTo>
                    <a:pt x="264" y="366"/>
                  </a:lnTo>
                  <a:lnTo>
                    <a:pt x="281" y="357"/>
                  </a:lnTo>
                  <a:lnTo>
                    <a:pt x="297" y="348"/>
                  </a:lnTo>
                  <a:lnTo>
                    <a:pt x="311" y="337"/>
                  </a:lnTo>
                  <a:lnTo>
                    <a:pt x="325" y="324"/>
                  </a:lnTo>
                  <a:lnTo>
                    <a:pt x="337" y="311"/>
                  </a:lnTo>
                  <a:lnTo>
                    <a:pt x="348" y="296"/>
                  </a:lnTo>
                  <a:lnTo>
                    <a:pt x="358" y="281"/>
                  </a:lnTo>
                  <a:lnTo>
                    <a:pt x="365" y="264"/>
                  </a:lnTo>
                  <a:lnTo>
                    <a:pt x="372" y="246"/>
                  </a:lnTo>
                  <a:lnTo>
                    <a:pt x="376" y="229"/>
                  </a:lnTo>
                  <a:lnTo>
                    <a:pt x="380" y="209"/>
                  </a:lnTo>
                  <a:lnTo>
                    <a:pt x="381" y="190"/>
                  </a:lnTo>
                  <a:lnTo>
                    <a:pt x="380" y="171"/>
                  </a:lnTo>
                  <a:lnTo>
                    <a:pt x="376" y="152"/>
                  </a:lnTo>
                  <a:lnTo>
                    <a:pt x="372" y="133"/>
                  </a:lnTo>
                  <a:lnTo>
                    <a:pt x="365" y="116"/>
                  </a:lnTo>
                  <a:lnTo>
                    <a:pt x="358" y="99"/>
                  </a:lnTo>
                  <a:lnTo>
                    <a:pt x="348" y="84"/>
                  </a:lnTo>
                  <a:lnTo>
                    <a:pt x="337" y="69"/>
                  </a:lnTo>
                  <a:lnTo>
                    <a:pt x="325" y="56"/>
                  </a:lnTo>
                  <a:lnTo>
                    <a:pt x="311" y="43"/>
                  </a:lnTo>
                  <a:lnTo>
                    <a:pt x="297" y="33"/>
                  </a:lnTo>
                  <a:lnTo>
                    <a:pt x="281" y="22"/>
                  </a:lnTo>
                  <a:lnTo>
                    <a:pt x="264" y="15"/>
                  </a:lnTo>
                  <a:lnTo>
                    <a:pt x="247" y="8"/>
                  </a:lnTo>
                  <a:lnTo>
                    <a:pt x="228" y="4"/>
                  </a:lnTo>
                  <a:lnTo>
                    <a:pt x="209" y="1"/>
                  </a:lnTo>
                  <a:lnTo>
                    <a:pt x="190" y="0"/>
                  </a:lnTo>
                  <a:lnTo>
                    <a:pt x="171" y="1"/>
                  </a:lnTo>
                  <a:lnTo>
                    <a:pt x="151" y="4"/>
                  </a:lnTo>
                  <a:lnTo>
                    <a:pt x="134" y="8"/>
                  </a:lnTo>
                  <a:lnTo>
                    <a:pt x="116" y="15"/>
                  </a:lnTo>
                  <a:lnTo>
                    <a:pt x="99" y="22"/>
                  </a:lnTo>
                  <a:lnTo>
                    <a:pt x="84" y="33"/>
                  </a:lnTo>
                  <a:lnTo>
                    <a:pt x="69" y="43"/>
                  </a:lnTo>
                  <a:lnTo>
                    <a:pt x="56" y="56"/>
                  </a:lnTo>
                  <a:lnTo>
                    <a:pt x="43" y="69"/>
                  </a:lnTo>
                  <a:lnTo>
                    <a:pt x="32" y="84"/>
                  </a:lnTo>
                  <a:lnTo>
                    <a:pt x="23" y="99"/>
                  </a:lnTo>
                  <a:lnTo>
                    <a:pt x="14" y="116"/>
                  </a:lnTo>
                  <a:lnTo>
                    <a:pt x="8" y="133"/>
                  </a:lnTo>
                  <a:lnTo>
                    <a:pt x="4" y="152"/>
                  </a:lnTo>
                  <a:lnTo>
                    <a:pt x="1" y="171"/>
                  </a:lnTo>
                  <a:lnTo>
                    <a:pt x="0" y="190"/>
                  </a:lnTo>
                  <a:lnTo>
                    <a:pt x="1" y="209"/>
                  </a:lnTo>
                  <a:lnTo>
                    <a:pt x="4" y="229"/>
                  </a:lnTo>
                  <a:lnTo>
                    <a:pt x="8" y="246"/>
                  </a:lnTo>
                  <a:lnTo>
                    <a:pt x="14" y="264"/>
                  </a:lnTo>
                  <a:lnTo>
                    <a:pt x="23" y="281"/>
                  </a:lnTo>
                  <a:lnTo>
                    <a:pt x="32" y="296"/>
                  </a:lnTo>
                  <a:lnTo>
                    <a:pt x="43" y="311"/>
                  </a:lnTo>
                  <a:lnTo>
                    <a:pt x="56" y="324"/>
                  </a:lnTo>
                  <a:lnTo>
                    <a:pt x="69" y="337"/>
                  </a:lnTo>
                  <a:lnTo>
                    <a:pt x="84" y="348"/>
                  </a:lnTo>
                  <a:lnTo>
                    <a:pt x="99" y="357"/>
                  </a:lnTo>
                  <a:lnTo>
                    <a:pt x="116" y="366"/>
                  </a:lnTo>
                  <a:lnTo>
                    <a:pt x="134" y="372"/>
                  </a:lnTo>
                  <a:lnTo>
                    <a:pt x="151" y="376"/>
                  </a:lnTo>
                  <a:lnTo>
                    <a:pt x="171" y="379"/>
                  </a:lnTo>
                  <a:lnTo>
                    <a:pt x="190" y="380"/>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b="1"/>
            </a:p>
          </p:txBody>
        </p:sp>
        <p:sp>
          <p:nvSpPr>
            <p:cNvPr id="61" name="Freeform 209"/>
            <p:cNvSpPr>
              <a:spLocks/>
            </p:cNvSpPr>
            <p:nvPr/>
          </p:nvSpPr>
          <p:spPr bwMode="auto">
            <a:xfrm>
              <a:off x="1115" y="3623"/>
              <a:ext cx="21" cy="20"/>
            </a:xfrm>
            <a:custGeom>
              <a:avLst/>
              <a:gdLst>
                <a:gd name="T0" fmla="*/ 12 w 381"/>
                <a:gd name="T1" fmla="*/ 20 h 380"/>
                <a:gd name="T2" fmla="*/ 14 w 381"/>
                <a:gd name="T3" fmla="*/ 20 h 380"/>
                <a:gd name="T4" fmla="*/ 15 w 381"/>
                <a:gd name="T5" fmla="*/ 19 h 380"/>
                <a:gd name="T6" fmla="*/ 17 w 381"/>
                <a:gd name="T7" fmla="*/ 18 h 380"/>
                <a:gd name="T8" fmla="*/ 19 w 381"/>
                <a:gd name="T9" fmla="*/ 16 h 380"/>
                <a:gd name="T10" fmla="*/ 20 w 381"/>
                <a:gd name="T11" fmla="*/ 15 h 380"/>
                <a:gd name="T12" fmla="*/ 21 w 381"/>
                <a:gd name="T13" fmla="*/ 13 h 380"/>
                <a:gd name="T14" fmla="*/ 21 w 381"/>
                <a:gd name="T15" fmla="*/ 11 h 380"/>
                <a:gd name="T16" fmla="*/ 21 w 381"/>
                <a:gd name="T17" fmla="*/ 9 h 380"/>
                <a:gd name="T18" fmla="*/ 21 w 381"/>
                <a:gd name="T19" fmla="*/ 7 h 380"/>
                <a:gd name="T20" fmla="*/ 20 w 381"/>
                <a:gd name="T21" fmla="*/ 5 h 380"/>
                <a:gd name="T22" fmla="*/ 19 w 381"/>
                <a:gd name="T23" fmla="*/ 4 h 380"/>
                <a:gd name="T24" fmla="*/ 17 w 381"/>
                <a:gd name="T25" fmla="*/ 2 h 380"/>
                <a:gd name="T26" fmla="*/ 15 w 381"/>
                <a:gd name="T27" fmla="*/ 1 h 380"/>
                <a:gd name="T28" fmla="*/ 14 w 381"/>
                <a:gd name="T29" fmla="*/ 0 h 380"/>
                <a:gd name="T30" fmla="*/ 12 w 381"/>
                <a:gd name="T31" fmla="*/ 0 h 380"/>
                <a:gd name="T32" fmla="*/ 9 w 381"/>
                <a:gd name="T33" fmla="*/ 0 h 380"/>
                <a:gd name="T34" fmla="*/ 7 w 381"/>
                <a:gd name="T35" fmla="*/ 0 h 380"/>
                <a:gd name="T36" fmla="*/ 5 w 381"/>
                <a:gd name="T37" fmla="*/ 1 h 380"/>
                <a:gd name="T38" fmla="*/ 4 w 381"/>
                <a:gd name="T39" fmla="*/ 2 h 380"/>
                <a:gd name="T40" fmla="*/ 2 w 381"/>
                <a:gd name="T41" fmla="*/ 4 h 380"/>
                <a:gd name="T42" fmla="*/ 1 w 381"/>
                <a:gd name="T43" fmla="*/ 5 h 380"/>
                <a:gd name="T44" fmla="*/ 0 w 381"/>
                <a:gd name="T45" fmla="*/ 7 h 380"/>
                <a:gd name="T46" fmla="*/ 0 w 381"/>
                <a:gd name="T47" fmla="*/ 9 h 380"/>
                <a:gd name="T48" fmla="*/ 0 w 381"/>
                <a:gd name="T49" fmla="*/ 11 h 380"/>
                <a:gd name="T50" fmla="*/ 0 w 381"/>
                <a:gd name="T51" fmla="*/ 13 h 380"/>
                <a:gd name="T52" fmla="*/ 1 w 381"/>
                <a:gd name="T53" fmla="*/ 15 h 380"/>
                <a:gd name="T54" fmla="*/ 2 w 381"/>
                <a:gd name="T55" fmla="*/ 16 h 380"/>
                <a:gd name="T56" fmla="*/ 4 w 381"/>
                <a:gd name="T57" fmla="*/ 18 h 380"/>
                <a:gd name="T58" fmla="*/ 5 w 381"/>
                <a:gd name="T59" fmla="*/ 19 h 380"/>
                <a:gd name="T60" fmla="*/ 7 w 381"/>
                <a:gd name="T61" fmla="*/ 20 h 380"/>
                <a:gd name="T62" fmla="*/ 9 w 381"/>
                <a:gd name="T63" fmla="*/ 20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1" h="380">
                  <a:moveTo>
                    <a:pt x="191" y="380"/>
                  </a:moveTo>
                  <a:lnTo>
                    <a:pt x="210" y="379"/>
                  </a:lnTo>
                  <a:lnTo>
                    <a:pt x="229" y="376"/>
                  </a:lnTo>
                  <a:lnTo>
                    <a:pt x="247" y="372"/>
                  </a:lnTo>
                  <a:lnTo>
                    <a:pt x="264" y="366"/>
                  </a:lnTo>
                  <a:lnTo>
                    <a:pt x="281" y="357"/>
                  </a:lnTo>
                  <a:lnTo>
                    <a:pt x="296" y="348"/>
                  </a:lnTo>
                  <a:lnTo>
                    <a:pt x="311" y="337"/>
                  </a:lnTo>
                  <a:lnTo>
                    <a:pt x="326" y="324"/>
                  </a:lnTo>
                  <a:lnTo>
                    <a:pt x="337" y="311"/>
                  </a:lnTo>
                  <a:lnTo>
                    <a:pt x="348" y="296"/>
                  </a:lnTo>
                  <a:lnTo>
                    <a:pt x="358" y="281"/>
                  </a:lnTo>
                  <a:lnTo>
                    <a:pt x="366" y="264"/>
                  </a:lnTo>
                  <a:lnTo>
                    <a:pt x="372" y="246"/>
                  </a:lnTo>
                  <a:lnTo>
                    <a:pt x="377" y="229"/>
                  </a:lnTo>
                  <a:lnTo>
                    <a:pt x="379" y="209"/>
                  </a:lnTo>
                  <a:lnTo>
                    <a:pt x="381" y="190"/>
                  </a:lnTo>
                  <a:lnTo>
                    <a:pt x="379" y="171"/>
                  </a:lnTo>
                  <a:lnTo>
                    <a:pt x="377" y="152"/>
                  </a:lnTo>
                  <a:lnTo>
                    <a:pt x="372" y="133"/>
                  </a:lnTo>
                  <a:lnTo>
                    <a:pt x="366" y="116"/>
                  </a:lnTo>
                  <a:lnTo>
                    <a:pt x="358" y="99"/>
                  </a:lnTo>
                  <a:lnTo>
                    <a:pt x="348" y="84"/>
                  </a:lnTo>
                  <a:lnTo>
                    <a:pt x="337" y="69"/>
                  </a:lnTo>
                  <a:lnTo>
                    <a:pt x="326" y="56"/>
                  </a:lnTo>
                  <a:lnTo>
                    <a:pt x="311" y="43"/>
                  </a:lnTo>
                  <a:lnTo>
                    <a:pt x="296" y="33"/>
                  </a:lnTo>
                  <a:lnTo>
                    <a:pt x="281" y="22"/>
                  </a:lnTo>
                  <a:lnTo>
                    <a:pt x="264" y="15"/>
                  </a:lnTo>
                  <a:lnTo>
                    <a:pt x="247" y="8"/>
                  </a:lnTo>
                  <a:lnTo>
                    <a:pt x="229" y="4"/>
                  </a:lnTo>
                  <a:lnTo>
                    <a:pt x="210" y="1"/>
                  </a:lnTo>
                  <a:lnTo>
                    <a:pt x="191" y="0"/>
                  </a:lnTo>
                  <a:lnTo>
                    <a:pt x="171" y="1"/>
                  </a:lnTo>
                  <a:lnTo>
                    <a:pt x="152" y="4"/>
                  </a:lnTo>
                  <a:lnTo>
                    <a:pt x="133" y="8"/>
                  </a:lnTo>
                  <a:lnTo>
                    <a:pt x="116" y="15"/>
                  </a:lnTo>
                  <a:lnTo>
                    <a:pt x="99" y="22"/>
                  </a:lnTo>
                  <a:lnTo>
                    <a:pt x="84" y="33"/>
                  </a:lnTo>
                  <a:lnTo>
                    <a:pt x="69" y="43"/>
                  </a:lnTo>
                  <a:lnTo>
                    <a:pt x="56" y="56"/>
                  </a:lnTo>
                  <a:lnTo>
                    <a:pt x="43" y="69"/>
                  </a:lnTo>
                  <a:lnTo>
                    <a:pt x="33" y="84"/>
                  </a:lnTo>
                  <a:lnTo>
                    <a:pt x="22" y="99"/>
                  </a:lnTo>
                  <a:lnTo>
                    <a:pt x="15" y="116"/>
                  </a:lnTo>
                  <a:lnTo>
                    <a:pt x="9" y="133"/>
                  </a:lnTo>
                  <a:lnTo>
                    <a:pt x="4" y="152"/>
                  </a:lnTo>
                  <a:lnTo>
                    <a:pt x="1" y="171"/>
                  </a:lnTo>
                  <a:lnTo>
                    <a:pt x="0" y="190"/>
                  </a:lnTo>
                  <a:lnTo>
                    <a:pt x="1" y="209"/>
                  </a:lnTo>
                  <a:lnTo>
                    <a:pt x="4" y="229"/>
                  </a:lnTo>
                  <a:lnTo>
                    <a:pt x="9" y="246"/>
                  </a:lnTo>
                  <a:lnTo>
                    <a:pt x="15" y="264"/>
                  </a:lnTo>
                  <a:lnTo>
                    <a:pt x="22" y="281"/>
                  </a:lnTo>
                  <a:lnTo>
                    <a:pt x="33" y="296"/>
                  </a:lnTo>
                  <a:lnTo>
                    <a:pt x="43" y="311"/>
                  </a:lnTo>
                  <a:lnTo>
                    <a:pt x="56" y="324"/>
                  </a:lnTo>
                  <a:lnTo>
                    <a:pt x="69" y="337"/>
                  </a:lnTo>
                  <a:lnTo>
                    <a:pt x="84" y="348"/>
                  </a:lnTo>
                  <a:lnTo>
                    <a:pt x="99" y="357"/>
                  </a:lnTo>
                  <a:lnTo>
                    <a:pt x="116" y="366"/>
                  </a:lnTo>
                  <a:lnTo>
                    <a:pt x="133" y="372"/>
                  </a:lnTo>
                  <a:lnTo>
                    <a:pt x="152" y="376"/>
                  </a:lnTo>
                  <a:lnTo>
                    <a:pt x="171" y="379"/>
                  </a:lnTo>
                  <a:lnTo>
                    <a:pt x="191" y="380"/>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b="1"/>
            </a:p>
          </p:txBody>
        </p:sp>
        <p:sp>
          <p:nvSpPr>
            <p:cNvPr id="62" name="Freeform 210"/>
            <p:cNvSpPr>
              <a:spLocks/>
            </p:cNvSpPr>
            <p:nvPr/>
          </p:nvSpPr>
          <p:spPr bwMode="auto">
            <a:xfrm>
              <a:off x="630" y="3678"/>
              <a:ext cx="627" cy="110"/>
            </a:xfrm>
            <a:custGeom>
              <a:avLst/>
              <a:gdLst>
                <a:gd name="T0" fmla="*/ 58 w 11914"/>
                <a:gd name="T1" fmla="*/ 0 h 2078"/>
                <a:gd name="T2" fmla="*/ 0 w 11914"/>
                <a:gd name="T3" fmla="*/ 110 h 2078"/>
                <a:gd name="T4" fmla="*/ 627 w 11914"/>
                <a:gd name="T5" fmla="*/ 110 h 2078"/>
                <a:gd name="T6" fmla="*/ 600 w 11914"/>
                <a:gd name="T7" fmla="*/ 0 h 2078"/>
                <a:gd name="T8" fmla="*/ 58 w 11914"/>
                <a:gd name="T9" fmla="*/ 0 h 20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914" h="2078">
                  <a:moveTo>
                    <a:pt x="1096" y="0"/>
                  </a:moveTo>
                  <a:lnTo>
                    <a:pt x="0" y="2078"/>
                  </a:lnTo>
                  <a:lnTo>
                    <a:pt x="11914" y="2078"/>
                  </a:lnTo>
                  <a:lnTo>
                    <a:pt x="11395" y="0"/>
                  </a:lnTo>
                  <a:lnTo>
                    <a:pt x="1096" y="0"/>
                  </a:lnTo>
                  <a:close/>
                </a:path>
              </a:pathLst>
            </a:custGeom>
            <a:gradFill flip="none" rotWithShape="1">
              <a:gsLst>
                <a:gs pos="0">
                  <a:schemeClr val="tx1">
                    <a:tint val="66000"/>
                    <a:satMod val="160000"/>
                  </a:schemeClr>
                </a:gs>
                <a:gs pos="61000">
                  <a:schemeClr val="tx1">
                    <a:tint val="44500"/>
                    <a:satMod val="160000"/>
                  </a:schemeClr>
                </a:gs>
                <a:gs pos="100000">
                  <a:schemeClr val="tx1">
                    <a:tint val="23500"/>
                    <a:satMod val="160000"/>
                  </a:schemeClr>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b="1"/>
            </a:p>
          </p:txBody>
        </p:sp>
      </p:grpSp>
      <p:cxnSp>
        <p:nvCxnSpPr>
          <p:cNvPr id="69" name="直接箭头连接符 68"/>
          <p:cNvCxnSpPr/>
          <p:nvPr/>
        </p:nvCxnSpPr>
        <p:spPr>
          <a:xfrm flipH="1">
            <a:off x="3502918" y="3357786"/>
            <a:ext cx="1406098" cy="556018"/>
          </a:xfrm>
          <a:prstGeom prst="straightConnector1">
            <a:avLst/>
          </a:prstGeom>
          <a:ln w="19050">
            <a:solidFill>
              <a:srgbClr val="FF3300"/>
            </a:solidFill>
            <a:tailEnd type="arrow"/>
          </a:ln>
        </p:spPr>
        <p:style>
          <a:lnRef idx="1">
            <a:schemeClr val="accent1"/>
          </a:lnRef>
          <a:fillRef idx="0">
            <a:schemeClr val="accent1"/>
          </a:fillRef>
          <a:effectRef idx="0">
            <a:schemeClr val="accent1"/>
          </a:effectRef>
          <a:fontRef idx="minor">
            <a:schemeClr val="tx1"/>
          </a:fontRef>
        </p:style>
      </p:cxnSp>
      <p:cxnSp>
        <p:nvCxnSpPr>
          <p:cNvPr id="71" name="直接箭头连接符 70"/>
          <p:cNvCxnSpPr/>
          <p:nvPr/>
        </p:nvCxnSpPr>
        <p:spPr>
          <a:xfrm>
            <a:off x="6057260" y="3357786"/>
            <a:ext cx="2145638" cy="694820"/>
          </a:xfrm>
          <a:prstGeom prst="straightConnector1">
            <a:avLst/>
          </a:prstGeom>
          <a:ln w="19050">
            <a:solidFill>
              <a:srgbClr val="FF3300"/>
            </a:solidFill>
            <a:tailEnd type="arrow"/>
          </a:ln>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4909016" y="2997746"/>
            <a:ext cx="1258198" cy="369332"/>
          </a:xfrm>
          <a:prstGeom prst="rect">
            <a:avLst/>
          </a:prstGeom>
          <a:noFill/>
        </p:spPr>
        <p:txBody>
          <a:bodyPr wrap="square" rtlCol="0">
            <a:spAutoFit/>
          </a:bodyPr>
          <a:lstStyle/>
          <a:p>
            <a:r>
              <a:rPr lang="zh-CN" altLang="en-US" b="1" dirty="0" smtClean="0">
                <a:solidFill>
                  <a:srgbClr val="111111"/>
                </a:solidFill>
                <a:latin typeface="黑体" pitchFamily="49" charset="-122"/>
                <a:ea typeface="黑体" pitchFamily="49" charset="-122"/>
              </a:rPr>
              <a:t>接入链路</a:t>
            </a:r>
            <a:endParaRPr lang="zh-CN" altLang="en-US" b="1" dirty="0">
              <a:solidFill>
                <a:srgbClr val="111111"/>
              </a:solidFill>
              <a:latin typeface="黑体" pitchFamily="49" charset="-122"/>
              <a:ea typeface="黑体" pitchFamily="49" charset="-122"/>
            </a:endParaRPr>
          </a:p>
        </p:txBody>
      </p:sp>
      <p:sp>
        <p:nvSpPr>
          <p:cNvPr id="76" name="矩形 75"/>
          <p:cNvSpPr/>
          <p:nvPr/>
        </p:nvSpPr>
        <p:spPr>
          <a:xfrm rot="2431887">
            <a:off x="3691937" y="4096566"/>
            <a:ext cx="265191" cy="64243"/>
          </a:xfrm>
          <a:prstGeom prst="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9" name="矩形 78"/>
          <p:cNvSpPr/>
          <p:nvPr/>
        </p:nvSpPr>
        <p:spPr>
          <a:xfrm rot="18942085">
            <a:off x="3463084" y="5098675"/>
            <a:ext cx="265191" cy="64243"/>
          </a:xfrm>
          <a:prstGeom prst="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cxnSp>
        <p:nvCxnSpPr>
          <p:cNvPr id="80" name="直接箭头连接符 79"/>
          <p:cNvCxnSpPr/>
          <p:nvPr/>
        </p:nvCxnSpPr>
        <p:spPr>
          <a:xfrm flipH="1" flipV="1">
            <a:off x="3646934" y="5135712"/>
            <a:ext cx="674065" cy="454322"/>
          </a:xfrm>
          <a:prstGeom prst="straightConnector1">
            <a:avLst/>
          </a:prstGeom>
          <a:ln w="19050">
            <a:solidFill>
              <a:srgbClr val="FF3300"/>
            </a:solidFill>
            <a:tailEnd type="arrow"/>
          </a:ln>
        </p:spPr>
        <p:style>
          <a:lnRef idx="1">
            <a:schemeClr val="accent1"/>
          </a:lnRef>
          <a:fillRef idx="0">
            <a:schemeClr val="accent1"/>
          </a:fillRef>
          <a:effectRef idx="0">
            <a:schemeClr val="accent1"/>
          </a:effectRef>
          <a:fontRef idx="minor">
            <a:schemeClr val="tx1"/>
          </a:fontRef>
        </p:style>
      </p:cxnSp>
      <p:sp>
        <p:nvSpPr>
          <p:cNvPr id="84" name="TextBox 83"/>
          <p:cNvSpPr txBox="1"/>
          <p:nvPr/>
        </p:nvSpPr>
        <p:spPr>
          <a:xfrm>
            <a:off x="5303118" y="4293890"/>
            <a:ext cx="1368152" cy="369332"/>
          </a:xfrm>
          <a:prstGeom prst="rect">
            <a:avLst/>
          </a:prstGeom>
          <a:noFill/>
        </p:spPr>
        <p:txBody>
          <a:bodyPr wrap="square" rtlCol="0">
            <a:spAutoFit/>
          </a:bodyPr>
          <a:lstStyle/>
          <a:p>
            <a:r>
              <a:rPr lang="zh-CN" altLang="en-US" b="1" dirty="0" smtClean="0">
                <a:solidFill>
                  <a:srgbClr val="111111"/>
                </a:solidFill>
                <a:latin typeface="黑体" pitchFamily="49" charset="-122"/>
                <a:ea typeface="黑体" pitchFamily="49" charset="-122"/>
              </a:rPr>
              <a:t>汇聚链路</a:t>
            </a:r>
            <a:endParaRPr lang="zh-CN" altLang="en-US" b="1" dirty="0">
              <a:solidFill>
                <a:srgbClr val="111111"/>
              </a:solidFill>
              <a:latin typeface="黑体" pitchFamily="49" charset="-122"/>
              <a:ea typeface="黑体" pitchFamily="49" charset="-122"/>
            </a:endParaRPr>
          </a:p>
        </p:txBody>
      </p:sp>
      <p:sp>
        <p:nvSpPr>
          <p:cNvPr id="85" name="TextBox 84"/>
          <p:cNvSpPr txBox="1"/>
          <p:nvPr/>
        </p:nvSpPr>
        <p:spPr>
          <a:xfrm>
            <a:off x="4222998" y="5508734"/>
            <a:ext cx="1601015" cy="369332"/>
          </a:xfrm>
          <a:prstGeom prst="rect">
            <a:avLst/>
          </a:prstGeom>
          <a:noFill/>
        </p:spPr>
        <p:txBody>
          <a:bodyPr wrap="square" rtlCol="0">
            <a:spAutoFit/>
          </a:bodyPr>
          <a:lstStyle/>
          <a:p>
            <a:r>
              <a:rPr lang="zh-CN" altLang="en-US" b="1" dirty="0" smtClean="0">
                <a:solidFill>
                  <a:srgbClr val="111111"/>
                </a:solidFill>
                <a:latin typeface="黑体" pitchFamily="49" charset="-122"/>
                <a:ea typeface="黑体" pitchFamily="49" charset="-122"/>
              </a:rPr>
              <a:t>标准以太网帧</a:t>
            </a:r>
            <a:endParaRPr lang="zh-CN" altLang="en-US" b="1" dirty="0">
              <a:solidFill>
                <a:srgbClr val="111111"/>
              </a:solidFill>
              <a:latin typeface="黑体" pitchFamily="49" charset="-122"/>
              <a:ea typeface="黑体" pitchFamily="49" charset="-122"/>
            </a:endParaRPr>
          </a:p>
        </p:txBody>
      </p:sp>
      <p:sp>
        <p:nvSpPr>
          <p:cNvPr id="88" name="矩形 87"/>
          <p:cNvSpPr/>
          <p:nvPr/>
        </p:nvSpPr>
        <p:spPr>
          <a:xfrm>
            <a:off x="5666949" y="4725938"/>
            <a:ext cx="265191" cy="64243"/>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86" name="矩形 85"/>
          <p:cNvSpPr/>
          <p:nvPr/>
        </p:nvSpPr>
        <p:spPr>
          <a:xfrm>
            <a:off x="5735166" y="4735463"/>
            <a:ext cx="45719" cy="45719"/>
          </a:xfrm>
          <a:prstGeom prst="rect">
            <a:avLst/>
          </a:prstGeom>
          <a:solidFill>
            <a:srgbClr val="33949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cxnSp>
        <p:nvCxnSpPr>
          <p:cNvPr id="92" name="直接箭头连接符 91"/>
          <p:cNvCxnSpPr/>
          <p:nvPr/>
        </p:nvCxnSpPr>
        <p:spPr>
          <a:xfrm flipH="1" flipV="1">
            <a:off x="5754216" y="4816996"/>
            <a:ext cx="674065" cy="454322"/>
          </a:xfrm>
          <a:prstGeom prst="straightConnector1">
            <a:avLst/>
          </a:prstGeom>
          <a:ln w="19050">
            <a:solidFill>
              <a:srgbClr val="FF3300"/>
            </a:solidFill>
            <a:tailEnd type="arrow"/>
          </a:ln>
        </p:spPr>
        <p:style>
          <a:lnRef idx="1">
            <a:schemeClr val="accent1"/>
          </a:lnRef>
          <a:fillRef idx="0">
            <a:schemeClr val="accent1"/>
          </a:fillRef>
          <a:effectRef idx="0">
            <a:schemeClr val="accent1"/>
          </a:effectRef>
          <a:fontRef idx="minor">
            <a:schemeClr val="tx1"/>
          </a:fontRef>
        </p:style>
      </p:cxnSp>
      <p:sp>
        <p:nvSpPr>
          <p:cNvPr id="93" name="TextBox 92"/>
          <p:cNvSpPr txBox="1"/>
          <p:nvPr/>
        </p:nvSpPr>
        <p:spPr>
          <a:xfrm>
            <a:off x="5907590" y="5229994"/>
            <a:ext cx="1411752" cy="646331"/>
          </a:xfrm>
          <a:prstGeom prst="rect">
            <a:avLst/>
          </a:prstGeom>
          <a:noFill/>
        </p:spPr>
        <p:txBody>
          <a:bodyPr wrap="square" rtlCol="0">
            <a:spAutoFit/>
          </a:bodyPr>
          <a:lstStyle/>
          <a:p>
            <a:r>
              <a:rPr lang="zh-CN" altLang="en-US" b="1" dirty="0" smtClean="0">
                <a:solidFill>
                  <a:srgbClr val="111111"/>
                </a:solidFill>
                <a:latin typeface="黑体" pitchFamily="49" charset="-122"/>
                <a:ea typeface="黑体" pitchFamily="49" charset="-122"/>
              </a:rPr>
              <a:t>插入标签的</a:t>
            </a:r>
            <a:endParaRPr lang="en-US" altLang="zh-CN" b="1" dirty="0" smtClean="0">
              <a:solidFill>
                <a:srgbClr val="111111"/>
              </a:solidFill>
              <a:latin typeface="黑体" pitchFamily="49" charset="-122"/>
              <a:ea typeface="黑体" pitchFamily="49" charset="-122"/>
            </a:endParaRPr>
          </a:p>
          <a:p>
            <a:r>
              <a:rPr lang="en-US" altLang="zh-CN" b="1" dirty="0" smtClean="0">
                <a:solidFill>
                  <a:srgbClr val="111111"/>
                </a:solidFill>
                <a:latin typeface="Times New Roman" pitchFamily="18" charset="0"/>
                <a:ea typeface="黑体" pitchFamily="49" charset="-122"/>
                <a:cs typeface="Times New Roman" pitchFamily="18" charset="0"/>
              </a:rPr>
              <a:t>802.1Q</a:t>
            </a:r>
            <a:r>
              <a:rPr lang="en-US" altLang="zh-CN" b="1" dirty="0" smtClean="0">
                <a:solidFill>
                  <a:srgbClr val="111111"/>
                </a:solidFill>
                <a:latin typeface="黑体" pitchFamily="49" charset="-122"/>
                <a:ea typeface="黑体" pitchFamily="49" charset="-122"/>
              </a:rPr>
              <a:t> </a:t>
            </a:r>
            <a:r>
              <a:rPr lang="zh-CN" altLang="en-US" b="1" dirty="0" smtClean="0">
                <a:solidFill>
                  <a:srgbClr val="111111"/>
                </a:solidFill>
                <a:latin typeface="黑体" pitchFamily="49" charset="-122"/>
                <a:ea typeface="黑体" pitchFamily="49" charset="-122"/>
              </a:rPr>
              <a:t>帧</a:t>
            </a:r>
            <a:endParaRPr lang="zh-CN" altLang="en-US" b="1" dirty="0">
              <a:solidFill>
                <a:srgbClr val="111111"/>
              </a:solidFill>
              <a:latin typeface="黑体" pitchFamily="49" charset="-122"/>
              <a:ea typeface="黑体" pitchFamily="49" charset="-122"/>
            </a:endParaRPr>
          </a:p>
        </p:txBody>
      </p:sp>
      <p:sp>
        <p:nvSpPr>
          <p:cNvPr id="94" name="矩形 93"/>
          <p:cNvSpPr/>
          <p:nvPr/>
        </p:nvSpPr>
        <p:spPr>
          <a:xfrm rot="2617690">
            <a:off x="8292742" y="5418791"/>
            <a:ext cx="265191" cy="64243"/>
          </a:xfrm>
          <a:prstGeom prst="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Tree>
    <p:extLst>
      <p:ext uri="{BB962C8B-B14F-4D97-AF65-F5344CB8AC3E}">
        <p14:creationId xmlns:p14="http://schemas.microsoft.com/office/powerpoint/2010/main" val="1049615216"/>
      </p:ext>
    </p:extLst>
  </p:cSld>
  <p:clrMapOvr>
    <a:masterClrMapping/>
  </p:clrMapOvr>
  <p:transition>
    <p:fade/>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zh-CN" altLang="en-US" sz="4000" dirty="0">
                <a:solidFill>
                  <a:srgbClr val="FFFFFF"/>
                </a:solidFill>
              </a:rPr>
              <a:t>指引</a:t>
            </a:r>
            <a:endParaRPr lang="en-US" altLang="zh-CN" sz="4000" dirty="0">
              <a:solidFill>
                <a:srgbClr val="FFFFFF"/>
              </a:solidFill>
            </a:endParaRPr>
          </a:p>
        </p:txBody>
      </p:sp>
      <p:grpSp>
        <p:nvGrpSpPr>
          <p:cNvPr id="24" name="Group 24"/>
          <p:cNvGrpSpPr>
            <a:grpSpLocks/>
          </p:cNvGrpSpPr>
          <p:nvPr/>
        </p:nvGrpSpPr>
        <p:grpSpPr bwMode="auto">
          <a:xfrm>
            <a:off x="8261126" y="1854200"/>
            <a:ext cx="2514600" cy="3600450"/>
            <a:chOff x="3379" y="1207"/>
            <a:chExt cx="1584" cy="2268"/>
          </a:xfrm>
        </p:grpSpPr>
        <p:sp>
          <p:nvSpPr>
            <p:cNvPr id="25" name="AutoShape 4">
              <a:extLst>
                <a:ext uri="{FF2B5EF4-FFF2-40B4-BE49-F238E27FC236}">
                  <a16:creationId xmlns="" xmlns:a16="http://schemas.microsoft.com/office/drawing/2014/main" id="{7C9C0B70-E63A-45F5-A696-FB5A132B8AC3}"/>
                </a:ext>
              </a:extLst>
            </p:cNvPr>
            <p:cNvSpPr>
              <a:spLocks noChangeArrowheads="1"/>
            </p:cNvSpPr>
            <p:nvPr/>
          </p:nvSpPr>
          <p:spPr bwMode="auto">
            <a:xfrm>
              <a:off x="3379" y="1207"/>
              <a:ext cx="1584" cy="2268"/>
            </a:xfrm>
            <a:prstGeom prst="cube">
              <a:avLst>
                <a:gd name="adj" fmla="val 12185"/>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nchor="ctr"/>
            <a:lstStyle/>
            <a:p>
              <a:pPr algn="ctr" eaLnBrk="1" hangingPunct="1">
                <a:defRPr/>
              </a:pPr>
              <a:endParaRPr kumimoji="1" lang="zh-CN" altLang="en-US" sz="280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a:p>
              <a:pPr algn="ctr" eaLnBrk="1" hangingPunct="1">
                <a:defRPr/>
              </a:pPr>
              <a:endParaRPr kumimoji="1" lang="zh-CN" altLang="en-US" sz="280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a:p>
              <a:pPr algn="ctr" eaLnBrk="1" hangingPunct="1">
                <a:defRPr/>
              </a:pPr>
              <a:endParaRPr kumimoji="1" lang="zh-CN" altLang="en-US" sz="280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p:txBody>
        </p:sp>
        <p:sp>
          <p:nvSpPr>
            <p:cNvPr id="26" name="Rectangle 6">
              <a:extLst>
                <a:ext uri="{FF2B5EF4-FFF2-40B4-BE49-F238E27FC236}">
                  <a16:creationId xmlns="" xmlns:a16="http://schemas.microsoft.com/office/drawing/2014/main" id="{A1DA3AA9-685E-4BE9-837C-C53A77DFC26E}"/>
                </a:ext>
              </a:extLst>
            </p:cNvPr>
            <p:cNvSpPr>
              <a:spLocks noChangeArrowheads="1"/>
            </p:cNvSpPr>
            <p:nvPr/>
          </p:nvSpPr>
          <p:spPr bwMode="auto">
            <a:xfrm>
              <a:off x="3379" y="1399"/>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lnSpc>
                  <a:spcPct val="150000"/>
                </a:lnSpc>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应用层</a:t>
              </a:r>
            </a:p>
          </p:txBody>
        </p:sp>
        <p:sp>
          <p:nvSpPr>
            <p:cNvPr id="27" name="Line 8">
              <a:extLst>
                <a:ext uri="{FF2B5EF4-FFF2-40B4-BE49-F238E27FC236}">
                  <a16:creationId xmlns="" xmlns:a16="http://schemas.microsoft.com/office/drawing/2014/main" id="{730F0241-2088-4E72-BBBA-24604A49C32D}"/>
                </a:ext>
              </a:extLst>
            </p:cNvPr>
            <p:cNvSpPr>
              <a:spLocks noChangeShapeType="1"/>
            </p:cNvSpPr>
            <p:nvPr/>
          </p:nvSpPr>
          <p:spPr bwMode="auto">
            <a:xfrm>
              <a:off x="3379" y="1831"/>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8" name="Line 9">
              <a:extLst>
                <a:ext uri="{FF2B5EF4-FFF2-40B4-BE49-F238E27FC236}">
                  <a16:creationId xmlns="" xmlns:a16="http://schemas.microsoft.com/office/drawing/2014/main" id="{1A1F4C1E-05AA-4083-AACF-00A09371806D}"/>
                </a:ext>
              </a:extLst>
            </p:cNvPr>
            <p:cNvSpPr>
              <a:spLocks noChangeShapeType="1"/>
            </p:cNvSpPr>
            <p:nvPr/>
          </p:nvSpPr>
          <p:spPr bwMode="auto">
            <a:xfrm>
              <a:off x="3379"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9" name="Line 10">
              <a:extLst>
                <a:ext uri="{FF2B5EF4-FFF2-40B4-BE49-F238E27FC236}">
                  <a16:creationId xmlns="" xmlns:a16="http://schemas.microsoft.com/office/drawing/2014/main" id="{40C633C5-C14D-4155-943C-49061566B166}"/>
                </a:ext>
              </a:extLst>
            </p:cNvPr>
            <p:cNvSpPr>
              <a:spLocks noChangeShapeType="1"/>
            </p:cNvSpPr>
            <p:nvPr/>
          </p:nvSpPr>
          <p:spPr bwMode="auto">
            <a:xfrm>
              <a:off x="4771"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0" name="Rectangle 21">
              <a:extLst>
                <a:ext uri="{FF2B5EF4-FFF2-40B4-BE49-F238E27FC236}">
                  <a16:creationId xmlns="" xmlns:a16="http://schemas.microsoft.com/office/drawing/2014/main" id="{3593205F-DCC6-4BB9-872F-07DE1C151D65}"/>
                </a:ext>
              </a:extLst>
            </p:cNvPr>
            <p:cNvSpPr>
              <a:spLocks noChangeArrowheads="1"/>
            </p:cNvSpPr>
            <p:nvPr/>
          </p:nvSpPr>
          <p:spPr bwMode="auto">
            <a:xfrm>
              <a:off x="3379" y="1831"/>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lnSpc>
                  <a:spcPct val="150000"/>
                </a:lnSpc>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运输层</a:t>
              </a:r>
            </a:p>
          </p:txBody>
        </p:sp>
        <p:sp>
          <p:nvSpPr>
            <p:cNvPr id="31" name="Line 23">
              <a:extLst>
                <a:ext uri="{FF2B5EF4-FFF2-40B4-BE49-F238E27FC236}">
                  <a16:creationId xmlns="" xmlns:a16="http://schemas.microsoft.com/office/drawing/2014/main" id="{F9F1686D-32E3-4665-A663-0A13577DF5F9}"/>
                </a:ext>
              </a:extLst>
            </p:cNvPr>
            <p:cNvSpPr>
              <a:spLocks noChangeShapeType="1"/>
            </p:cNvSpPr>
            <p:nvPr/>
          </p:nvSpPr>
          <p:spPr bwMode="auto">
            <a:xfrm>
              <a:off x="3379" y="2263"/>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2" name="Line 24">
              <a:extLst>
                <a:ext uri="{FF2B5EF4-FFF2-40B4-BE49-F238E27FC236}">
                  <a16:creationId xmlns="" xmlns:a16="http://schemas.microsoft.com/office/drawing/2014/main" id="{B2CD0843-0D9A-4DF6-9D35-EBC9663DEF15}"/>
                </a:ext>
              </a:extLst>
            </p:cNvPr>
            <p:cNvSpPr>
              <a:spLocks noChangeShapeType="1"/>
            </p:cNvSpPr>
            <p:nvPr/>
          </p:nvSpPr>
          <p:spPr bwMode="auto">
            <a:xfrm>
              <a:off x="3379"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3" name="Line 25">
              <a:extLst>
                <a:ext uri="{FF2B5EF4-FFF2-40B4-BE49-F238E27FC236}">
                  <a16:creationId xmlns="" xmlns:a16="http://schemas.microsoft.com/office/drawing/2014/main" id="{84637CA2-3EAA-4155-B964-B8BA80E7EB63}"/>
                </a:ext>
              </a:extLst>
            </p:cNvPr>
            <p:cNvSpPr>
              <a:spLocks noChangeShapeType="1"/>
            </p:cNvSpPr>
            <p:nvPr/>
          </p:nvSpPr>
          <p:spPr bwMode="auto">
            <a:xfrm>
              <a:off x="4771"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5" name="Line 28">
              <a:extLst>
                <a:ext uri="{FF2B5EF4-FFF2-40B4-BE49-F238E27FC236}">
                  <a16:creationId xmlns="" xmlns:a16="http://schemas.microsoft.com/office/drawing/2014/main" id="{2C1DDB6D-F8B0-4394-99E8-03031BB915F8}"/>
                </a:ext>
              </a:extLst>
            </p:cNvPr>
            <p:cNvSpPr>
              <a:spLocks noChangeShapeType="1"/>
            </p:cNvSpPr>
            <p:nvPr/>
          </p:nvSpPr>
          <p:spPr bwMode="auto">
            <a:xfrm>
              <a:off x="3379" y="2695"/>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6" name="Line 29">
              <a:extLst>
                <a:ext uri="{FF2B5EF4-FFF2-40B4-BE49-F238E27FC236}">
                  <a16:creationId xmlns="" xmlns:a16="http://schemas.microsoft.com/office/drawing/2014/main" id="{9208C3F1-CC35-45A8-BE46-EFF19D248F46}"/>
                </a:ext>
              </a:extLst>
            </p:cNvPr>
            <p:cNvSpPr>
              <a:spLocks noChangeShapeType="1"/>
            </p:cNvSpPr>
            <p:nvPr/>
          </p:nvSpPr>
          <p:spPr bwMode="auto">
            <a:xfrm>
              <a:off x="3379" y="3366"/>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7" name="Line 30">
              <a:extLst>
                <a:ext uri="{FF2B5EF4-FFF2-40B4-BE49-F238E27FC236}">
                  <a16:creationId xmlns="" xmlns:a16="http://schemas.microsoft.com/office/drawing/2014/main" id="{6FF34FD8-821C-4702-AF18-8C4EF436C27D}"/>
                </a:ext>
              </a:extLst>
            </p:cNvPr>
            <p:cNvSpPr>
              <a:spLocks noChangeShapeType="1"/>
            </p:cNvSpPr>
            <p:nvPr/>
          </p:nvSpPr>
          <p:spPr bwMode="auto">
            <a:xfrm>
              <a:off x="3379"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8" name="Line 31">
              <a:extLst>
                <a:ext uri="{FF2B5EF4-FFF2-40B4-BE49-F238E27FC236}">
                  <a16:creationId xmlns="" xmlns:a16="http://schemas.microsoft.com/office/drawing/2014/main" id="{615E01B4-8D04-4069-8E42-620858CED9A7}"/>
                </a:ext>
              </a:extLst>
            </p:cNvPr>
            <p:cNvSpPr>
              <a:spLocks noChangeShapeType="1"/>
            </p:cNvSpPr>
            <p:nvPr/>
          </p:nvSpPr>
          <p:spPr bwMode="auto">
            <a:xfrm>
              <a:off x="4771"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9" name="Rectangle 33">
              <a:extLst>
                <a:ext uri="{FF2B5EF4-FFF2-40B4-BE49-F238E27FC236}">
                  <a16:creationId xmlns="" xmlns:a16="http://schemas.microsoft.com/office/drawing/2014/main" id="{6DF93113-9FEF-42A3-AF41-B27DD6E1C524}"/>
                </a:ext>
              </a:extLst>
            </p:cNvPr>
            <p:cNvSpPr>
              <a:spLocks noChangeArrowheads="1"/>
            </p:cNvSpPr>
            <p:nvPr/>
          </p:nvSpPr>
          <p:spPr bwMode="auto">
            <a:xfrm>
              <a:off x="3379" y="2263"/>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lnSpc>
                  <a:spcPct val="150000"/>
                </a:lnSpc>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网络层</a:t>
              </a:r>
            </a:p>
          </p:txBody>
        </p:sp>
        <p:sp>
          <p:nvSpPr>
            <p:cNvPr id="40" name="Line 36">
              <a:extLst>
                <a:ext uri="{FF2B5EF4-FFF2-40B4-BE49-F238E27FC236}">
                  <a16:creationId xmlns="" xmlns:a16="http://schemas.microsoft.com/office/drawing/2014/main" id="{021EB0D5-3D3B-4EBB-A693-7D178CCE8352}"/>
                </a:ext>
              </a:extLst>
            </p:cNvPr>
            <p:cNvSpPr>
              <a:spLocks noChangeShapeType="1"/>
            </p:cNvSpPr>
            <p:nvPr/>
          </p:nvSpPr>
          <p:spPr bwMode="auto">
            <a:xfrm>
              <a:off x="3379" y="2263"/>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41" name="Line 37">
              <a:extLst>
                <a:ext uri="{FF2B5EF4-FFF2-40B4-BE49-F238E27FC236}">
                  <a16:creationId xmlns="" xmlns:a16="http://schemas.microsoft.com/office/drawing/2014/main" id="{0360C763-F23D-4BC1-BCF4-C2E2C86F734E}"/>
                </a:ext>
              </a:extLst>
            </p:cNvPr>
            <p:cNvSpPr>
              <a:spLocks noChangeShapeType="1"/>
            </p:cNvSpPr>
            <p:nvPr/>
          </p:nvSpPr>
          <p:spPr bwMode="auto">
            <a:xfrm>
              <a:off x="4771" y="2263"/>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80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4" name="Rectangle 27">
              <a:extLst>
                <a:ext uri="{FF2B5EF4-FFF2-40B4-BE49-F238E27FC236}">
                  <a16:creationId xmlns="" xmlns:a16="http://schemas.microsoft.com/office/drawing/2014/main" id="{34D7D82A-D63D-4EB3-9C2A-247BEB3E7453}"/>
                </a:ext>
              </a:extLst>
            </p:cNvPr>
            <p:cNvSpPr>
              <a:spLocks noChangeArrowheads="1"/>
            </p:cNvSpPr>
            <p:nvPr/>
          </p:nvSpPr>
          <p:spPr bwMode="auto">
            <a:xfrm>
              <a:off x="3379" y="2695"/>
              <a:ext cx="1392" cy="37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lnSpc>
                  <a:spcPct val="120000"/>
                </a:lnSpc>
                <a:spcBef>
                  <a:spcPct val="20000"/>
                </a:spcBef>
                <a:buClr>
                  <a:schemeClr val="tx2"/>
                </a:buClr>
                <a:buSzPct val="90000"/>
                <a:buFont typeface="Symbol" pitchFamily="18" charset="2"/>
                <a:buNone/>
                <a:defRPr/>
              </a:pPr>
              <a:r>
                <a:rPr kumimoji="1" lang="zh-CN" altLang="en-US" sz="2800" dirty="0">
                  <a:solidFill>
                    <a:schemeClr val="tx2">
                      <a:lumMod val="60000"/>
                      <a:lumOff val="40000"/>
                    </a:schemeClr>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数据链路层</a:t>
              </a:r>
            </a:p>
          </p:txBody>
        </p:sp>
        <p:sp>
          <p:nvSpPr>
            <p:cNvPr id="42" name="Rectangle 39">
              <a:extLst>
                <a:ext uri="{FF2B5EF4-FFF2-40B4-BE49-F238E27FC236}">
                  <a16:creationId xmlns="" xmlns:a16="http://schemas.microsoft.com/office/drawing/2014/main" id="{3DF8ACD1-EC3E-4577-B3D4-5EB654CBFF4B}"/>
                </a:ext>
              </a:extLst>
            </p:cNvPr>
            <p:cNvSpPr>
              <a:spLocks noChangeArrowheads="1"/>
            </p:cNvSpPr>
            <p:nvPr/>
          </p:nvSpPr>
          <p:spPr bwMode="auto">
            <a:xfrm>
              <a:off x="3379" y="3067"/>
              <a:ext cx="1392" cy="408"/>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lnSpc>
                  <a:spcPct val="150000"/>
                </a:lnSpc>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物理层</a:t>
              </a:r>
            </a:p>
          </p:txBody>
        </p:sp>
      </p:grpSp>
      <p:sp>
        <p:nvSpPr>
          <p:cNvPr id="22" name="Rectangle 3"/>
          <p:cNvSpPr>
            <a:spLocks noGrp="1" noChangeArrowheads="1"/>
          </p:cNvSpPr>
          <p:nvPr>
            <p:ph idx="1"/>
          </p:nvPr>
        </p:nvSpPr>
        <p:spPr>
          <a:xfrm>
            <a:off x="2135560" y="1341562"/>
            <a:ext cx="8280920" cy="4896544"/>
          </a:xfrm>
        </p:spPr>
        <p:txBody>
          <a:bodyPr/>
          <a:lstStyle/>
          <a:p>
            <a:pPr>
              <a:defRPr/>
            </a:pPr>
            <a:r>
              <a:rPr lang="zh-CN" altLang="en-US" sz="3200" b="1" dirty="0" smtClean="0"/>
              <a:t>数据链路层概述</a:t>
            </a:r>
            <a:endParaRPr lang="en-US" altLang="zh-CN" sz="3200" b="1" dirty="0" smtClean="0"/>
          </a:p>
          <a:p>
            <a:pPr>
              <a:defRPr/>
            </a:pPr>
            <a:r>
              <a:rPr lang="zh-CN" altLang="en-US" b="1" dirty="0"/>
              <a:t>数据链路层的几个共同问题</a:t>
            </a:r>
            <a:endParaRPr lang="en-US" altLang="zh-CN" b="1" dirty="0"/>
          </a:p>
          <a:p>
            <a:pPr>
              <a:defRPr/>
            </a:pPr>
            <a:r>
              <a:rPr lang="zh-CN" altLang="en-US" b="1" dirty="0" smtClean="0"/>
              <a:t>点对点协议</a:t>
            </a:r>
            <a:r>
              <a:rPr lang="en-US" altLang="zh-CN" b="1" dirty="0" smtClean="0"/>
              <a:t>PPP</a:t>
            </a:r>
          </a:p>
          <a:p>
            <a:pPr>
              <a:defRPr/>
            </a:pPr>
            <a:r>
              <a:rPr lang="zh-CN" altLang="en-US" b="1" dirty="0" smtClean="0"/>
              <a:t>使用广播信道的数据链路层</a:t>
            </a:r>
            <a:endParaRPr lang="en-US" altLang="zh-CN" b="1" dirty="0" smtClean="0"/>
          </a:p>
          <a:p>
            <a:pPr>
              <a:defRPr/>
            </a:pPr>
            <a:r>
              <a:rPr lang="zh-CN" altLang="en-US" sz="3200" b="1" dirty="0" smtClean="0"/>
              <a:t>扩展的以太网</a:t>
            </a:r>
            <a:endParaRPr lang="zh-CN" altLang="en-US" sz="3200" b="1" dirty="0"/>
          </a:p>
          <a:p>
            <a:pPr>
              <a:defRPr/>
            </a:pPr>
            <a:r>
              <a:rPr lang="zh-CN" altLang="en-US" sz="3200" b="1" dirty="0">
                <a:solidFill>
                  <a:srgbClr val="C00000"/>
                </a:solidFill>
              </a:rPr>
              <a:t>高速以太网</a:t>
            </a:r>
          </a:p>
          <a:p>
            <a:endParaRPr lang="en-US" altLang="zh-CN" b="1" dirty="0"/>
          </a:p>
          <a:p>
            <a:endParaRPr lang="zh-CN" altLang="en-US" b="1" dirty="0"/>
          </a:p>
        </p:txBody>
      </p:sp>
    </p:spTree>
    <p:extLst>
      <p:ext uri="{BB962C8B-B14F-4D97-AF65-F5344CB8AC3E}">
        <p14:creationId xmlns:p14="http://schemas.microsoft.com/office/powerpoint/2010/main" val="4279698547"/>
      </p:ext>
    </p:extLst>
  </p:cSld>
  <p:clrMapOvr>
    <a:masterClrMapping/>
  </p:clrMapOvr>
  <p:transition>
    <p:fade/>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3" name="Rectangle 3"/>
          <p:cNvSpPr>
            <a:spLocks noGrp="1" noChangeArrowheads="1"/>
          </p:cNvSpPr>
          <p:nvPr>
            <p:ph idx="1"/>
          </p:nvPr>
        </p:nvSpPr>
        <p:spPr/>
        <p:txBody>
          <a:bodyPr/>
          <a:lstStyle/>
          <a:p>
            <a:r>
              <a:rPr lang="zh-CN" altLang="en-US" sz="3200" b="1" kern="1200" dirty="0">
                <a:solidFill>
                  <a:srgbClr val="4D4D4D"/>
                </a:solidFill>
              </a:rPr>
              <a:t>速率达到或超过 </a:t>
            </a:r>
            <a:r>
              <a:rPr lang="en-US" altLang="zh-CN" sz="3200" b="1" kern="1200" dirty="0">
                <a:solidFill>
                  <a:srgbClr val="4D4D4D"/>
                </a:solidFill>
              </a:rPr>
              <a:t>100 </a:t>
            </a:r>
            <a:r>
              <a:rPr lang="en-US" altLang="zh-CN" sz="3200" b="1" kern="1200" dirty="0" smtClean="0">
                <a:solidFill>
                  <a:srgbClr val="4D4D4D"/>
                </a:solidFill>
              </a:rPr>
              <a:t>Mbit/s </a:t>
            </a:r>
            <a:r>
              <a:rPr lang="zh-CN" altLang="en-US" sz="3200" b="1" kern="1200" dirty="0">
                <a:solidFill>
                  <a:srgbClr val="4D4D4D"/>
                </a:solidFill>
              </a:rPr>
              <a:t>的以太网称为高速以太网。</a:t>
            </a:r>
          </a:p>
          <a:p>
            <a:r>
              <a:rPr lang="en-US" altLang="zh-CN" b="1" kern="1200" dirty="0" smtClean="0"/>
              <a:t>100BASE-T </a:t>
            </a:r>
            <a:r>
              <a:rPr lang="zh-CN" altLang="en-US" b="1" kern="1200" dirty="0" smtClean="0"/>
              <a:t>是</a:t>
            </a:r>
            <a:r>
              <a:rPr lang="zh-CN" altLang="en-US" sz="3200" b="1" kern="1200" dirty="0" smtClean="0">
                <a:solidFill>
                  <a:srgbClr val="4D4D4D"/>
                </a:solidFill>
              </a:rPr>
              <a:t>在</a:t>
            </a:r>
            <a:r>
              <a:rPr lang="zh-CN" altLang="en-US" sz="3200" b="1" kern="1200" dirty="0">
                <a:solidFill>
                  <a:srgbClr val="4D4D4D"/>
                </a:solidFill>
              </a:rPr>
              <a:t>双绞线上传送 </a:t>
            </a:r>
            <a:r>
              <a:rPr lang="en-US" altLang="zh-CN" sz="3200" b="1" kern="1200" dirty="0">
                <a:solidFill>
                  <a:srgbClr val="4D4D4D"/>
                </a:solidFill>
              </a:rPr>
              <a:t>100 </a:t>
            </a:r>
            <a:r>
              <a:rPr lang="en-US" altLang="zh-CN" sz="3200" b="1" kern="1200" dirty="0" smtClean="0">
                <a:solidFill>
                  <a:srgbClr val="4D4D4D"/>
                </a:solidFill>
              </a:rPr>
              <a:t>Mbit/s </a:t>
            </a:r>
            <a:r>
              <a:rPr lang="zh-CN" altLang="en-US" sz="3200" b="1" kern="1200" dirty="0">
                <a:solidFill>
                  <a:srgbClr val="4D4D4D"/>
                </a:solidFill>
              </a:rPr>
              <a:t>基带信号的</a:t>
            </a:r>
            <a:r>
              <a:rPr lang="zh-CN" altLang="en-US" sz="3200" b="1" kern="1200" dirty="0" smtClean="0">
                <a:solidFill>
                  <a:srgbClr val="4D4D4D"/>
                </a:solidFill>
              </a:rPr>
              <a:t>星形拓扑以太网，又</a:t>
            </a:r>
            <a:r>
              <a:rPr lang="zh-CN" altLang="en-US" sz="3200" b="1" kern="1200" dirty="0">
                <a:solidFill>
                  <a:srgbClr val="4D4D4D"/>
                </a:solidFill>
              </a:rPr>
              <a:t>称为</a:t>
            </a:r>
            <a:r>
              <a:rPr lang="zh-CN" altLang="en-US" sz="3200" b="1" kern="1200" dirty="0">
                <a:solidFill>
                  <a:srgbClr val="C00000"/>
                </a:solidFill>
              </a:rPr>
              <a:t>快速以太网</a:t>
            </a:r>
            <a:r>
              <a:rPr lang="en-US" altLang="zh-CN" sz="3200" b="1" kern="1200" dirty="0">
                <a:solidFill>
                  <a:srgbClr val="4D4D4D"/>
                </a:solidFill>
              </a:rPr>
              <a:t>(Fast Ethernet)</a:t>
            </a:r>
            <a:r>
              <a:rPr lang="zh-CN" altLang="en-US" sz="3200" b="1" kern="1200" dirty="0">
                <a:solidFill>
                  <a:srgbClr val="4D4D4D"/>
                </a:solidFill>
              </a:rPr>
              <a:t>。 </a:t>
            </a:r>
            <a:endParaRPr lang="en-US" altLang="zh-CN" sz="3200" b="1" kern="1200" dirty="0" smtClean="0">
              <a:solidFill>
                <a:srgbClr val="4D4D4D"/>
              </a:solidFill>
            </a:endParaRPr>
          </a:p>
          <a:p>
            <a:r>
              <a:rPr lang="zh-CN" altLang="en-US" b="1" kern="1200" dirty="0" smtClean="0"/>
              <a:t>快速以太网的 </a:t>
            </a:r>
            <a:r>
              <a:rPr lang="en-US" altLang="zh-CN" b="1" kern="1200" dirty="0" smtClean="0"/>
              <a:t>MAC </a:t>
            </a:r>
            <a:r>
              <a:rPr lang="zh-CN" altLang="en-US" b="1" kern="1200" dirty="0" smtClean="0"/>
              <a:t>帧格式</a:t>
            </a:r>
            <a:r>
              <a:rPr lang="zh-CN" altLang="en-US" b="1" kern="1200" dirty="0"/>
              <a:t>仍然是</a:t>
            </a:r>
            <a:r>
              <a:rPr lang="zh-CN" altLang="en-US" b="1" dirty="0"/>
              <a:t>以太网 </a:t>
            </a:r>
            <a:r>
              <a:rPr lang="en-US" altLang="zh-CN" b="1" dirty="0"/>
              <a:t>V2 </a:t>
            </a:r>
            <a:r>
              <a:rPr lang="zh-CN" altLang="en-US" b="1" dirty="0" smtClean="0"/>
              <a:t>的帧格式</a:t>
            </a:r>
            <a:r>
              <a:rPr lang="zh-CN" altLang="en-US" b="1" kern="1200" dirty="0" smtClean="0"/>
              <a:t>。</a:t>
            </a:r>
            <a:endParaRPr lang="zh-CN" altLang="en-US" b="1" dirty="0"/>
          </a:p>
          <a:p>
            <a:r>
              <a:rPr lang="en-US" altLang="zh-CN" sz="3200" b="1" kern="1200" dirty="0" smtClean="0">
                <a:solidFill>
                  <a:srgbClr val="4D4D4D"/>
                </a:solidFill>
              </a:rPr>
              <a:t>100 Mbit/s </a:t>
            </a:r>
            <a:r>
              <a:rPr lang="zh-CN" altLang="en-US" sz="3200" b="1" kern="1200" dirty="0" smtClean="0">
                <a:solidFill>
                  <a:srgbClr val="4D4D4D"/>
                </a:solidFill>
              </a:rPr>
              <a:t>以太网</a:t>
            </a:r>
            <a:r>
              <a:rPr lang="zh-CN" altLang="en-US" sz="3200" b="1" kern="1200" dirty="0">
                <a:solidFill>
                  <a:srgbClr val="4D4D4D"/>
                </a:solidFill>
              </a:rPr>
              <a:t>的物理层：</a:t>
            </a:r>
          </a:p>
          <a:p>
            <a:pPr lvl="1">
              <a:lnSpc>
                <a:spcPts val="4000"/>
              </a:lnSpc>
              <a:defRPr/>
            </a:pPr>
            <a:r>
              <a:rPr lang="en-US" altLang="zh-CN" sz="2800" b="1" dirty="0">
                <a:solidFill>
                  <a:srgbClr val="4D4D4D"/>
                </a:solidFill>
                <a:cs typeface="+mn-cs"/>
              </a:rPr>
              <a:t>100BASE-TX</a:t>
            </a:r>
            <a:r>
              <a:rPr lang="zh-CN" altLang="en-US" sz="2800" b="1" dirty="0" smtClean="0">
                <a:solidFill>
                  <a:srgbClr val="4D4D4D"/>
                </a:solidFill>
                <a:cs typeface="+mn-cs"/>
              </a:rPr>
              <a:t>：</a:t>
            </a:r>
            <a:r>
              <a:rPr lang="en-US" altLang="zh-CN" sz="2800" b="1" dirty="0" smtClean="0">
                <a:solidFill>
                  <a:srgbClr val="4D4D4D"/>
                </a:solidFill>
                <a:cs typeface="+mn-cs"/>
              </a:rPr>
              <a:t>2 </a:t>
            </a:r>
            <a:r>
              <a:rPr lang="zh-CN" altLang="en-US" sz="2800" b="1" dirty="0">
                <a:solidFill>
                  <a:srgbClr val="4D4D4D"/>
                </a:solidFill>
                <a:cs typeface="+mn-cs"/>
              </a:rPr>
              <a:t>对 </a:t>
            </a:r>
            <a:r>
              <a:rPr lang="en-US" altLang="zh-CN" sz="2800" b="1" dirty="0">
                <a:solidFill>
                  <a:srgbClr val="4D4D4D"/>
                </a:solidFill>
                <a:cs typeface="+mn-cs"/>
              </a:rPr>
              <a:t>UTP 5 </a:t>
            </a:r>
            <a:r>
              <a:rPr lang="zh-CN" altLang="en-US" sz="2800" b="1" dirty="0">
                <a:solidFill>
                  <a:srgbClr val="4D4D4D"/>
                </a:solidFill>
                <a:cs typeface="+mn-cs"/>
              </a:rPr>
              <a:t>类线或屏蔽</a:t>
            </a:r>
            <a:r>
              <a:rPr lang="zh-CN" altLang="en-US" sz="2800" b="1" dirty="0" smtClean="0">
                <a:solidFill>
                  <a:srgbClr val="4D4D4D"/>
                </a:solidFill>
                <a:cs typeface="+mn-cs"/>
              </a:rPr>
              <a:t>双绞线  </a:t>
            </a:r>
            <a:endParaRPr lang="en-US" altLang="zh-CN" sz="2800" b="1" dirty="0" smtClean="0">
              <a:solidFill>
                <a:srgbClr val="4D4D4D"/>
              </a:solidFill>
              <a:cs typeface="+mn-cs"/>
            </a:endParaRPr>
          </a:p>
          <a:p>
            <a:pPr lvl="1">
              <a:lnSpc>
                <a:spcPts val="4000"/>
              </a:lnSpc>
              <a:defRPr/>
            </a:pPr>
            <a:r>
              <a:rPr lang="en-US" altLang="zh-CN" b="1" dirty="0"/>
              <a:t>100BASE-T4</a:t>
            </a:r>
            <a:r>
              <a:rPr lang="zh-CN" altLang="en-US" b="1" dirty="0" smtClean="0"/>
              <a:t>：</a:t>
            </a:r>
            <a:r>
              <a:rPr lang="en-US" altLang="zh-CN" b="1" dirty="0" smtClean="0"/>
              <a:t>4 </a:t>
            </a:r>
            <a:r>
              <a:rPr lang="zh-CN" altLang="en-US" b="1" dirty="0"/>
              <a:t>对 </a:t>
            </a:r>
            <a:r>
              <a:rPr lang="en-US" altLang="zh-CN" b="1" dirty="0"/>
              <a:t>UTP 3 </a:t>
            </a:r>
            <a:r>
              <a:rPr lang="zh-CN" altLang="en-US" b="1" dirty="0"/>
              <a:t>类线或 </a:t>
            </a:r>
            <a:r>
              <a:rPr lang="en-US" altLang="zh-CN" b="1" dirty="0"/>
              <a:t>5 </a:t>
            </a:r>
            <a:r>
              <a:rPr lang="zh-CN" altLang="en-US" b="1" dirty="0"/>
              <a:t>类</a:t>
            </a:r>
            <a:r>
              <a:rPr lang="zh-CN" altLang="en-US" b="1" dirty="0" smtClean="0"/>
              <a:t>线</a:t>
            </a:r>
            <a:endParaRPr lang="zh-CN" altLang="en-US" b="1" dirty="0"/>
          </a:p>
          <a:p>
            <a:pPr lvl="1">
              <a:lnSpc>
                <a:spcPts val="4000"/>
              </a:lnSpc>
              <a:defRPr/>
            </a:pPr>
            <a:r>
              <a:rPr lang="en-US" altLang="zh-CN" sz="2800" b="1" dirty="0" smtClean="0">
                <a:solidFill>
                  <a:srgbClr val="4D4D4D"/>
                </a:solidFill>
                <a:cs typeface="+mn-cs"/>
              </a:rPr>
              <a:t>100BASE-FX</a:t>
            </a:r>
            <a:r>
              <a:rPr lang="zh-CN" altLang="en-US" sz="2800" b="1" dirty="0" smtClean="0">
                <a:solidFill>
                  <a:srgbClr val="4D4D4D"/>
                </a:solidFill>
                <a:cs typeface="+mn-cs"/>
              </a:rPr>
              <a:t>：</a:t>
            </a:r>
            <a:r>
              <a:rPr lang="en-US" altLang="zh-CN" b="1" dirty="0" smtClean="0">
                <a:cs typeface="+mn-cs"/>
              </a:rPr>
              <a:t>1</a:t>
            </a:r>
            <a:r>
              <a:rPr lang="en-US" altLang="zh-CN" sz="2800" b="1" dirty="0" smtClean="0">
                <a:solidFill>
                  <a:srgbClr val="4D4D4D"/>
                </a:solidFill>
                <a:cs typeface="+mn-cs"/>
              </a:rPr>
              <a:t> </a:t>
            </a:r>
            <a:r>
              <a:rPr lang="zh-CN" altLang="en-US" sz="2800" b="1" dirty="0">
                <a:solidFill>
                  <a:srgbClr val="4D4D4D"/>
                </a:solidFill>
                <a:cs typeface="+mn-cs"/>
              </a:rPr>
              <a:t>对</a:t>
            </a:r>
            <a:r>
              <a:rPr lang="zh-CN" altLang="en-US" sz="2800" b="1" dirty="0" smtClean="0">
                <a:solidFill>
                  <a:srgbClr val="4D4D4D"/>
                </a:solidFill>
                <a:cs typeface="+mn-cs"/>
              </a:rPr>
              <a:t>光纤，发送和接收各用一根</a:t>
            </a:r>
            <a:endParaRPr lang="zh-CN" altLang="en-US" sz="2800" b="1" dirty="0">
              <a:solidFill>
                <a:srgbClr val="4D4D4D"/>
              </a:solidFill>
              <a:cs typeface="+mn-cs"/>
            </a:endParaRPr>
          </a:p>
        </p:txBody>
      </p:sp>
      <p:sp>
        <p:nvSpPr>
          <p:cNvPr id="134146" name="Rectangle 2"/>
          <p:cNvSpPr>
            <a:spLocks noGrp="1" noChangeArrowheads="1"/>
          </p:cNvSpPr>
          <p:nvPr>
            <p:ph type="title"/>
          </p:nvPr>
        </p:nvSpPr>
        <p:spPr/>
        <p:txBody>
          <a:bodyPr/>
          <a:lstStyle/>
          <a:p>
            <a:r>
              <a:rPr lang="en-US" altLang="zh-CN" sz="4000" dirty="0" smtClean="0">
                <a:solidFill>
                  <a:srgbClr val="FFFFFF"/>
                </a:solidFill>
              </a:rPr>
              <a:t>3.5.1 100BASE-T </a:t>
            </a:r>
            <a:r>
              <a:rPr lang="zh-CN" altLang="en-US" sz="4000" dirty="0">
                <a:solidFill>
                  <a:srgbClr val="FFFFFF"/>
                </a:solidFill>
              </a:rPr>
              <a:t>以太网</a:t>
            </a:r>
          </a:p>
        </p:txBody>
      </p:sp>
    </p:spTree>
  </p:cSld>
  <p:clrMapOvr>
    <a:masterClrMapping/>
  </p:clrMapOvr>
  <p:transition>
    <p:fade/>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1" name="Rectangle 3"/>
          <p:cNvSpPr>
            <a:spLocks noGrp="1" noChangeArrowheads="1"/>
          </p:cNvSpPr>
          <p:nvPr>
            <p:ph idx="1"/>
          </p:nvPr>
        </p:nvSpPr>
        <p:spPr/>
        <p:txBody>
          <a:bodyPr/>
          <a:lstStyle/>
          <a:p>
            <a:r>
              <a:rPr lang="zh-CN" altLang="en-US" b="1" kern="1200" dirty="0" smtClean="0"/>
              <a:t>快速以太网可</a:t>
            </a:r>
            <a:r>
              <a:rPr lang="zh-CN" altLang="en-US" b="1" kern="1200" dirty="0"/>
              <a:t>在全双工方式下工作而无冲突</a:t>
            </a:r>
            <a:r>
              <a:rPr lang="zh-CN" altLang="en-US" b="1" kern="1200" dirty="0" smtClean="0"/>
              <a:t>发生，此时不</a:t>
            </a:r>
            <a:r>
              <a:rPr lang="zh-CN" altLang="en-US" b="1" kern="1200" dirty="0"/>
              <a:t>使用 </a:t>
            </a:r>
            <a:r>
              <a:rPr lang="en-US" altLang="zh-CN" b="1" kern="1200" dirty="0"/>
              <a:t>CSMA/CD </a:t>
            </a:r>
            <a:r>
              <a:rPr lang="zh-CN" altLang="en-US" b="1" kern="1200" dirty="0" smtClean="0"/>
              <a:t>协议；若在半双工方式工作，则一定要使用 </a:t>
            </a:r>
            <a:r>
              <a:rPr lang="en-US" altLang="zh-CN" b="1" kern="1200" dirty="0" smtClean="0"/>
              <a:t>CSMA/CD </a:t>
            </a:r>
            <a:r>
              <a:rPr lang="zh-CN" altLang="en-US" b="1" kern="1200" dirty="0" smtClean="0"/>
              <a:t>协议。</a:t>
            </a:r>
            <a:endParaRPr lang="zh-CN" altLang="en-US" b="1" kern="1200" dirty="0"/>
          </a:p>
          <a:p>
            <a:r>
              <a:rPr lang="zh-CN" altLang="en-US" sz="3200" b="1" kern="1200" dirty="0" smtClean="0">
                <a:solidFill>
                  <a:srgbClr val="4D4D4D"/>
                </a:solidFill>
              </a:rPr>
              <a:t>快速以太网保持</a:t>
            </a:r>
            <a:r>
              <a:rPr lang="zh-CN" altLang="en-US" sz="3200" b="1" kern="1200" dirty="0">
                <a:solidFill>
                  <a:srgbClr val="4D4D4D"/>
                </a:solidFill>
              </a:rPr>
              <a:t>最</a:t>
            </a:r>
            <a:r>
              <a:rPr lang="zh-CN" altLang="en-US" sz="3200" b="1" kern="1200" dirty="0" smtClean="0">
                <a:solidFill>
                  <a:srgbClr val="4D4D4D"/>
                </a:solidFill>
              </a:rPr>
              <a:t>短有效帧长 </a:t>
            </a:r>
            <a:r>
              <a:rPr lang="en-US" altLang="zh-CN" b="1" kern="1200" dirty="0" smtClean="0"/>
              <a:t>64 </a:t>
            </a:r>
            <a:r>
              <a:rPr lang="zh-CN" altLang="en-US" b="1" kern="1200" dirty="0"/>
              <a:t>字节不变</a:t>
            </a:r>
            <a:r>
              <a:rPr lang="zh-CN" altLang="en-US" sz="3200" b="1" kern="1200" dirty="0" smtClean="0">
                <a:solidFill>
                  <a:srgbClr val="4D4D4D"/>
                </a:solidFill>
              </a:rPr>
              <a:t>，</a:t>
            </a:r>
            <a:r>
              <a:rPr lang="zh-CN" altLang="en-US" b="1" kern="1200" dirty="0" smtClean="0"/>
              <a:t>争用</a:t>
            </a:r>
            <a:r>
              <a:rPr lang="zh-CN" altLang="en-US" b="1" kern="1200" dirty="0"/>
              <a:t>期由原来</a:t>
            </a:r>
            <a:r>
              <a:rPr lang="zh-CN" altLang="en-US" b="1" kern="1200" dirty="0" smtClean="0"/>
              <a:t>的 </a:t>
            </a:r>
            <a:r>
              <a:rPr lang="en-US" altLang="zh-CN" b="1" kern="1200" dirty="0" smtClean="0"/>
              <a:t>51.2</a:t>
            </a:r>
            <a:r>
              <a:rPr lang="en-US" altLang="zh-CN" b="1" kern="1200" dirty="0" smtClean="0">
                <a:sym typeface="Symbol" pitchFamily="18" charset="2"/>
              </a:rPr>
              <a:t> </a:t>
            </a:r>
            <a:r>
              <a:rPr lang="en-US" altLang="zh-CN" b="1" kern="1200" dirty="0">
                <a:sym typeface="Symbol" pitchFamily="18" charset="2"/>
              </a:rPr>
              <a:t></a:t>
            </a:r>
            <a:r>
              <a:rPr lang="en-US" altLang="zh-CN" b="1" kern="1200" dirty="0" smtClean="0"/>
              <a:t>s </a:t>
            </a:r>
            <a:r>
              <a:rPr lang="zh-CN" altLang="en-US" b="1" kern="1200" dirty="0" smtClean="0"/>
              <a:t>变为 </a:t>
            </a:r>
            <a:r>
              <a:rPr lang="en-US" altLang="zh-CN" b="1" kern="1200" dirty="0" smtClean="0"/>
              <a:t>5.12</a:t>
            </a:r>
            <a:r>
              <a:rPr lang="en-US" altLang="zh-CN" b="1" kern="1200" dirty="0" smtClean="0">
                <a:sym typeface="Symbol" pitchFamily="18" charset="2"/>
              </a:rPr>
              <a:t> </a:t>
            </a:r>
            <a:r>
              <a:rPr lang="en-US" altLang="zh-CN" b="1" kern="1200" dirty="0">
                <a:sym typeface="Symbol" pitchFamily="18" charset="2"/>
              </a:rPr>
              <a:t></a:t>
            </a:r>
            <a:r>
              <a:rPr lang="en-US" altLang="zh-CN" b="1" kern="1200" dirty="0"/>
              <a:t>s</a:t>
            </a:r>
            <a:r>
              <a:rPr lang="zh-CN" altLang="en-US" b="1" kern="1200" dirty="0"/>
              <a:t>，帧间最小间隔由原来的 </a:t>
            </a:r>
            <a:r>
              <a:rPr lang="en-US" altLang="zh-CN" b="1" kern="1200" dirty="0"/>
              <a:t>9.6 </a:t>
            </a:r>
            <a:r>
              <a:rPr lang="en-US" altLang="zh-CN" b="1" kern="1200" dirty="0">
                <a:sym typeface="Symbol" pitchFamily="18" charset="2"/>
              </a:rPr>
              <a:t></a:t>
            </a:r>
            <a:r>
              <a:rPr lang="en-US" altLang="zh-CN" b="1" kern="1200" dirty="0"/>
              <a:t>s </a:t>
            </a:r>
            <a:r>
              <a:rPr lang="zh-CN" altLang="en-US" b="1" kern="1200" dirty="0"/>
              <a:t>变</a:t>
            </a:r>
            <a:r>
              <a:rPr lang="zh-CN" altLang="en-US" b="1" kern="1200" dirty="0" smtClean="0"/>
              <a:t>为</a:t>
            </a:r>
            <a:r>
              <a:rPr lang="zh-CN" altLang="en-US" b="1" kern="1200" dirty="0"/>
              <a:t>现在的 </a:t>
            </a:r>
            <a:r>
              <a:rPr lang="en-US" altLang="zh-CN" b="1" kern="1200" dirty="0"/>
              <a:t>0.96 </a:t>
            </a:r>
            <a:r>
              <a:rPr lang="en-US" altLang="zh-CN" b="1" kern="1200" dirty="0">
                <a:sym typeface="Symbol" pitchFamily="18" charset="2"/>
              </a:rPr>
              <a:t></a:t>
            </a:r>
            <a:r>
              <a:rPr lang="en-US" altLang="zh-CN" b="1" kern="1200" dirty="0"/>
              <a:t>s</a:t>
            </a:r>
            <a:r>
              <a:rPr lang="zh-CN" altLang="en-US" b="1" kern="1200" dirty="0"/>
              <a:t>。</a:t>
            </a:r>
            <a:endParaRPr lang="zh-CN" altLang="en-US" sz="3200" b="1" kern="1200" dirty="0">
              <a:solidFill>
                <a:srgbClr val="4D4D4D"/>
              </a:solidFill>
            </a:endParaRPr>
          </a:p>
        </p:txBody>
      </p:sp>
      <p:sp>
        <p:nvSpPr>
          <p:cNvPr id="136194" name="Rectangle 4"/>
          <p:cNvSpPr>
            <a:spLocks noGrp="1" noChangeArrowheads="1"/>
          </p:cNvSpPr>
          <p:nvPr>
            <p:ph type="title"/>
          </p:nvPr>
        </p:nvSpPr>
        <p:spPr/>
        <p:txBody>
          <a:bodyPr/>
          <a:lstStyle/>
          <a:p>
            <a:r>
              <a:rPr lang="en-US" altLang="zh-CN" dirty="0"/>
              <a:t>3.5.1 100BASE-T </a:t>
            </a:r>
            <a:r>
              <a:rPr lang="zh-CN" altLang="en-US" sz="4000" dirty="0" smtClean="0">
                <a:solidFill>
                  <a:srgbClr val="FFFFFF"/>
                </a:solidFill>
              </a:rPr>
              <a:t>以太网</a:t>
            </a:r>
            <a:endParaRPr lang="zh-CN" altLang="en-US" sz="4000" dirty="0">
              <a:solidFill>
                <a:srgbClr val="FFFFFF"/>
              </a:solidFill>
            </a:endParaRPr>
          </a:p>
        </p:txBody>
      </p:sp>
    </p:spTree>
  </p:cSld>
  <p:clrMapOvr>
    <a:masterClrMapping/>
  </p:clrMapOvr>
  <p:transition>
    <p:fade/>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7" name="Rectangle 3"/>
          <p:cNvSpPr>
            <a:spLocks noGrp="1" noChangeArrowheads="1"/>
          </p:cNvSpPr>
          <p:nvPr>
            <p:ph idx="1"/>
          </p:nvPr>
        </p:nvSpPr>
        <p:spPr/>
        <p:txBody>
          <a:bodyPr/>
          <a:lstStyle/>
          <a:p>
            <a:r>
              <a:rPr lang="zh-CN" altLang="en-US" sz="3200" b="1" kern="1200" dirty="0">
                <a:solidFill>
                  <a:srgbClr val="4D4D4D"/>
                </a:solidFill>
              </a:rPr>
              <a:t>允许在 </a:t>
            </a:r>
            <a:r>
              <a:rPr lang="en-US" altLang="zh-CN" sz="3200" b="1" kern="1200" dirty="0">
                <a:solidFill>
                  <a:srgbClr val="4D4D4D"/>
                </a:solidFill>
              </a:rPr>
              <a:t>1 </a:t>
            </a:r>
            <a:r>
              <a:rPr lang="en-US" altLang="zh-CN" sz="3200" b="1" kern="1200" dirty="0" err="1" smtClean="0">
                <a:solidFill>
                  <a:srgbClr val="4D4D4D"/>
                </a:solidFill>
              </a:rPr>
              <a:t>Gbit</a:t>
            </a:r>
            <a:r>
              <a:rPr lang="en-US" altLang="zh-CN" sz="3200" b="1" kern="1200" dirty="0" smtClean="0">
                <a:solidFill>
                  <a:srgbClr val="4D4D4D"/>
                </a:solidFill>
              </a:rPr>
              <a:t>/s </a:t>
            </a:r>
            <a:r>
              <a:rPr lang="zh-CN" altLang="en-US" sz="3200" b="1" kern="1200" dirty="0" smtClean="0">
                <a:solidFill>
                  <a:srgbClr val="4D4D4D"/>
                </a:solidFill>
              </a:rPr>
              <a:t>下以全</a:t>
            </a:r>
            <a:r>
              <a:rPr lang="zh-CN" altLang="en-US" sz="3200" b="1" kern="1200" dirty="0">
                <a:solidFill>
                  <a:srgbClr val="4D4D4D"/>
                </a:solidFill>
              </a:rPr>
              <a:t>双工和半双工两种方式工作。</a:t>
            </a:r>
          </a:p>
          <a:p>
            <a:r>
              <a:rPr lang="zh-CN" altLang="en-US" sz="3200" b="1" kern="1200" dirty="0" smtClean="0">
                <a:solidFill>
                  <a:srgbClr val="4D4D4D"/>
                </a:solidFill>
              </a:rPr>
              <a:t>使用</a:t>
            </a:r>
            <a:r>
              <a:rPr lang="zh-CN" altLang="en-US" b="1" dirty="0"/>
              <a:t>以太网 </a:t>
            </a:r>
            <a:r>
              <a:rPr lang="en-US" altLang="zh-CN" b="1" dirty="0"/>
              <a:t>V2 </a:t>
            </a:r>
            <a:r>
              <a:rPr lang="zh-CN" altLang="en-US" sz="3200" b="1" kern="1200" dirty="0" smtClean="0">
                <a:solidFill>
                  <a:srgbClr val="4D4D4D"/>
                </a:solidFill>
              </a:rPr>
              <a:t>的</a:t>
            </a:r>
            <a:r>
              <a:rPr lang="zh-CN" altLang="en-US" sz="3200" b="1" kern="1200" dirty="0">
                <a:solidFill>
                  <a:srgbClr val="4D4D4D"/>
                </a:solidFill>
              </a:rPr>
              <a:t>帧格式。</a:t>
            </a:r>
          </a:p>
          <a:p>
            <a:r>
              <a:rPr lang="zh-CN" altLang="en-US" sz="3200" b="1" kern="1200" dirty="0">
                <a:solidFill>
                  <a:srgbClr val="4D4D4D"/>
                </a:solidFill>
              </a:rPr>
              <a:t>在半双工方式下使用 </a:t>
            </a:r>
            <a:r>
              <a:rPr lang="en-US" altLang="zh-CN" sz="3200" b="1" kern="1200" dirty="0">
                <a:solidFill>
                  <a:srgbClr val="4D4D4D"/>
                </a:solidFill>
              </a:rPr>
              <a:t>CSMA/CD </a:t>
            </a:r>
            <a:r>
              <a:rPr lang="zh-CN" altLang="en-US" sz="3200" b="1" kern="1200" dirty="0" smtClean="0">
                <a:solidFill>
                  <a:srgbClr val="4D4D4D"/>
                </a:solidFill>
              </a:rPr>
              <a:t>协议，在全</a:t>
            </a:r>
            <a:r>
              <a:rPr lang="zh-CN" altLang="en-US" sz="3200" b="1" kern="1200" dirty="0">
                <a:solidFill>
                  <a:srgbClr val="4D4D4D"/>
                </a:solidFill>
              </a:rPr>
              <a:t>双工方式</a:t>
            </a:r>
            <a:r>
              <a:rPr lang="zh-CN" altLang="en-US" sz="3200" b="1" kern="1200" dirty="0" smtClean="0">
                <a:solidFill>
                  <a:srgbClr val="4D4D4D"/>
                </a:solidFill>
              </a:rPr>
              <a:t>不使用 </a:t>
            </a:r>
            <a:r>
              <a:rPr lang="en-US" altLang="zh-CN" sz="3200" b="1" kern="1200" dirty="0">
                <a:solidFill>
                  <a:srgbClr val="4D4D4D"/>
                </a:solidFill>
              </a:rPr>
              <a:t>CSMA/CD </a:t>
            </a:r>
            <a:r>
              <a:rPr lang="zh-CN" altLang="en-US" sz="3200" b="1" kern="1200" dirty="0" smtClean="0">
                <a:solidFill>
                  <a:srgbClr val="4D4D4D"/>
                </a:solidFill>
              </a:rPr>
              <a:t>协议。</a:t>
            </a:r>
            <a:endParaRPr lang="zh-CN" altLang="en-US" sz="3200" b="1" kern="1200" dirty="0">
              <a:solidFill>
                <a:srgbClr val="4D4D4D"/>
              </a:solidFill>
            </a:endParaRPr>
          </a:p>
          <a:p>
            <a:r>
              <a:rPr lang="zh-CN" altLang="en-US" sz="3200" b="1" kern="1200" dirty="0">
                <a:solidFill>
                  <a:srgbClr val="4D4D4D"/>
                </a:solidFill>
              </a:rPr>
              <a:t>与 </a:t>
            </a:r>
            <a:r>
              <a:rPr lang="en-US" altLang="zh-CN" sz="3200" b="1" kern="1200" dirty="0">
                <a:solidFill>
                  <a:srgbClr val="4D4D4D"/>
                </a:solidFill>
              </a:rPr>
              <a:t>10BASE-T </a:t>
            </a:r>
            <a:r>
              <a:rPr lang="zh-CN" altLang="en-US" sz="3200" b="1" kern="1200" dirty="0">
                <a:solidFill>
                  <a:srgbClr val="4D4D4D"/>
                </a:solidFill>
              </a:rPr>
              <a:t>和 </a:t>
            </a:r>
            <a:r>
              <a:rPr lang="en-US" altLang="zh-CN" sz="3200" b="1" kern="1200" dirty="0">
                <a:solidFill>
                  <a:srgbClr val="4D4D4D"/>
                </a:solidFill>
              </a:rPr>
              <a:t>100BASE-T </a:t>
            </a:r>
            <a:r>
              <a:rPr lang="zh-CN" altLang="en-US" sz="3200" b="1" kern="1200" dirty="0" smtClean="0">
                <a:solidFill>
                  <a:srgbClr val="4D4D4D"/>
                </a:solidFill>
              </a:rPr>
              <a:t>兼容。</a:t>
            </a:r>
            <a:endParaRPr lang="zh-CN" altLang="en-US" sz="3200" b="1" kern="1200" dirty="0">
              <a:solidFill>
                <a:srgbClr val="4D4D4D"/>
              </a:solidFill>
            </a:endParaRPr>
          </a:p>
        </p:txBody>
      </p:sp>
      <p:sp>
        <p:nvSpPr>
          <p:cNvPr id="138242" name="Rectangle 4"/>
          <p:cNvSpPr>
            <a:spLocks noGrp="1" noChangeArrowheads="1"/>
          </p:cNvSpPr>
          <p:nvPr>
            <p:ph type="title"/>
          </p:nvPr>
        </p:nvSpPr>
        <p:spPr/>
        <p:txBody>
          <a:bodyPr/>
          <a:lstStyle/>
          <a:p>
            <a:r>
              <a:rPr lang="en-US" altLang="zh-CN" sz="4000" dirty="0" smtClean="0">
                <a:solidFill>
                  <a:srgbClr val="FFFFFF"/>
                </a:solidFill>
              </a:rPr>
              <a:t>3.5.2 </a:t>
            </a:r>
            <a:r>
              <a:rPr lang="zh-CN" altLang="en-US" sz="4000" dirty="0" smtClean="0">
                <a:solidFill>
                  <a:srgbClr val="FFFFFF"/>
                </a:solidFill>
              </a:rPr>
              <a:t>吉</a:t>
            </a:r>
            <a:r>
              <a:rPr lang="zh-CN" altLang="en-US" sz="4000" dirty="0">
                <a:solidFill>
                  <a:srgbClr val="FFFFFF"/>
                </a:solidFill>
              </a:rPr>
              <a:t>比特以太网</a:t>
            </a:r>
          </a:p>
        </p:txBody>
      </p:sp>
    </p:spTree>
  </p:cSld>
  <p:clrMapOvr>
    <a:masterClrMapping/>
  </p:clrMapOvr>
  <p:transition>
    <p:fade/>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1" name="Rectangle 3"/>
          <p:cNvSpPr>
            <a:spLocks noGrp="1" noChangeArrowheads="1"/>
          </p:cNvSpPr>
          <p:nvPr>
            <p:ph idx="1"/>
          </p:nvPr>
        </p:nvSpPr>
        <p:spPr/>
        <p:txBody>
          <a:bodyPr/>
          <a:lstStyle/>
          <a:p>
            <a:r>
              <a:rPr lang="zh-CN" altLang="en-US" b="1" kern="1200" dirty="0" smtClean="0"/>
              <a:t>吉比特以太网的物理层：</a:t>
            </a:r>
            <a:endParaRPr lang="en-US" altLang="zh-CN" b="1" kern="1200" dirty="0" smtClean="0"/>
          </a:p>
          <a:p>
            <a:pPr lvl="1"/>
            <a:r>
              <a:rPr lang="en-US" altLang="zh-CN" b="1" dirty="0" smtClean="0"/>
              <a:t>1000BASE-SX</a:t>
            </a:r>
            <a:r>
              <a:rPr lang="zh-CN" altLang="en-US" b="1" dirty="0" smtClean="0"/>
              <a:t>：多模光纤</a:t>
            </a:r>
            <a:endParaRPr lang="zh-CN" altLang="en-US" b="1" dirty="0"/>
          </a:p>
          <a:p>
            <a:pPr lvl="1"/>
            <a:r>
              <a:rPr lang="en-US" altLang="zh-CN" b="1" dirty="0" smtClean="0"/>
              <a:t>1000BASE-LX</a:t>
            </a:r>
            <a:r>
              <a:rPr lang="zh-CN" altLang="en-US" b="1" dirty="0" smtClean="0"/>
              <a:t>：单模光纤</a:t>
            </a:r>
            <a:r>
              <a:rPr lang="en-US" altLang="zh-CN" b="1" dirty="0"/>
              <a:t>/</a:t>
            </a:r>
            <a:r>
              <a:rPr lang="zh-CN" altLang="en-US" b="1" dirty="0"/>
              <a:t>多模光纤</a:t>
            </a:r>
          </a:p>
          <a:p>
            <a:pPr lvl="1"/>
            <a:r>
              <a:rPr lang="en-US" altLang="zh-CN" b="1" dirty="0" smtClean="0"/>
              <a:t>1000BASE-CX</a:t>
            </a:r>
            <a:r>
              <a:rPr lang="zh-CN" altLang="en-US" b="1" dirty="0" smtClean="0"/>
              <a:t>：</a:t>
            </a:r>
            <a:r>
              <a:rPr lang="en-US" altLang="zh-CN" b="1" dirty="0" smtClean="0"/>
              <a:t>2 </a:t>
            </a:r>
            <a:r>
              <a:rPr lang="zh-CN" altLang="en-US" b="1" dirty="0" smtClean="0"/>
              <a:t>对</a:t>
            </a:r>
            <a:r>
              <a:rPr lang="zh-CN" altLang="en-US" b="1" dirty="0"/>
              <a:t>屏蔽</a:t>
            </a:r>
            <a:r>
              <a:rPr lang="zh-CN" altLang="en-US" b="1" dirty="0" smtClean="0"/>
              <a:t>双绞线（最大长度 </a:t>
            </a:r>
            <a:r>
              <a:rPr lang="en-US" altLang="zh-CN" b="1" dirty="0" smtClean="0"/>
              <a:t>25m</a:t>
            </a:r>
            <a:r>
              <a:rPr lang="zh-CN" altLang="en-US" b="1" dirty="0" smtClean="0"/>
              <a:t>）</a:t>
            </a:r>
            <a:endParaRPr lang="zh-CN" altLang="en-US" b="1" dirty="0"/>
          </a:p>
          <a:p>
            <a:pPr lvl="1"/>
            <a:r>
              <a:rPr lang="en-US" altLang="zh-CN" b="1" kern="1200" dirty="0" smtClean="0"/>
              <a:t>1000BASE-T</a:t>
            </a:r>
            <a:r>
              <a:rPr lang="zh-CN" altLang="en-US" b="1" kern="1200" dirty="0" smtClean="0"/>
              <a:t>：</a:t>
            </a:r>
            <a:r>
              <a:rPr lang="zh-CN" altLang="en-US" b="1" dirty="0" smtClean="0"/>
              <a:t>使用 </a:t>
            </a:r>
            <a:r>
              <a:rPr lang="en-US" altLang="zh-CN" b="1" dirty="0" smtClean="0"/>
              <a:t>4 </a:t>
            </a:r>
            <a:r>
              <a:rPr lang="zh-CN" altLang="en-US" b="1" dirty="0" smtClean="0"/>
              <a:t>对 </a:t>
            </a:r>
            <a:r>
              <a:rPr lang="en-US" altLang="zh-CN" b="1" dirty="0"/>
              <a:t>UTP 5 </a:t>
            </a:r>
            <a:r>
              <a:rPr lang="zh-CN" altLang="en-US" b="1" dirty="0"/>
              <a:t>类线</a:t>
            </a:r>
            <a:endParaRPr lang="en-US" altLang="zh-CN" b="1" dirty="0"/>
          </a:p>
        </p:txBody>
      </p:sp>
      <p:sp>
        <p:nvSpPr>
          <p:cNvPr id="140290" name="Rectangle 2"/>
          <p:cNvSpPr>
            <a:spLocks noGrp="1" noChangeArrowheads="1"/>
          </p:cNvSpPr>
          <p:nvPr>
            <p:ph type="title"/>
          </p:nvPr>
        </p:nvSpPr>
        <p:spPr/>
        <p:txBody>
          <a:bodyPr/>
          <a:lstStyle/>
          <a:p>
            <a:r>
              <a:rPr lang="en-US" altLang="zh-CN" dirty="0" smtClean="0"/>
              <a:t>3.5.2 </a:t>
            </a:r>
            <a:r>
              <a:rPr lang="zh-CN" altLang="en-US" sz="4000" dirty="0" smtClean="0">
                <a:solidFill>
                  <a:srgbClr val="FFFFFF"/>
                </a:solidFill>
              </a:rPr>
              <a:t>吉</a:t>
            </a:r>
            <a:r>
              <a:rPr lang="zh-CN" altLang="en-US" sz="4000" dirty="0">
                <a:solidFill>
                  <a:srgbClr val="FFFFFF"/>
                </a:solidFill>
              </a:rPr>
              <a:t>比特</a:t>
            </a:r>
            <a:r>
              <a:rPr lang="zh-CN" altLang="en-US" sz="4000" dirty="0" smtClean="0">
                <a:solidFill>
                  <a:srgbClr val="FFFFFF"/>
                </a:solidFill>
              </a:rPr>
              <a:t>以太网</a:t>
            </a:r>
            <a:endParaRPr lang="zh-CN" altLang="en-US" sz="4000" dirty="0">
              <a:solidFill>
                <a:srgbClr val="FFFFFF"/>
              </a:solidFill>
            </a:endParaRPr>
          </a:p>
        </p:txBody>
      </p:sp>
    </p:spTree>
  </p:cSld>
  <p:clrMapOvr>
    <a:masterClrMapping/>
  </p:clrMapOvr>
  <p:transition>
    <p:fade/>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r>
              <a:rPr lang="en-US" altLang="zh-CN" sz="4000" dirty="0" smtClean="0">
                <a:solidFill>
                  <a:srgbClr val="FFFFFF"/>
                </a:solidFill>
              </a:rPr>
              <a:t>3.5.2 </a:t>
            </a:r>
            <a:r>
              <a:rPr lang="zh-CN" altLang="en-US" sz="4000" dirty="0" smtClean="0">
                <a:solidFill>
                  <a:srgbClr val="FFFFFF"/>
                </a:solidFill>
              </a:rPr>
              <a:t>吉</a:t>
            </a:r>
            <a:r>
              <a:rPr lang="zh-CN" altLang="en-US" sz="4000" dirty="0">
                <a:solidFill>
                  <a:srgbClr val="FFFFFF"/>
                </a:solidFill>
              </a:rPr>
              <a:t>比特</a:t>
            </a:r>
            <a:r>
              <a:rPr lang="zh-CN" altLang="en-US" sz="4000" dirty="0" smtClean="0">
                <a:solidFill>
                  <a:srgbClr val="FFFFFF"/>
                </a:solidFill>
              </a:rPr>
              <a:t>以太网</a:t>
            </a:r>
            <a:endParaRPr lang="zh-CN" altLang="en-US" sz="4000" dirty="0">
              <a:solidFill>
                <a:srgbClr val="FFFFFF"/>
              </a:solidFill>
            </a:endParaRPr>
          </a:p>
        </p:txBody>
      </p:sp>
      <p:sp>
        <p:nvSpPr>
          <p:cNvPr id="142339" name="Line 3"/>
          <p:cNvSpPr>
            <a:spLocks noChangeShapeType="1"/>
          </p:cNvSpPr>
          <p:nvPr/>
        </p:nvSpPr>
        <p:spPr bwMode="auto">
          <a:xfrm flipH="1">
            <a:off x="2165069" y="5247352"/>
            <a:ext cx="1058196" cy="687546"/>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142340" name="Line 4"/>
          <p:cNvSpPr>
            <a:spLocks noChangeShapeType="1"/>
          </p:cNvSpPr>
          <p:nvPr/>
        </p:nvSpPr>
        <p:spPr bwMode="auto">
          <a:xfrm flipH="1">
            <a:off x="3011626" y="5247352"/>
            <a:ext cx="315342" cy="687546"/>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142341" name="Line 5"/>
          <p:cNvSpPr>
            <a:spLocks noChangeShapeType="1"/>
          </p:cNvSpPr>
          <p:nvPr/>
        </p:nvSpPr>
        <p:spPr bwMode="auto">
          <a:xfrm>
            <a:off x="3644426" y="5247352"/>
            <a:ext cx="315343" cy="687546"/>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142342" name="Line 6"/>
          <p:cNvSpPr>
            <a:spLocks noChangeShapeType="1"/>
          </p:cNvSpPr>
          <p:nvPr/>
        </p:nvSpPr>
        <p:spPr bwMode="auto">
          <a:xfrm>
            <a:off x="3959769" y="5247352"/>
            <a:ext cx="950259" cy="687546"/>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142343" name="Line 7"/>
          <p:cNvSpPr>
            <a:spLocks noChangeShapeType="1"/>
          </p:cNvSpPr>
          <p:nvPr/>
        </p:nvSpPr>
        <p:spPr bwMode="auto">
          <a:xfrm flipH="1">
            <a:off x="7189381" y="5247352"/>
            <a:ext cx="1056079" cy="687546"/>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142344" name="Line 8"/>
          <p:cNvSpPr>
            <a:spLocks noChangeShapeType="1"/>
          </p:cNvSpPr>
          <p:nvPr/>
        </p:nvSpPr>
        <p:spPr bwMode="auto">
          <a:xfrm flipH="1">
            <a:off x="8139640" y="5247352"/>
            <a:ext cx="315343" cy="687546"/>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142345" name="Line 9"/>
          <p:cNvSpPr>
            <a:spLocks noChangeShapeType="1"/>
          </p:cNvSpPr>
          <p:nvPr/>
        </p:nvSpPr>
        <p:spPr bwMode="auto">
          <a:xfrm>
            <a:off x="8772442" y="5247351"/>
            <a:ext cx="315342" cy="763764"/>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142346" name="Line 10"/>
          <p:cNvSpPr>
            <a:spLocks noChangeShapeType="1"/>
          </p:cNvSpPr>
          <p:nvPr/>
        </p:nvSpPr>
        <p:spPr bwMode="auto">
          <a:xfrm>
            <a:off x="8981964" y="5166370"/>
            <a:ext cx="1185179" cy="900321"/>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142347" name="Line 11"/>
          <p:cNvSpPr>
            <a:spLocks noChangeShapeType="1"/>
          </p:cNvSpPr>
          <p:nvPr/>
        </p:nvSpPr>
        <p:spPr bwMode="auto">
          <a:xfrm>
            <a:off x="6601025" y="3638841"/>
            <a:ext cx="1900519" cy="0"/>
          </a:xfrm>
          <a:prstGeom prst="line">
            <a:avLst/>
          </a:prstGeom>
          <a:noFill/>
          <a:ln w="76200">
            <a:solidFill>
              <a:srgbClr val="333399"/>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142348" name="Line 12"/>
          <p:cNvSpPr>
            <a:spLocks noChangeShapeType="1"/>
          </p:cNvSpPr>
          <p:nvPr/>
        </p:nvSpPr>
        <p:spPr bwMode="auto">
          <a:xfrm>
            <a:off x="6601024" y="3181535"/>
            <a:ext cx="1056079" cy="0"/>
          </a:xfrm>
          <a:prstGeom prst="line">
            <a:avLst/>
          </a:prstGeom>
          <a:noFill/>
          <a:ln w="76200">
            <a:solidFill>
              <a:srgbClr val="333399"/>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pic>
        <p:nvPicPr>
          <p:cNvPr id="142349" name="Picture 1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41791" y="5857092"/>
            <a:ext cx="810577" cy="59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2350" name="Picture 1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39645" y="2492401"/>
            <a:ext cx="950260" cy="1116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2351" name="Text Box 15"/>
          <p:cNvSpPr txBox="1">
            <a:spLocks noChangeArrowheads="1"/>
          </p:cNvSpPr>
          <p:nvPr/>
        </p:nvSpPr>
        <p:spPr bwMode="auto">
          <a:xfrm>
            <a:off x="2670886" y="3321268"/>
            <a:ext cx="1862904" cy="47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en-US" altLang="zh-CN" sz="2400">
                <a:solidFill>
                  <a:srgbClr val="333399"/>
                </a:solidFill>
                <a:latin typeface="Arial" charset="0"/>
              </a:rPr>
              <a:t>1 Gb/s </a:t>
            </a:r>
            <a:r>
              <a:rPr kumimoji="1" lang="zh-CN" altLang="en-US" sz="2400">
                <a:solidFill>
                  <a:srgbClr val="333399"/>
                </a:solidFill>
                <a:latin typeface="Arial" charset="0"/>
              </a:rPr>
              <a:t>链路</a:t>
            </a:r>
          </a:p>
        </p:txBody>
      </p:sp>
      <p:sp>
        <p:nvSpPr>
          <p:cNvPr id="142352" name="AutoShape 16"/>
          <p:cNvSpPr>
            <a:spLocks noChangeArrowheads="1"/>
          </p:cNvSpPr>
          <p:nvPr/>
        </p:nvSpPr>
        <p:spPr bwMode="auto">
          <a:xfrm>
            <a:off x="5083572" y="2679769"/>
            <a:ext cx="1623273" cy="1189313"/>
          </a:xfrm>
          <a:prstGeom prst="cube">
            <a:avLst>
              <a:gd name="adj" fmla="val 12981"/>
            </a:avLst>
          </a:prstGeom>
          <a:solidFill>
            <a:srgbClr val="CCECFF"/>
          </a:solidFill>
          <a:ln w="9525">
            <a:solidFill>
              <a:schemeClr val="tx1"/>
            </a:solidFill>
            <a:miter lim="800000"/>
            <a:headEnd/>
            <a:tailEnd/>
          </a:ln>
        </p:spPr>
        <p:txBody>
          <a:bodyPr wrap="none" lIns="108850" tIns="54425" rIns="108850" bIns="54425" anchor="ctr"/>
          <a:lstStyle/>
          <a:p>
            <a:pPr eaLnBrk="1" hangingPunct="1"/>
            <a:endParaRPr lang="zh-CN" altLang="en-US" b="1"/>
          </a:p>
        </p:txBody>
      </p:sp>
      <p:sp>
        <p:nvSpPr>
          <p:cNvPr id="142353" name="Text Box 17"/>
          <p:cNvSpPr txBox="1">
            <a:spLocks noChangeArrowheads="1"/>
          </p:cNvSpPr>
          <p:nvPr/>
        </p:nvSpPr>
        <p:spPr bwMode="auto">
          <a:xfrm>
            <a:off x="5204054" y="2941257"/>
            <a:ext cx="1143156" cy="848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algn="ctr" eaLnBrk="1" hangingPunct="1"/>
            <a:r>
              <a:rPr kumimoji="1" lang="zh-CN" altLang="en-US" sz="2400" dirty="0">
                <a:solidFill>
                  <a:srgbClr val="333399"/>
                </a:solidFill>
                <a:latin typeface="Arial" charset="0"/>
              </a:rPr>
              <a:t>吉比特</a:t>
            </a:r>
          </a:p>
          <a:p>
            <a:pPr algn="ctr" eaLnBrk="1" hangingPunct="1"/>
            <a:r>
              <a:rPr kumimoji="1" lang="zh-CN" altLang="en-US" sz="2400" dirty="0" smtClean="0">
                <a:solidFill>
                  <a:srgbClr val="333399"/>
                </a:solidFill>
                <a:latin typeface="Arial" charset="0"/>
              </a:rPr>
              <a:t>交换机</a:t>
            </a:r>
            <a:endParaRPr kumimoji="1" lang="zh-CN" altLang="en-US" sz="2400" dirty="0">
              <a:solidFill>
                <a:srgbClr val="333399"/>
              </a:solidFill>
              <a:latin typeface="Arial" charset="0"/>
            </a:endParaRPr>
          </a:p>
        </p:txBody>
      </p:sp>
      <p:pic>
        <p:nvPicPr>
          <p:cNvPr id="142354" name="Picture 1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95725" y="2873488"/>
            <a:ext cx="952376" cy="1119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2355" name="AutoShape 19"/>
          <p:cNvSpPr>
            <a:spLocks noChangeArrowheads="1"/>
          </p:cNvSpPr>
          <p:nvPr/>
        </p:nvSpPr>
        <p:spPr bwMode="auto">
          <a:xfrm>
            <a:off x="3011626" y="4567744"/>
            <a:ext cx="1053963" cy="765352"/>
          </a:xfrm>
          <a:prstGeom prst="cube">
            <a:avLst>
              <a:gd name="adj" fmla="val 12981"/>
            </a:avLst>
          </a:prstGeom>
          <a:solidFill>
            <a:srgbClr val="FFFF66"/>
          </a:solidFill>
          <a:ln w="9525">
            <a:solidFill>
              <a:schemeClr val="tx1"/>
            </a:solidFill>
            <a:miter lim="800000"/>
            <a:headEnd/>
            <a:tailEnd/>
          </a:ln>
        </p:spPr>
        <p:txBody>
          <a:bodyPr wrap="none" lIns="108850" tIns="54425" rIns="108850" bIns="54425" anchor="ctr"/>
          <a:lstStyle/>
          <a:p>
            <a:pPr eaLnBrk="1" hangingPunct="1"/>
            <a:endParaRPr lang="zh-CN" altLang="en-US" b="1"/>
          </a:p>
        </p:txBody>
      </p:sp>
      <p:sp>
        <p:nvSpPr>
          <p:cNvPr id="142356" name="AutoShape 20"/>
          <p:cNvSpPr>
            <a:spLocks noChangeArrowheads="1"/>
          </p:cNvSpPr>
          <p:nvPr/>
        </p:nvSpPr>
        <p:spPr bwMode="auto">
          <a:xfrm>
            <a:off x="8139641" y="4567744"/>
            <a:ext cx="1056080" cy="765352"/>
          </a:xfrm>
          <a:prstGeom prst="cube">
            <a:avLst>
              <a:gd name="adj" fmla="val 12981"/>
            </a:avLst>
          </a:prstGeom>
          <a:solidFill>
            <a:srgbClr val="FFFF66"/>
          </a:solidFill>
          <a:ln w="9525">
            <a:solidFill>
              <a:schemeClr val="tx1"/>
            </a:solidFill>
            <a:miter lim="800000"/>
            <a:headEnd/>
            <a:tailEnd/>
          </a:ln>
        </p:spPr>
        <p:txBody>
          <a:bodyPr wrap="none" lIns="108850" tIns="54425" rIns="108850" bIns="54425" anchor="ctr"/>
          <a:lstStyle/>
          <a:p>
            <a:pPr eaLnBrk="1" hangingPunct="1"/>
            <a:endParaRPr lang="zh-CN" altLang="en-US" b="1"/>
          </a:p>
        </p:txBody>
      </p:sp>
      <p:sp>
        <p:nvSpPr>
          <p:cNvPr id="142357" name="Text Box 21"/>
          <p:cNvSpPr txBox="1">
            <a:spLocks noChangeArrowheads="1"/>
          </p:cNvSpPr>
          <p:nvPr/>
        </p:nvSpPr>
        <p:spPr bwMode="auto">
          <a:xfrm>
            <a:off x="4137545" y="4643962"/>
            <a:ext cx="3605368" cy="47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400" dirty="0">
                <a:solidFill>
                  <a:srgbClr val="333399"/>
                </a:solidFill>
                <a:latin typeface="Arial" charset="0"/>
              </a:rPr>
              <a:t>百兆比特或吉</a:t>
            </a:r>
            <a:r>
              <a:rPr kumimoji="1" lang="zh-CN" altLang="en-US" sz="2400" dirty="0" smtClean="0">
                <a:solidFill>
                  <a:srgbClr val="333399"/>
                </a:solidFill>
                <a:latin typeface="Arial" charset="0"/>
              </a:rPr>
              <a:t>比特交换机</a:t>
            </a:r>
            <a:endParaRPr kumimoji="1" lang="zh-CN" altLang="en-US" sz="2400" dirty="0">
              <a:solidFill>
                <a:srgbClr val="333399"/>
              </a:solidFill>
              <a:latin typeface="Arial" charset="0"/>
            </a:endParaRPr>
          </a:p>
        </p:txBody>
      </p:sp>
      <p:sp>
        <p:nvSpPr>
          <p:cNvPr id="142358" name="Freeform 22"/>
          <p:cNvSpPr>
            <a:spLocks/>
          </p:cNvSpPr>
          <p:nvPr/>
        </p:nvSpPr>
        <p:spPr bwMode="auto">
          <a:xfrm>
            <a:off x="3538607" y="3869082"/>
            <a:ext cx="1900519" cy="765352"/>
          </a:xfrm>
          <a:custGeom>
            <a:avLst/>
            <a:gdLst>
              <a:gd name="T0" fmla="*/ 0 w 768"/>
              <a:gd name="T1" fmla="*/ 2147483646 h 480"/>
              <a:gd name="T2" fmla="*/ 0 w 768"/>
              <a:gd name="T3" fmla="*/ 2147483646 h 480"/>
              <a:gd name="T4" fmla="*/ 2147483646 w 768"/>
              <a:gd name="T5" fmla="*/ 2147483646 h 480"/>
              <a:gd name="T6" fmla="*/ 2147483646 w 768"/>
              <a:gd name="T7" fmla="*/ 0 h 480"/>
              <a:gd name="T8" fmla="*/ 0 60000 65536"/>
              <a:gd name="T9" fmla="*/ 0 60000 65536"/>
              <a:gd name="T10" fmla="*/ 0 60000 65536"/>
              <a:gd name="T11" fmla="*/ 0 60000 65536"/>
              <a:gd name="T12" fmla="*/ 0 w 768"/>
              <a:gd name="T13" fmla="*/ 0 h 480"/>
              <a:gd name="T14" fmla="*/ 768 w 768"/>
              <a:gd name="T15" fmla="*/ 480 h 480"/>
            </a:gdLst>
            <a:ahLst/>
            <a:cxnLst>
              <a:cxn ang="T8">
                <a:pos x="T0" y="T1"/>
              </a:cxn>
              <a:cxn ang="T9">
                <a:pos x="T2" y="T3"/>
              </a:cxn>
              <a:cxn ang="T10">
                <a:pos x="T4" y="T5"/>
              </a:cxn>
              <a:cxn ang="T11">
                <a:pos x="T6" y="T7"/>
              </a:cxn>
            </a:cxnLst>
            <a:rect l="T12" t="T13" r="T14" b="T15"/>
            <a:pathLst>
              <a:path w="768" h="480">
                <a:moveTo>
                  <a:pt x="0" y="480"/>
                </a:moveTo>
                <a:lnTo>
                  <a:pt x="0" y="240"/>
                </a:lnTo>
                <a:lnTo>
                  <a:pt x="768" y="240"/>
                </a:lnTo>
                <a:lnTo>
                  <a:pt x="768" y="0"/>
                </a:lnTo>
              </a:path>
            </a:pathLst>
          </a:custGeom>
          <a:noFill/>
          <a:ln w="76200">
            <a:solidFill>
              <a:srgbClr val="333399"/>
            </a:solidFill>
            <a:round/>
            <a:headEnd/>
            <a:tailEnd/>
          </a:ln>
          <a:extLst>
            <a:ext uri="{909E8E84-426E-40DD-AFC4-6F175D3DCCD1}">
              <a14:hiddenFill xmlns:a14="http://schemas.microsoft.com/office/drawing/2010/main">
                <a:solidFill>
                  <a:srgbClr val="FFFFFF"/>
                </a:solidFill>
              </a14:hiddenFill>
            </a:ext>
          </a:extLst>
        </p:spPr>
        <p:txBody>
          <a:bodyPr lIns="108850" tIns="54425" rIns="108850" bIns="54425"/>
          <a:lstStyle/>
          <a:p>
            <a:endParaRPr lang="zh-CN" altLang="en-US" b="1"/>
          </a:p>
        </p:txBody>
      </p:sp>
      <p:sp>
        <p:nvSpPr>
          <p:cNvPr id="142359" name="Freeform 23"/>
          <p:cNvSpPr>
            <a:spLocks/>
          </p:cNvSpPr>
          <p:nvPr/>
        </p:nvSpPr>
        <p:spPr bwMode="auto">
          <a:xfrm flipH="1">
            <a:off x="6389386" y="3869082"/>
            <a:ext cx="2273004" cy="765352"/>
          </a:xfrm>
          <a:custGeom>
            <a:avLst/>
            <a:gdLst>
              <a:gd name="T0" fmla="*/ 0 w 768"/>
              <a:gd name="T1" fmla="*/ 2147483646 h 480"/>
              <a:gd name="T2" fmla="*/ 0 w 768"/>
              <a:gd name="T3" fmla="*/ 2147483646 h 480"/>
              <a:gd name="T4" fmla="*/ 2147483646 w 768"/>
              <a:gd name="T5" fmla="*/ 2147483646 h 480"/>
              <a:gd name="T6" fmla="*/ 2147483646 w 768"/>
              <a:gd name="T7" fmla="*/ 0 h 480"/>
              <a:gd name="T8" fmla="*/ 0 60000 65536"/>
              <a:gd name="T9" fmla="*/ 0 60000 65536"/>
              <a:gd name="T10" fmla="*/ 0 60000 65536"/>
              <a:gd name="T11" fmla="*/ 0 60000 65536"/>
              <a:gd name="T12" fmla="*/ 0 w 768"/>
              <a:gd name="T13" fmla="*/ 0 h 480"/>
              <a:gd name="T14" fmla="*/ 768 w 768"/>
              <a:gd name="T15" fmla="*/ 480 h 480"/>
            </a:gdLst>
            <a:ahLst/>
            <a:cxnLst>
              <a:cxn ang="T8">
                <a:pos x="T0" y="T1"/>
              </a:cxn>
              <a:cxn ang="T9">
                <a:pos x="T2" y="T3"/>
              </a:cxn>
              <a:cxn ang="T10">
                <a:pos x="T4" y="T5"/>
              </a:cxn>
              <a:cxn ang="T11">
                <a:pos x="T6" y="T7"/>
              </a:cxn>
            </a:cxnLst>
            <a:rect l="T12" t="T13" r="T14" b="T15"/>
            <a:pathLst>
              <a:path w="768" h="480">
                <a:moveTo>
                  <a:pt x="0" y="480"/>
                </a:moveTo>
                <a:lnTo>
                  <a:pt x="0" y="240"/>
                </a:lnTo>
                <a:lnTo>
                  <a:pt x="768" y="240"/>
                </a:lnTo>
                <a:lnTo>
                  <a:pt x="768" y="0"/>
                </a:lnTo>
              </a:path>
            </a:pathLst>
          </a:custGeom>
          <a:noFill/>
          <a:ln w="76200">
            <a:solidFill>
              <a:srgbClr val="333399"/>
            </a:solidFill>
            <a:round/>
            <a:headEnd/>
            <a:tailEnd/>
          </a:ln>
          <a:extLst>
            <a:ext uri="{909E8E84-426E-40DD-AFC4-6F175D3DCCD1}">
              <a14:hiddenFill xmlns:a14="http://schemas.microsoft.com/office/drawing/2010/main">
                <a:solidFill>
                  <a:srgbClr val="FFFFFF"/>
                </a:solidFill>
              </a14:hiddenFill>
            </a:ext>
          </a:extLst>
        </p:spPr>
        <p:txBody>
          <a:bodyPr lIns="108850" tIns="54425" rIns="108850" bIns="54425"/>
          <a:lstStyle/>
          <a:p>
            <a:endParaRPr lang="zh-CN" altLang="en-US" b="1"/>
          </a:p>
        </p:txBody>
      </p:sp>
      <p:sp>
        <p:nvSpPr>
          <p:cNvPr id="142360" name="Line 24"/>
          <p:cNvSpPr>
            <a:spLocks noChangeShapeType="1"/>
          </p:cNvSpPr>
          <p:nvPr/>
        </p:nvSpPr>
        <p:spPr bwMode="auto">
          <a:xfrm>
            <a:off x="9087783" y="4939305"/>
            <a:ext cx="1058196" cy="0"/>
          </a:xfrm>
          <a:prstGeom prst="line">
            <a:avLst/>
          </a:prstGeom>
          <a:noFill/>
          <a:ln w="76200">
            <a:solidFill>
              <a:srgbClr val="333399"/>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142361" name="Line 25"/>
          <p:cNvSpPr>
            <a:spLocks noChangeShapeType="1"/>
          </p:cNvSpPr>
          <p:nvPr/>
        </p:nvSpPr>
        <p:spPr bwMode="auto">
          <a:xfrm>
            <a:off x="1953429" y="4939305"/>
            <a:ext cx="1058196" cy="0"/>
          </a:xfrm>
          <a:prstGeom prst="line">
            <a:avLst/>
          </a:prstGeom>
          <a:noFill/>
          <a:ln w="76200">
            <a:solidFill>
              <a:srgbClr val="333399"/>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pic>
        <p:nvPicPr>
          <p:cNvPr id="142362" name="Picture 2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0160" y="4251758"/>
            <a:ext cx="950260" cy="1116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2363" name="Picture 2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0628" y="4327975"/>
            <a:ext cx="950260" cy="1117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2364" name="Picture 2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68770" y="5857092"/>
            <a:ext cx="810577" cy="59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2365" name="Picture 2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95750" y="5857092"/>
            <a:ext cx="808461" cy="59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2366" name="Picture 3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22729" y="5857092"/>
            <a:ext cx="810577" cy="59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2367" name="Picture 3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2082" y="5857092"/>
            <a:ext cx="808461" cy="59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2368" name="Picture 3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52342" y="5857092"/>
            <a:ext cx="810577" cy="59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2369" name="Picture 3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00485" y="5857092"/>
            <a:ext cx="812694" cy="59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2370" name="Picture 3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805242" y="5857092"/>
            <a:ext cx="808461" cy="59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2371" name="Line 35"/>
          <p:cNvSpPr>
            <a:spLocks noChangeShapeType="1"/>
          </p:cNvSpPr>
          <p:nvPr/>
        </p:nvSpPr>
        <p:spPr bwMode="auto">
          <a:xfrm>
            <a:off x="1320628" y="3111669"/>
            <a:ext cx="1161899"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142372" name="Line 36"/>
          <p:cNvSpPr>
            <a:spLocks noChangeShapeType="1"/>
          </p:cNvSpPr>
          <p:nvPr/>
        </p:nvSpPr>
        <p:spPr bwMode="auto">
          <a:xfrm>
            <a:off x="1320628" y="3494345"/>
            <a:ext cx="1161899" cy="0"/>
          </a:xfrm>
          <a:prstGeom prst="line">
            <a:avLst/>
          </a:prstGeom>
          <a:noFill/>
          <a:ln w="76200">
            <a:solidFill>
              <a:srgbClr val="333399"/>
            </a:solidFill>
            <a:round/>
            <a:headEnd/>
            <a:tailEnd/>
          </a:ln>
          <a:extLst>
            <a:ext uri="{909E8E84-426E-40DD-AFC4-6F175D3DCCD1}">
              <a14:hiddenFill xmlns:a14="http://schemas.microsoft.com/office/drawing/2010/main">
                <a:noFill/>
              </a14:hiddenFill>
            </a:ext>
          </a:extLst>
        </p:spPr>
        <p:txBody>
          <a:bodyPr lIns="108850" tIns="54425" rIns="108850" bIns="54425"/>
          <a:lstStyle/>
          <a:p>
            <a:endParaRPr lang="zh-CN" altLang="en-US" b="1"/>
          </a:p>
        </p:txBody>
      </p:sp>
      <p:sp>
        <p:nvSpPr>
          <p:cNvPr id="142373" name="Text Box 37"/>
          <p:cNvSpPr txBox="1">
            <a:spLocks noChangeArrowheads="1"/>
          </p:cNvSpPr>
          <p:nvPr/>
        </p:nvSpPr>
        <p:spPr bwMode="auto">
          <a:xfrm>
            <a:off x="2518506" y="2916362"/>
            <a:ext cx="2223580" cy="47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en-US" altLang="zh-CN" sz="2400">
                <a:solidFill>
                  <a:srgbClr val="333399"/>
                </a:solidFill>
                <a:latin typeface="Arial" charset="0"/>
              </a:rPr>
              <a:t>100 Mb/s </a:t>
            </a:r>
            <a:r>
              <a:rPr kumimoji="1" lang="zh-CN" altLang="en-US" sz="2400">
                <a:solidFill>
                  <a:srgbClr val="333399"/>
                </a:solidFill>
                <a:latin typeface="Arial" charset="0"/>
              </a:rPr>
              <a:t>链路</a:t>
            </a:r>
          </a:p>
        </p:txBody>
      </p:sp>
      <p:sp>
        <p:nvSpPr>
          <p:cNvPr id="142374" name="Text Box 38"/>
          <p:cNvSpPr txBox="1">
            <a:spLocks noChangeArrowheads="1"/>
          </p:cNvSpPr>
          <p:nvPr/>
        </p:nvSpPr>
        <p:spPr bwMode="auto">
          <a:xfrm>
            <a:off x="8207365" y="2493989"/>
            <a:ext cx="1758709" cy="47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a:defRPr sz="1600" b="1">
                <a:solidFill>
                  <a:srgbClr val="1C1C1C"/>
                </a:solidFill>
                <a:latin typeface="黑体" pitchFamily="49" charset="-122"/>
                <a:ea typeface="黑体" pitchFamily="49" charset="-122"/>
              </a:defRPr>
            </a:lvl1pPr>
            <a:lvl2pPr marL="742950" indent="-285750">
              <a:defRPr sz="1600">
                <a:solidFill>
                  <a:srgbClr val="1C1C1C"/>
                </a:solidFill>
                <a:latin typeface="黑体" pitchFamily="49" charset="-122"/>
                <a:ea typeface="黑体" pitchFamily="49" charset="-122"/>
              </a:defRPr>
            </a:lvl2pPr>
            <a:lvl3pPr marL="1143000" indent="-228600">
              <a:defRPr sz="1600">
                <a:solidFill>
                  <a:srgbClr val="1C1C1C"/>
                </a:solidFill>
                <a:latin typeface="黑体" pitchFamily="49" charset="-122"/>
                <a:ea typeface="黑体" pitchFamily="49" charset="-122"/>
              </a:defRPr>
            </a:lvl3pPr>
            <a:lvl4pPr marL="1600200" indent="-228600">
              <a:defRPr sz="1600">
                <a:solidFill>
                  <a:srgbClr val="1C1C1C"/>
                </a:solidFill>
                <a:latin typeface="黑体" pitchFamily="49" charset="-122"/>
                <a:ea typeface="黑体" pitchFamily="49" charset="-122"/>
              </a:defRPr>
            </a:lvl4pPr>
            <a:lvl5pPr marL="2057400" indent="-228600">
              <a:defRPr sz="1600">
                <a:solidFill>
                  <a:srgbClr val="1C1C1C"/>
                </a:solidFill>
                <a:latin typeface="黑体" pitchFamily="49" charset="-122"/>
                <a:ea typeface="黑体" pitchFamily="49" charset="-122"/>
              </a:defRPr>
            </a:lvl5pPr>
            <a:lvl6pPr marL="2514600" indent="-228600" eaLnBrk="0" hangingPunct="0">
              <a:defRPr sz="1600">
                <a:solidFill>
                  <a:srgbClr val="1C1C1C"/>
                </a:solidFill>
                <a:latin typeface="黑体" pitchFamily="49" charset="-122"/>
                <a:ea typeface="黑体" pitchFamily="49" charset="-122"/>
              </a:defRPr>
            </a:lvl6pPr>
            <a:lvl7pPr marL="2971800" indent="-228600" eaLnBrk="0" hangingPunct="0">
              <a:defRPr sz="1600">
                <a:solidFill>
                  <a:srgbClr val="1C1C1C"/>
                </a:solidFill>
                <a:latin typeface="黑体" pitchFamily="49" charset="-122"/>
                <a:ea typeface="黑体" pitchFamily="49" charset="-122"/>
              </a:defRPr>
            </a:lvl7pPr>
            <a:lvl8pPr marL="3429000" indent="-228600" eaLnBrk="0" hangingPunct="0">
              <a:defRPr sz="1600">
                <a:solidFill>
                  <a:srgbClr val="1C1C1C"/>
                </a:solidFill>
                <a:latin typeface="黑体" pitchFamily="49" charset="-122"/>
                <a:ea typeface="黑体" pitchFamily="49" charset="-122"/>
              </a:defRPr>
            </a:lvl8pPr>
            <a:lvl9pPr marL="3886200" indent="-228600" eaLnBrk="0" hangingPunct="0">
              <a:defRPr sz="1600">
                <a:solidFill>
                  <a:srgbClr val="1C1C1C"/>
                </a:solidFill>
                <a:latin typeface="黑体" pitchFamily="49" charset="-122"/>
                <a:ea typeface="黑体" pitchFamily="49" charset="-122"/>
              </a:defRPr>
            </a:lvl9pPr>
          </a:lstStyle>
          <a:p>
            <a:pPr eaLnBrk="1" hangingPunct="1"/>
            <a:r>
              <a:rPr kumimoji="1" lang="zh-CN" altLang="en-US" sz="2400">
                <a:solidFill>
                  <a:srgbClr val="333399"/>
                </a:solidFill>
                <a:latin typeface="Arial" charset="0"/>
              </a:rPr>
              <a:t>中央服务器</a:t>
            </a:r>
          </a:p>
        </p:txBody>
      </p:sp>
      <p:sp>
        <p:nvSpPr>
          <p:cNvPr id="39" name="Rectangle 3"/>
          <p:cNvSpPr>
            <a:spLocks noGrp="1" noChangeArrowheads="1"/>
          </p:cNvSpPr>
          <p:nvPr>
            <p:ph idx="1"/>
          </p:nvPr>
        </p:nvSpPr>
        <p:spPr>
          <a:xfrm>
            <a:off x="442800" y="1267199"/>
            <a:ext cx="11304000" cy="4896000"/>
          </a:xfrm>
        </p:spPr>
        <p:txBody>
          <a:bodyPr/>
          <a:lstStyle/>
          <a:p>
            <a:r>
              <a:rPr lang="zh-CN" altLang="en-US" b="1" kern="1200" dirty="0" smtClean="0"/>
              <a:t>吉比特以太网的应用举例：</a:t>
            </a:r>
            <a:endParaRPr lang="en-US" altLang="zh-CN" b="1" kern="1200" dirty="0" smtClean="0"/>
          </a:p>
        </p:txBody>
      </p:sp>
    </p:spTree>
  </p:cSld>
  <p:clrMapOvr>
    <a:masterClrMapping/>
  </p:clrMapOvr>
  <p:transition>
    <p:fade/>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9" name="Rectangle 3"/>
          <p:cNvSpPr>
            <a:spLocks noGrp="1" noChangeArrowheads="1"/>
          </p:cNvSpPr>
          <p:nvPr>
            <p:ph idx="1"/>
          </p:nvPr>
        </p:nvSpPr>
        <p:spPr/>
        <p:txBody>
          <a:bodyPr/>
          <a:lstStyle/>
          <a:p>
            <a:r>
              <a:rPr lang="en-US" altLang="zh-CN" b="1" kern="1200" dirty="0"/>
              <a:t>10 </a:t>
            </a:r>
            <a:r>
              <a:rPr lang="zh-CN" altLang="en-US" b="1" kern="1200" dirty="0"/>
              <a:t>吉比特以太网与 </a:t>
            </a:r>
            <a:r>
              <a:rPr lang="en-US" altLang="zh-CN" b="1" kern="1200" dirty="0"/>
              <a:t>10 </a:t>
            </a:r>
            <a:r>
              <a:rPr lang="en-US" altLang="zh-CN" b="1" kern="1200" dirty="0" smtClean="0"/>
              <a:t>Mbit/s</a:t>
            </a:r>
            <a:r>
              <a:rPr lang="zh-CN" altLang="en-US" b="1" kern="1200" dirty="0"/>
              <a:t>，</a:t>
            </a:r>
            <a:r>
              <a:rPr lang="en-US" altLang="zh-CN" b="1" kern="1200" dirty="0"/>
              <a:t>100 </a:t>
            </a:r>
            <a:r>
              <a:rPr lang="en-US" altLang="zh-CN" b="1" kern="1200" dirty="0" smtClean="0"/>
              <a:t>Mbit/s </a:t>
            </a:r>
            <a:r>
              <a:rPr lang="zh-CN" altLang="en-US" b="1" kern="1200" dirty="0"/>
              <a:t>和 </a:t>
            </a:r>
            <a:r>
              <a:rPr lang="en-US" altLang="zh-CN" b="1" kern="1200" dirty="0"/>
              <a:t>1 </a:t>
            </a:r>
            <a:r>
              <a:rPr lang="en-US" altLang="zh-CN" b="1" kern="1200" dirty="0" err="1" smtClean="0"/>
              <a:t>Gbit</a:t>
            </a:r>
            <a:r>
              <a:rPr lang="en-US" altLang="zh-CN" b="1" kern="1200" dirty="0" smtClean="0"/>
              <a:t>/s </a:t>
            </a:r>
            <a:r>
              <a:rPr lang="zh-CN" altLang="en-US" b="1" kern="1200" dirty="0"/>
              <a:t>以太网的帧格式完全</a:t>
            </a:r>
            <a:r>
              <a:rPr lang="zh-CN" altLang="en-US" b="1" kern="1200" dirty="0" smtClean="0"/>
              <a:t>相同，并保留了 </a:t>
            </a:r>
            <a:r>
              <a:rPr lang="en-US" altLang="zh-CN" b="1" kern="1200" dirty="0" smtClean="0"/>
              <a:t>64 </a:t>
            </a:r>
            <a:r>
              <a:rPr lang="zh-CN" altLang="en-US" b="1" kern="1200" dirty="0" smtClean="0"/>
              <a:t>字节的最短有效帧长，以便保持兼容性。</a:t>
            </a:r>
            <a:endParaRPr lang="zh-CN" altLang="en-US" b="1" kern="1200" dirty="0"/>
          </a:p>
          <a:p>
            <a:r>
              <a:rPr lang="en-US" altLang="zh-CN" b="1" kern="1200" dirty="0"/>
              <a:t>10 </a:t>
            </a:r>
            <a:r>
              <a:rPr lang="zh-CN" altLang="en-US" b="1" kern="1200" dirty="0"/>
              <a:t>吉比特以太网只工作在全双工方式，</a:t>
            </a:r>
            <a:r>
              <a:rPr lang="zh-CN" altLang="en-US" b="1" kern="1200" dirty="0" smtClean="0"/>
              <a:t>因此不存在争用</a:t>
            </a:r>
            <a:r>
              <a:rPr lang="zh-CN" altLang="en-US" b="1" kern="1200" dirty="0"/>
              <a:t>问题，也不使用 </a:t>
            </a:r>
            <a:r>
              <a:rPr lang="en-US" altLang="zh-CN" b="1" kern="1200" dirty="0"/>
              <a:t>CSMA/CD </a:t>
            </a:r>
            <a:r>
              <a:rPr lang="zh-CN" altLang="en-US" b="1" kern="1200" dirty="0"/>
              <a:t>协议。    </a:t>
            </a:r>
          </a:p>
        </p:txBody>
      </p:sp>
      <p:sp>
        <p:nvSpPr>
          <p:cNvPr id="144386" name="Rectangle 2"/>
          <p:cNvSpPr>
            <a:spLocks noGrp="1" noChangeArrowheads="1"/>
          </p:cNvSpPr>
          <p:nvPr>
            <p:ph type="title"/>
          </p:nvPr>
        </p:nvSpPr>
        <p:spPr/>
        <p:txBody>
          <a:bodyPr/>
          <a:lstStyle/>
          <a:p>
            <a:r>
              <a:rPr lang="en-US" altLang="zh-CN" sz="4000" dirty="0" smtClean="0">
                <a:solidFill>
                  <a:srgbClr val="FFFFFF"/>
                </a:solidFill>
              </a:rPr>
              <a:t>3.5.3 10 </a:t>
            </a:r>
            <a:r>
              <a:rPr lang="zh-CN" altLang="en-US" sz="4000" dirty="0" smtClean="0">
                <a:solidFill>
                  <a:srgbClr val="FFFFFF"/>
                </a:solidFill>
              </a:rPr>
              <a:t>吉</a:t>
            </a:r>
            <a:r>
              <a:rPr lang="zh-CN" altLang="en-US" sz="4000" dirty="0">
                <a:solidFill>
                  <a:srgbClr val="FFFFFF"/>
                </a:solidFill>
              </a:rPr>
              <a:t>比特以太网</a:t>
            </a:r>
          </a:p>
        </p:txBody>
      </p:sp>
    </p:spTree>
  </p:cSld>
  <p:clrMapOvr>
    <a:masterClrMapping/>
  </p:clrMapOvr>
  <p:transition>
    <p:fade/>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ChangeArrowheads="1"/>
          </p:cNvSpPr>
          <p:nvPr/>
        </p:nvSpPr>
        <p:spPr bwMode="auto">
          <a:xfrm>
            <a:off x="0" y="3045794"/>
            <a:ext cx="219891" cy="38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nchor="ctr">
            <a:spAutoFit/>
          </a:bodyPr>
          <a:lstStyle/>
          <a:p>
            <a:pPr eaLnBrk="1" hangingPunct="1"/>
            <a:endParaRPr lang="zh-CN" altLang="en-US"/>
          </a:p>
        </p:txBody>
      </p:sp>
      <p:sp>
        <p:nvSpPr>
          <p:cNvPr id="146435" name="Rectangle 3"/>
          <p:cNvSpPr>
            <a:spLocks noChangeArrowheads="1"/>
          </p:cNvSpPr>
          <p:nvPr/>
        </p:nvSpPr>
        <p:spPr bwMode="auto">
          <a:xfrm>
            <a:off x="0" y="3050558"/>
            <a:ext cx="219891" cy="38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nchor="ctr">
            <a:spAutoFit/>
          </a:bodyPr>
          <a:lstStyle/>
          <a:p>
            <a:pPr eaLnBrk="1" hangingPunct="1"/>
            <a:endParaRPr lang="zh-CN" altLang="en-US"/>
          </a:p>
        </p:txBody>
      </p:sp>
      <p:sp>
        <p:nvSpPr>
          <p:cNvPr id="379910" name="Rectangle 6"/>
          <p:cNvSpPr>
            <a:spLocks noGrp="1" noChangeArrowheads="1"/>
          </p:cNvSpPr>
          <p:nvPr>
            <p:ph idx="1"/>
          </p:nvPr>
        </p:nvSpPr>
        <p:spPr/>
        <p:txBody>
          <a:bodyPr/>
          <a:lstStyle/>
          <a:p>
            <a:r>
              <a:rPr lang="en-US" altLang="zh-CN" b="1" dirty="0" smtClean="0"/>
              <a:t>10 </a:t>
            </a:r>
            <a:r>
              <a:rPr lang="zh-CN" altLang="en-US" b="1" dirty="0" smtClean="0"/>
              <a:t>吉</a:t>
            </a:r>
            <a:r>
              <a:rPr lang="zh-CN" altLang="en-US" b="1" dirty="0"/>
              <a:t>比特</a:t>
            </a:r>
            <a:r>
              <a:rPr lang="zh-CN" altLang="en-US" b="1" dirty="0" smtClean="0"/>
              <a:t>以太网的物理层</a:t>
            </a:r>
            <a:r>
              <a:rPr lang="zh-CN" altLang="en-US" b="1" dirty="0"/>
              <a:t>：</a:t>
            </a:r>
            <a:endParaRPr lang="en-US" altLang="zh-CN" b="1" dirty="0"/>
          </a:p>
          <a:p>
            <a:pPr lvl="1"/>
            <a:r>
              <a:rPr lang="en-US" altLang="zh-CN" b="1" dirty="0" smtClean="0"/>
              <a:t>10GBASE-SR</a:t>
            </a:r>
            <a:r>
              <a:rPr lang="zh-CN" altLang="en-US" b="1" dirty="0" smtClean="0"/>
              <a:t>：多模光纤</a:t>
            </a:r>
            <a:endParaRPr lang="en-US" altLang="zh-CN" b="1" dirty="0"/>
          </a:p>
          <a:p>
            <a:pPr lvl="1"/>
            <a:r>
              <a:rPr lang="en-US" altLang="zh-CN" b="1" dirty="0" smtClean="0"/>
              <a:t>10GBASE-LR</a:t>
            </a:r>
            <a:r>
              <a:rPr lang="zh-CN" altLang="en-US" b="1" dirty="0" smtClean="0"/>
              <a:t>：单模光纤</a:t>
            </a:r>
            <a:endParaRPr lang="en-US" altLang="zh-CN" b="1" dirty="0"/>
          </a:p>
          <a:p>
            <a:pPr lvl="1"/>
            <a:r>
              <a:rPr lang="en-US" altLang="zh-CN" b="1" dirty="0" smtClean="0"/>
              <a:t>10GBASE-ER</a:t>
            </a:r>
            <a:r>
              <a:rPr lang="zh-CN" altLang="en-US" b="1" dirty="0" smtClean="0"/>
              <a:t>：单模光纤</a:t>
            </a:r>
            <a:endParaRPr lang="en-US" altLang="zh-CN" b="1" dirty="0"/>
          </a:p>
          <a:p>
            <a:pPr lvl="1"/>
            <a:r>
              <a:rPr lang="en-US" altLang="zh-CN" b="1" dirty="0" smtClean="0"/>
              <a:t>10GBASE-CX4</a:t>
            </a:r>
            <a:r>
              <a:rPr lang="zh-CN" altLang="en-US" b="1" dirty="0" smtClean="0"/>
              <a:t>：</a:t>
            </a:r>
            <a:r>
              <a:rPr lang="en-US" altLang="zh-CN" b="1" dirty="0" smtClean="0"/>
              <a:t>4 </a:t>
            </a:r>
            <a:r>
              <a:rPr lang="zh-CN" altLang="en-US" b="1" dirty="0" smtClean="0"/>
              <a:t>对</a:t>
            </a:r>
            <a:r>
              <a:rPr lang="zh-CN" altLang="en-US" b="1" dirty="0"/>
              <a:t>双芯同轴电缆</a:t>
            </a:r>
            <a:endParaRPr lang="en-US" altLang="zh-CN" b="1" dirty="0"/>
          </a:p>
          <a:p>
            <a:pPr lvl="1"/>
            <a:r>
              <a:rPr lang="en-US" altLang="zh-CN" b="1" dirty="0" smtClean="0"/>
              <a:t>10GBASE-T</a:t>
            </a:r>
            <a:r>
              <a:rPr lang="zh-CN" altLang="en-US" b="1" dirty="0" smtClean="0"/>
              <a:t>：</a:t>
            </a:r>
            <a:r>
              <a:rPr lang="en-US" altLang="zh-CN" b="1" dirty="0" smtClean="0"/>
              <a:t>4 </a:t>
            </a:r>
            <a:r>
              <a:rPr lang="zh-CN" altLang="en-US" b="1" dirty="0" smtClean="0"/>
              <a:t>对 </a:t>
            </a:r>
            <a:r>
              <a:rPr lang="en-US" altLang="zh-CN" b="1" dirty="0" smtClean="0"/>
              <a:t>6A </a:t>
            </a:r>
            <a:r>
              <a:rPr lang="zh-CN" altLang="en-US" b="1" dirty="0" smtClean="0"/>
              <a:t>类 </a:t>
            </a:r>
            <a:r>
              <a:rPr lang="en-US" altLang="zh-CN" b="1" dirty="0" smtClean="0"/>
              <a:t>UTP </a:t>
            </a:r>
            <a:r>
              <a:rPr lang="zh-CN" altLang="en-US" b="1" dirty="0" smtClean="0"/>
              <a:t>双绞线</a:t>
            </a:r>
            <a:endParaRPr lang="en-US" altLang="zh-CN" b="1" dirty="0"/>
          </a:p>
        </p:txBody>
      </p:sp>
      <p:sp>
        <p:nvSpPr>
          <p:cNvPr id="146436" name="Rectangle 4"/>
          <p:cNvSpPr>
            <a:spLocks noGrp="1" noChangeArrowheads="1"/>
          </p:cNvSpPr>
          <p:nvPr>
            <p:ph type="title"/>
          </p:nvPr>
        </p:nvSpPr>
        <p:spPr/>
        <p:txBody>
          <a:bodyPr/>
          <a:lstStyle/>
          <a:p>
            <a:r>
              <a:rPr lang="en-US" altLang="zh-CN" dirty="0"/>
              <a:t>3.5.3 10 </a:t>
            </a:r>
            <a:r>
              <a:rPr lang="zh-CN" altLang="en-US" sz="4000" dirty="0" smtClean="0">
                <a:solidFill>
                  <a:srgbClr val="FFFFFF"/>
                </a:solidFill>
              </a:rPr>
              <a:t>吉</a:t>
            </a:r>
            <a:r>
              <a:rPr lang="zh-CN" altLang="en-US" sz="4000" dirty="0">
                <a:solidFill>
                  <a:srgbClr val="FFFFFF"/>
                </a:solidFill>
              </a:rPr>
              <a:t>比特</a:t>
            </a:r>
            <a:r>
              <a:rPr lang="zh-CN" altLang="en-US" sz="4000" dirty="0" smtClean="0">
                <a:solidFill>
                  <a:srgbClr val="FFFFFF"/>
                </a:solidFill>
              </a:rPr>
              <a:t>以太网</a:t>
            </a:r>
            <a:endParaRPr lang="zh-CN" altLang="en-US" sz="4000" dirty="0">
              <a:solidFill>
                <a:srgbClr val="FFFFFF"/>
              </a:solidFill>
            </a:endParaRPr>
          </a:p>
        </p:txBody>
      </p:sp>
      <p:sp>
        <p:nvSpPr>
          <p:cNvPr id="146438" name="Rectangle 5"/>
          <p:cNvSpPr>
            <a:spLocks noChangeArrowheads="1"/>
          </p:cNvSpPr>
          <p:nvPr/>
        </p:nvSpPr>
        <p:spPr bwMode="auto">
          <a:xfrm>
            <a:off x="0" y="3069612"/>
            <a:ext cx="219891" cy="38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nchor="ctr">
            <a:spAutoFit/>
          </a:bodyPr>
          <a:lstStyle/>
          <a:p>
            <a:pPr eaLnBrk="1" hangingPunct="1"/>
            <a:endParaRPr lang="zh-CN" altLang="en-US"/>
          </a:p>
        </p:txBody>
      </p:sp>
    </p:spTree>
  </p:cSld>
  <p:clrMapOvr>
    <a:masterClrMapping/>
  </p:clrMapOvr>
  <p:transition>
    <p:fade/>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55650" name="Rectangle 7"/>
          <p:cNvSpPr>
            <a:spLocks noChangeArrowheads="1"/>
          </p:cNvSpPr>
          <p:nvPr/>
        </p:nvSpPr>
        <p:spPr bwMode="black">
          <a:xfrm>
            <a:off x="0" y="1845103"/>
            <a:ext cx="12190413" cy="792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0" tIns="54425" rIns="108850" bIns="54425" anchor="ctr"/>
          <a:lstStyle/>
          <a:p>
            <a:pPr algn="ctr" eaLnBrk="1" hangingPunct="1"/>
            <a:r>
              <a:rPr lang="en-US" altLang="zh-CN" sz="3800">
                <a:solidFill>
                  <a:srgbClr val="000066"/>
                </a:solidFill>
                <a:ea typeface="黑体" pitchFamily="49" charset="-122"/>
              </a:rPr>
              <a:t>Thank You</a:t>
            </a:r>
            <a:r>
              <a:rPr lang="zh-CN" altLang="en-US" sz="3800">
                <a:solidFill>
                  <a:srgbClr val="000066"/>
                </a:solidFill>
                <a:ea typeface="黑体" pitchFamily="49" charset="-122"/>
              </a:rPr>
              <a:t>！</a:t>
            </a:r>
            <a:endParaRPr lang="en-US" altLang="zh-CN" sz="3800">
              <a:solidFill>
                <a:srgbClr val="000066"/>
              </a:solidFill>
              <a:ea typeface="黑体" pitchFamily="49" charset="-122"/>
            </a:endParaRPr>
          </a:p>
          <a:p>
            <a:pPr algn="ctr" eaLnBrk="1" hangingPunct="1"/>
            <a:r>
              <a:rPr lang="en-US" altLang="zh-CN" sz="3800">
                <a:solidFill>
                  <a:srgbClr val="000066"/>
                </a:solidFill>
                <a:ea typeface="黑体" pitchFamily="49" charset="-122"/>
              </a:rPr>
              <a:t>Any Questions</a:t>
            </a:r>
            <a:r>
              <a:rPr lang="zh-CN" altLang="en-US" sz="3800">
                <a:solidFill>
                  <a:srgbClr val="000066"/>
                </a:solidFill>
                <a:ea typeface="黑体" pitchFamily="49" charset="-122"/>
              </a:rPr>
              <a:t>？</a:t>
            </a:r>
          </a:p>
        </p:txBody>
      </p:sp>
    </p:spTree>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NordriDesignStudio">
  <a:themeElements>
    <a:clrScheme name="NordriDesignStudio 5">
      <a:dk1>
        <a:srgbClr val="666699"/>
      </a:dk1>
      <a:lt1>
        <a:srgbClr val="FFFFFF"/>
      </a:lt1>
      <a:dk2>
        <a:srgbClr val="000066"/>
      </a:dk2>
      <a:lt2>
        <a:srgbClr val="C0C0C0"/>
      </a:lt2>
      <a:accent1>
        <a:srgbClr val="49CACD"/>
      </a:accent1>
      <a:accent2>
        <a:srgbClr val="467CE8"/>
      </a:accent2>
      <a:accent3>
        <a:srgbClr val="FFFFFF"/>
      </a:accent3>
      <a:accent4>
        <a:srgbClr val="565682"/>
      </a:accent4>
      <a:accent5>
        <a:srgbClr val="B1E1E3"/>
      </a:accent5>
      <a:accent6>
        <a:srgbClr val="3F70D2"/>
      </a:accent6>
      <a:hlink>
        <a:srgbClr val="000066"/>
      </a:hlink>
      <a:folHlink>
        <a:srgbClr val="878FA5"/>
      </a:folHlink>
    </a:clrScheme>
    <a:fontScheme name="NordriDesignStudio">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ordriDesignStudio 1">
        <a:dk1>
          <a:srgbClr val="1D528D"/>
        </a:dk1>
        <a:lt1>
          <a:srgbClr val="FFFFFF"/>
        </a:lt1>
        <a:dk2>
          <a:srgbClr val="000000"/>
        </a:dk2>
        <a:lt2>
          <a:srgbClr val="C0C0C0"/>
        </a:lt2>
        <a:accent1>
          <a:srgbClr val="2CA3C8"/>
        </a:accent1>
        <a:accent2>
          <a:srgbClr val="C5903B"/>
        </a:accent2>
        <a:accent3>
          <a:srgbClr val="FFFFFF"/>
        </a:accent3>
        <a:accent4>
          <a:srgbClr val="174578"/>
        </a:accent4>
        <a:accent5>
          <a:srgbClr val="ACCEE0"/>
        </a:accent5>
        <a:accent6>
          <a:srgbClr val="B28235"/>
        </a:accent6>
        <a:hlink>
          <a:srgbClr val="FF9900"/>
        </a:hlink>
        <a:folHlink>
          <a:srgbClr val="969696"/>
        </a:folHlink>
      </a:clrScheme>
      <a:clrMap bg1="lt1" tx1="dk1" bg2="lt2" tx2="dk2" accent1="accent1" accent2="accent2" accent3="accent3" accent4="accent4" accent5="accent5" accent6="accent6" hlink="hlink" folHlink="folHlink"/>
    </a:extraClrScheme>
    <a:extraClrScheme>
      <a:clrScheme name="NordriDesignStudio 2">
        <a:dk1>
          <a:srgbClr val="124B98"/>
        </a:dk1>
        <a:lt1>
          <a:srgbClr val="FFFFFF"/>
        </a:lt1>
        <a:dk2>
          <a:srgbClr val="000000"/>
        </a:dk2>
        <a:lt2>
          <a:srgbClr val="C0C0C0"/>
        </a:lt2>
        <a:accent1>
          <a:srgbClr val="4A95E8"/>
        </a:accent1>
        <a:accent2>
          <a:srgbClr val="6D8DE9"/>
        </a:accent2>
        <a:accent3>
          <a:srgbClr val="FFFFFF"/>
        </a:accent3>
        <a:accent4>
          <a:srgbClr val="0E3F81"/>
        </a:accent4>
        <a:accent5>
          <a:srgbClr val="B1C8F2"/>
        </a:accent5>
        <a:accent6>
          <a:srgbClr val="627FD3"/>
        </a:accent6>
        <a:hlink>
          <a:srgbClr val="95CD2F"/>
        </a:hlink>
        <a:folHlink>
          <a:srgbClr val="CAA664"/>
        </a:folHlink>
      </a:clrScheme>
      <a:clrMap bg1="lt1" tx1="dk1" bg2="lt2" tx2="dk2" accent1="accent1" accent2="accent2" accent3="accent3" accent4="accent4" accent5="accent5" accent6="accent6" hlink="hlink" folHlink="folHlink"/>
    </a:extraClrScheme>
    <a:extraClrScheme>
      <a:clrScheme name="NordriDesignStudio 3">
        <a:dk1>
          <a:srgbClr val="666699"/>
        </a:dk1>
        <a:lt1>
          <a:srgbClr val="FFFFFF"/>
        </a:lt1>
        <a:dk2>
          <a:srgbClr val="000066"/>
        </a:dk2>
        <a:lt2>
          <a:srgbClr val="C0C0C0"/>
        </a:lt2>
        <a:accent1>
          <a:srgbClr val="49CACD"/>
        </a:accent1>
        <a:accent2>
          <a:srgbClr val="467CE8"/>
        </a:accent2>
        <a:accent3>
          <a:srgbClr val="FFFFFF"/>
        </a:accent3>
        <a:accent4>
          <a:srgbClr val="565682"/>
        </a:accent4>
        <a:accent5>
          <a:srgbClr val="B1E1E3"/>
        </a:accent5>
        <a:accent6>
          <a:srgbClr val="3F70D2"/>
        </a:accent6>
        <a:hlink>
          <a:srgbClr val="28BFEE"/>
        </a:hlink>
        <a:folHlink>
          <a:srgbClr val="878FA5"/>
        </a:folHlink>
      </a:clrScheme>
      <a:clrMap bg1="lt1" tx1="dk1" bg2="lt2" tx2="dk2" accent1="accent1" accent2="accent2" accent3="accent3" accent4="accent4" accent5="accent5" accent6="accent6" hlink="hlink" folHlink="folHlink"/>
    </a:extraClrScheme>
    <a:extraClrScheme>
      <a:clrScheme name="NordriDesignStudio 4">
        <a:dk1>
          <a:srgbClr val="666699"/>
        </a:dk1>
        <a:lt1>
          <a:srgbClr val="FFFFFF"/>
        </a:lt1>
        <a:dk2>
          <a:srgbClr val="000066"/>
        </a:dk2>
        <a:lt2>
          <a:srgbClr val="C0C0C0"/>
        </a:lt2>
        <a:accent1>
          <a:srgbClr val="49CACD"/>
        </a:accent1>
        <a:accent2>
          <a:srgbClr val="467CE8"/>
        </a:accent2>
        <a:accent3>
          <a:srgbClr val="FFFFFF"/>
        </a:accent3>
        <a:accent4>
          <a:srgbClr val="565682"/>
        </a:accent4>
        <a:accent5>
          <a:srgbClr val="B1E1E3"/>
        </a:accent5>
        <a:accent6>
          <a:srgbClr val="3F70D2"/>
        </a:accent6>
        <a:hlink>
          <a:srgbClr val="FF6600"/>
        </a:hlink>
        <a:folHlink>
          <a:srgbClr val="878FA5"/>
        </a:folHlink>
      </a:clrScheme>
      <a:clrMap bg1="lt1" tx1="dk1" bg2="lt2" tx2="dk2" accent1="accent1" accent2="accent2" accent3="accent3" accent4="accent4" accent5="accent5" accent6="accent6" hlink="hlink" folHlink="folHlink"/>
    </a:extraClrScheme>
    <a:extraClrScheme>
      <a:clrScheme name="NordriDesignStudio 5">
        <a:dk1>
          <a:srgbClr val="666699"/>
        </a:dk1>
        <a:lt1>
          <a:srgbClr val="FFFFFF"/>
        </a:lt1>
        <a:dk2>
          <a:srgbClr val="000066"/>
        </a:dk2>
        <a:lt2>
          <a:srgbClr val="C0C0C0"/>
        </a:lt2>
        <a:accent1>
          <a:srgbClr val="49CACD"/>
        </a:accent1>
        <a:accent2>
          <a:srgbClr val="467CE8"/>
        </a:accent2>
        <a:accent3>
          <a:srgbClr val="FFFFFF"/>
        </a:accent3>
        <a:accent4>
          <a:srgbClr val="565682"/>
        </a:accent4>
        <a:accent5>
          <a:srgbClr val="B1E1E3"/>
        </a:accent5>
        <a:accent6>
          <a:srgbClr val="3F70D2"/>
        </a:accent6>
        <a:hlink>
          <a:srgbClr val="000066"/>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11186</TotalTime>
  <Words>7884</Words>
  <Application>Microsoft Office PowerPoint</Application>
  <PresentationFormat>自定义</PresentationFormat>
  <Paragraphs>1250</Paragraphs>
  <Slides>104</Slides>
  <Notes>55</Notes>
  <HiddenSlides>9</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104</vt:i4>
      </vt:variant>
    </vt:vector>
  </HeadingPairs>
  <TitlesOfParts>
    <vt:vector size="106" baseType="lpstr">
      <vt:lpstr>NordriDesignStudio</vt:lpstr>
      <vt:lpstr>公式</vt:lpstr>
      <vt:lpstr>PowerPoint 演示文稿</vt:lpstr>
      <vt:lpstr>指引</vt:lpstr>
      <vt:lpstr>数据链路层使用的信道类型</vt:lpstr>
      <vt:lpstr>从不同角度看数据的流动</vt:lpstr>
      <vt:lpstr>从不同角度看数据的流动</vt:lpstr>
      <vt:lpstr>指引</vt:lpstr>
      <vt:lpstr>3.1.1 数据链路和帧</vt:lpstr>
      <vt:lpstr>3.1.1 数据链路和帧</vt:lpstr>
      <vt:lpstr>3.1.2 三个基本问题</vt:lpstr>
      <vt:lpstr>3.1.2 三个基本问题</vt:lpstr>
      <vt:lpstr>3.1.2 三个基本问题</vt:lpstr>
      <vt:lpstr>3.1.2 三个基本问题</vt:lpstr>
      <vt:lpstr>3.1.2 三个基本问题</vt:lpstr>
      <vt:lpstr>3.1.2 三个基本问题</vt:lpstr>
      <vt:lpstr>3.1.2 三个基本问题</vt:lpstr>
      <vt:lpstr>3.1.2 三个基本问题</vt:lpstr>
      <vt:lpstr>3.1.2 三个基本问题</vt:lpstr>
      <vt:lpstr>3.1.2 三个基本问题</vt:lpstr>
      <vt:lpstr>3.1.2 三个基本问题</vt:lpstr>
      <vt:lpstr>3.1.2 三个基本问题</vt:lpstr>
      <vt:lpstr>3.1.2 三个基本问题</vt:lpstr>
      <vt:lpstr>3.1.2 三个基本问题</vt:lpstr>
      <vt:lpstr>3.1.2 三个基本问题</vt:lpstr>
      <vt:lpstr>指引</vt:lpstr>
      <vt:lpstr>3.2 点对点协议PPP</vt:lpstr>
      <vt:lpstr>3.2 点对点协议PPP</vt:lpstr>
      <vt:lpstr>3.2.1 PPP协议的特点</vt:lpstr>
      <vt:lpstr>3.2.1 PPP协议的特点</vt:lpstr>
      <vt:lpstr>3.2.2 PPP协议的帧格式</vt:lpstr>
      <vt:lpstr>3.2.2 PPP协议的帧格式</vt:lpstr>
      <vt:lpstr>3.2.2 PPP协议的帧格式</vt:lpstr>
      <vt:lpstr>3.2.2 PPP协议的帧格式</vt:lpstr>
      <vt:lpstr>3.2.2 PPP协议的帧格式</vt:lpstr>
      <vt:lpstr>3.2.2 PPP协议的帧格式</vt:lpstr>
      <vt:lpstr>指引</vt:lpstr>
      <vt:lpstr>3.3.1 局域网的数据链路层</vt:lpstr>
      <vt:lpstr>3.3.1 局域网的数据链路层</vt:lpstr>
      <vt:lpstr>3.3.1 局域网的数据链路层</vt:lpstr>
      <vt:lpstr>3.3.1 局域网的数据链路层</vt:lpstr>
      <vt:lpstr>3.3.2 CSMA/CD协议</vt:lpstr>
      <vt:lpstr>3.3.2 CSMA/CD协议</vt:lpstr>
      <vt:lpstr>3.3.2 CSMA/CD协议</vt:lpstr>
      <vt:lpstr>3.3.2 CSMA/CD协议</vt:lpstr>
      <vt:lpstr>3.3.2 CSMA/CD协议</vt:lpstr>
      <vt:lpstr>3.3.2 CSMA/CD协议</vt:lpstr>
      <vt:lpstr>3.3.2 CSMA/CD协议</vt:lpstr>
      <vt:lpstr>3.3.2 CSMA/CD协议</vt:lpstr>
      <vt:lpstr>PowerPoint 演示文稿</vt:lpstr>
      <vt:lpstr>3.3.2 CSMA/CD协议</vt:lpstr>
      <vt:lpstr>3.3.2 CSMA/CD协议</vt:lpstr>
      <vt:lpstr>3.3.2 CSMA/CD协议</vt:lpstr>
      <vt:lpstr>3.3.2 CSMA/CD协议</vt:lpstr>
      <vt:lpstr>3.3.2 CSMA/CD协议</vt:lpstr>
      <vt:lpstr>3.3.3 使用集线器的星形拓扑</vt:lpstr>
      <vt:lpstr>3.3.3 使用集线器的星形拓扑</vt:lpstr>
      <vt:lpstr>3.3.3 使用集线器的星形拓扑</vt:lpstr>
      <vt:lpstr>3.3.4 以太网的信道利用率</vt:lpstr>
      <vt:lpstr>3.3.4 以太网的信道利用率</vt:lpstr>
      <vt:lpstr>3.3.4 以太网的信道利用率</vt:lpstr>
      <vt:lpstr>3.3.4 以太网的信道利用率</vt:lpstr>
      <vt:lpstr>3.3.5 以太网的硬件地址及帧格式</vt:lpstr>
      <vt:lpstr>3.3.5 以太网的硬件地址及帧格式</vt:lpstr>
      <vt:lpstr>3.3.5 以太网的硬件地址及帧格式</vt:lpstr>
      <vt:lpstr>3.3.5 以太网的硬件地址及帧格式</vt:lpstr>
      <vt:lpstr>3.3.5 以太网的硬件地址及帧格式</vt:lpstr>
      <vt:lpstr>3.3.5 以太网的硬件地址及帧格式</vt:lpstr>
      <vt:lpstr>3.3.5 以太网的硬件地址及帧格式</vt:lpstr>
      <vt:lpstr>3.3.5 以太网的硬件地址及帧格式</vt:lpstr>
      <vt:lpstr>3.3.5 以太网的硬件地址及帧格式</vt:lpstr>
      <vt:lpstr>3.3.5 以太网的硬件地址及帧格式</vt:lpstr>
      <vt:lpstr>3.3.5 以太网的硬件地址及帧格式</vt:lpstr>
      <vt:lpstr>3.3.5 以太网的硬件地址及帧格式</vt:lpstr>
      <vt:lpstr>指引</vt:lpstr>
      <vt:lpstr>3.4.1 在物理层扩展以太网</vt:lpstr>
      <vt:lpstr>3.4.1 在物理层扩展以太网</vt:lpstr>
      <vt:lpstr>3.4.1 在物理层扩展以太网</vt:lpstr>
      <vt:lpstr>3.4.1 在物理层扩展以太网</vt:lpstr>
      <vt:lpstr>3.4.2 在数据链路层扩展以太网 </vt:lpstr>
      <vt:lpstr>3.4.2 在数据链路层扩展以太网 </vt:lpstr>
      <vt:lpstr>3.4.2 在数据链路层扩展以太网 </vt:lpstr>
      <vt:lpstr>3.4.2 在数据链路层扩展以太网 </vt:lpstr>
      <vt:lpstr>3.4.2 在数据链路层扩展以太网 </vt:lpstr>
      <vt:lpstr>3.4.2 在数据链路层扩展以太网 </vt:lpstr>
      <vt:lpstr>3.4.2 在数据链路层扩展以太网 </vt:lpstr>
      <vt:lpstr>3.4.2 在数据链路层扩展以太网 </vt:lpstr>
      <vt:lpstr>课堂练习</vt:lpstr>
      <vt:lpstr>3.4.2 在数据链路层扩展以太网 </vt:lpstr>
      <vt:lpstr>3.4.2 在数据链路层扩展以太网 </vt:lpstr>
      <vt:lpstr>3.4.2 在数据链路层扩展以太网 </vt:lpstr>
      <vt:lpstr>动手实验</vt:lpstr>
      <vt:lpstr>3.4.3 虚拟局域网</vt:lpstr>
      <vt:lpstr>3.4.3 虚拟局域网</vt:lpstr>
      <vt:lpstr>3.4.3 虚拟局域网</vt:lpstr>
      <vt:lpstr>3.4.3 虚拟局域网</vt:lpstr>
      <vt:lpstr>3.4.3 虚拟局域网</vt:lpstr>
      <vt:lpstr>指引</vt:lpstr>
      <vt:lpstr>3.5.1 100BASE-T 以太网</vt:lpstr>
      <vt:lpstr>3.5.1 100BASE-T 以太网</vt:lpstr>
      <vt:lpstr>3.5.2 吉比特以太网</vt:lpstr>
      <vt:lpstr>3.5.2 吉比特以太网</vt:lpstr>
      <vt:lpstr>3.5.2 吉比特以太网</vt:lpstr>
      <vt:lpstr>3.5.3 10 吉比特以太网</vt:lpstr>
      <vt:lpstr>3.5.3 10 吉比特以太网</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NordriDesign</dc:creator>
  <cp:keywords>ppt幻灯设计/ppt模板设计</cp:keywords>
  <dc:description>nordridesign.com</dc:description>
  <cp:lastModifiedBy>微软用户</cp:lastModifiedBy>
  <cp:revision>1079</cp:revision>
  <dcterms:created xsi:type="dcterms:W3CDTF">2007-10-21T01:27:31Z</dcterms:created>
  <dcterms:modified xsi:type="dcterms:W3CDTF">2023-03-24T09:24:17Z</dcterms:modified>
</cp:coreProperties>
</file>